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theme/themeOverride1.xml" ContentType="application/vnd.openxmlformats-officedocument.themeOverride+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theme/theme2.xml" ContentType="application/vnd.openxmlformats-officedocument.theme+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0.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6" Type="http://schemas.openxmlformats.org/officeDocument/2006/relationships/custom-properties" Target="docProps/custom.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 id="2147483787" r:id="rId2"/>
    <p:sldMasterId id="2147483732" r:id="rId3"/>
  </p:sldMasterIdLst>
  <p:notesMasterIdLst>
    <p:notesMasterId r:id="rId15"/>
  </p:notesMasterIdLst>
  <p:handoutMasterIdLst>
    <p:handoutMasterId r:id="rId16"/>
  </p:handoutMasterIdLst>
  <p:sldIdLst>
    <p:sldId id="261" r:id="rId4"/>
    <p:sldId id="260" r:id="rId5"/>
    <p:sldId id="2735" r:id="rId6"/>
    <p:sldId id="2813" r:id="rId7"/>
    <p:sldId id="2935" r:id="rId8"/>
    <p:sldId id="2814" r:id="rId9"/>
    <p:sldId id="2765" r:id="rId10"/>
    <p:sldId id="2848" r:id="rId11"/>
    <p:sldId id="278" r:id="rId12"/>
    <p:sldId id="281" r:id="rId13"/>
    <p:sldId id="285"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タイトル" id="{5309EA24-541A-FE45-B845-5EA52E0A9A59}">
          <p14:sldIdLst>
            <p14:sldId id="261"/>
          </p14:sldIdLst>
        </p14:section>
        <p14:section name="アジェンダ" id="{10408ABE-68DC-F34D-9DA1-AE9A981E9B1E}">
          <p14:sldIdLst>
            <p14:sldId id="260"/>
          </p14:sldIdLst>
        </p14:section>
        <p14:section name="生成AI" id="{AC58C65D-733E-4549-BCC6-DE60FCED3850}">
          <p14:sldIdLst>
            <p14:sldId id="2735"/>
            <p14:sldId id="2813"/>
            <p14:sldId id="2935"/>
            <p14:sldId id="2814"/>
            <p14:sldId id="2765"/>
            <p14:sldId id="2848"/>
            <p14:sldId id="278"/>
            <p14:sldId id="281"/>
            <p14:sldId id="285"/>
          </p14:sldIdLst>
        </p14:section>
      </p14:sectionLst>
    </p:ext>
    <p:ext uri="{EFAFB233-063F-42B5-8137-9DF3F51BA10A}">
      <p15:sldGuideLst xmlns:p15="http://schemas.microsoft.com/office/powerpoint/2012/main">
        <p15:guide id="1" orient="horz" pos="1296" userDrawn="1">
          <p15:clr>
            <a:srgbClr val="A4A3A4"/>
          </p15:clr>
        </p15:guide>
        <p15:guide id="2" pos="384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1A0033"/>
    <a:srgbClr val="FCFCFD"/>
    <a:srgbClr val="7F1EE7"/>
    <a:srgbClr val="0000A3"/>
    <a:srgbClr val="B81EE7"/>
    <a:srgbClr val="5400AD"/>
    <a:srgbClr val="1D262F"/>
    <a:srgbClr val="2444C8"/>
    <a:srgbClr val="EBFFCC"/>
    <a:srgbClr val="7CE8F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912C8C85-51F0-491E-9774-3900AFEF0FD7}">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10A1B5D5-9B99-4C35-A422-299274C87663}" styleName="Medium Style 1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361" autoAdjust="0"/>
    <p:restoredTop sz="96240" autoAdjust="0"/>
  </p:normalViewPr>
  <p:slideViewPr>
    <p:cSldViewPr snapToGrid="0">
      <p:cViewPr varScale="1">
        <p:scale>
          <a:sx n="210" d="100"/>
          <a:sy n="210" d="100"/>
        </p:scale>
        <p:origin x="504" y="184"/>
      </p:cViewPr>
      <p:guideLst>
        <p:guide orient="horz" pos="1296"/>
        <p:guide pos="3840"/>
      </p:guideLst>
    </p:cSldViewPr>
  </p:slideViewPr>
  <p:notesTextViewPr>
    <p:cViewPr>
      <p:scale>
        <a:sx n="1" d="1"/>
        <a:sy n="1" d="1"/>
      </p:scale>
      <p:origin x="0" y="0"/>
    </p:cViewPr>
  </p:notesTextViewPr>
  <p:sorterViewPr>
    <p:cViewPr>
      <p:scale>
        <a:sx n="1" d="1"/>
        <a:sy n="1" d="1"/>
      </p:scale>
      <p:origin x="0" y="0"/>
    </p:cViewPr>
  </p:sorterViewPr>
  <p:notesViewPr>
    <p:cSldViewPr snapToGrid="0" showGuides="1">
      <p:cViewPr varScale="1">
        <p:scale>
          <a:sx n="103" d="100"/>
          <a:sy n="103" d="100"/>
        </p:scale>
        <p:origin x="3112" y="176"/>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5.xml"/><Relationship Id="rId13" Type="http://schemas.openxmlformats.org/officeDocument/2006/relationships/slide" Target="slides/slide10.xml"/><Relationship Id="rId18" Type="http://schemas.openxmlformats.org/officeDocument/2006/relationships/viewProps" Target="viewProps.xml"/><Relationship Id="rId3" Type="http://schemas.openxmlformats.org/officeDocument/2006/relationships/slideMaster" Target="slideMasters/slideMaster3.xml"/><Relationship Id="rId21" Type="http://schemas.microsoft.com/office/2016/11/relationships/changesInfo" Target="changesInfos/changesInfo1.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presProps" Target="presProps.xml"/><Relationship Id="rId2" Type="http://schemas.openxmlformats.org/officeDocument/2006/relationships/slideMaster" Target="slideMasters/slideMaster2.xml"/><Relationship Id="rId16" Type="http://schemas.openxmlformats.org/officeDocument/2006/relationships/handoutMaster" Target="handoutMasters/handout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5" Type="http://schemas.openxmlformats.org/officeDocument/2006/relationships/slide" Target="slides/slide2.xml"/><Relationship Id="rId15" Type="http://schemas.openxmlformats.org/officeDocument/2006/relationships/notesMaster" Target="notesMasters/notesMaster1.xml"/><Relationship Id="rId10" Type="http://schemas.openxmlformats.org/officeDocument/2006/relationships/slide" Target="slides/slide7.xml"/><Relationship Id="rId19" Type="http://schemas.openxmlformats.org/officeDocument/2006/relationships/theme" Target="theme/theme1.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tsuoka, Kazuki" userId="f8d6af44-b055-4c54-a277-d2054e3d4458" providerId="ADAL" clId="{6910473D-DBCA-5022-973F-5B59ADAD6EC5}"/>
    <pc:docChg chg="undo custSel modSld sldOrd">
      <pc:chgData name="Matsuoka, Kazuki" userId="f8d6af44-b055-4c54-a277-d2054e3d4458" providerId="ADAL" clId="{6910473D-DBCA-5022-973F-5B59ADAD6EC5}" dt="2026-01-23T09:05:21.397" v="55" actId="20577"/>
      <pc:docMkLst>
        <pc:docMk/>
      </pc:docMkLst>
      <pc:sldChg chg="modSp mod">
        <pc:chgData name="Matsuoka, Kazuki" userId="f8d6af44-b055-4c54-a277-d2054e3d4458" providerId="ADAL" clId="{6910473D-DBCA-5022-973F-5B59ADAD6EC5}" dt="2026-01-23T09:05:21.397" v="55" actId="20577"/>
        <pc:sldMkLst>
          <pc:docMk/>
          <pc:sldMk cId="3432814509" sldId="260"/>
        </pc:sldMkLst>
        <pc:spChg chg="mod">
          <ac:chgData name="Matsuoka, Kazuki" userId="f8d6af44-b055-4c54-a277-d2054e3d4458" providerId="ADAL" clId="{6910473D-DBCA-5022-973F-5B59ADAD6EC5}" dt="2026-01-23T09:05:21.397" v="55" actId="20577"/>
          <ac:spMkLst>
            <pc:docMk/>
            <pc:sldMk cId="3432814509" sldId="260"/>
            <ac:spMk id="9" creationId="{82E7AA5A-447F-1572-FC4E-01FC29D0526E}"/>
          </ac:spMkLst>
        </pc:spChg>
      </pc:sldChg>
      <pc:sldChg chg="ord">
        <pc:chgData name="Matsuoka, Kazuki" userId="f8d6af44-b055-4c54-a277-d2054e3d4458" providerId="ADAL" clId="{6910473D-DBCA-5022-973F-5B59ADAD6EC5}" dt="2026-01-23T08:28:36.231" v="18" actId="20578"/>
        <pc:sldMkLst>
          <pc:docMk/>
          <pc:sldMk cId="2334731241" sldId="278"/>
        </pc:sldMkLst>
      </pc:sldChg>
      <pc:sldChg chg="modSp mod">
        <pc:chgData name="Matsuoka, Kazuki" userId="f8d6af44-b055-4c54-a277-d2054e3d4458" providerId="ADAL" clId="{6910473D-DBCA-5022-973F-5B59ADAD6EC5}" dt="2026-01-23T08:12:03.810" v="17" actId="20577"/>
        <pc:sldMkLst>
          <pc:docMk/>
          <pc:sldMk cId="3473616355" sldId="285"/>
        </pc:sldMkLst>
        <pc:spChg chg="mod">
          <ac:chgData name="Matsuoka, Kazuki" userId="f8d6af44-b055-4c54-a277-d2054e3d4458" providerId="ADAL" clId="{6910473D-DBCA-5022-973F-5B59ADAD6EC5}" dt="2026-01-23T08:12:03.810" v="17" actId="20577"/>
          <ac:spMkLst>
            <pc:docMk/>
            <pc:sldMk cId="3473616355" sldId="285"/>
            <ac:spMk id="39" creationId="{AC38AB59-5C0C-98C3-3158-4D1236D74F58}"/>
          </ac:spMkLst>
        </pc:spChg>
      </pc:sldChg>
      <pc:sldChg chg="modSp mod">
        <pc:chgData name="Matsuoka, Kazuki" userId="f8d6af44-b055-4c54-a277-d2054e3d4458" providerId="ADAL" clId="{6910473D-DBCA-5022-973F-5B59ADAD6EC5}" dt="2026-01-23T08:11:26.991" v="3" actId="207"/>
        <pc:sldMkLst>
          <pc:docMk/>
          <pc:sldMk cId="58233790" sldId="2848"/>
        </pc:sldMkLst>
        <pc:spChg chg="mod">
          <ac:chgData name="Matsuoka, Kazuki" userId="f8d6af44-b055-4c54-a277-d2054e3d4458" providerId="ADAL" clId="{6910473D-DBCA-5022-973F-5B59ADAD6EC5}" dt="2026-01-23T08:11:18.615" v="2" actId="2711"/>
          <ac:spMkLst>
            <pc:docMk/>
            <pc:sldMk cId="58233790" sldId="2848"/>
            <ac:spMk id="3" creationId="{C15F978B-309B-B52D-8B83-FE4102540742}"/>
          </ac:spMkLst>
        </pc:spChg>
        <pc:spChg chg="mod">
          <ac:chgData name="Matsuoka, Kazuki" userId="f8d6af44-b055-4c54-a277-d2054e3d4458" providerId="ADAL" clId="{6910473D-DBCA-5022-973F-5B59ADAD6EC5}" dt="2026-01-23T08:11:26.991" v="3" actId="207"/>
          <ac:spMkLst>
            <pc:docMk/>
            <pc:sldMk cId="58233790" sldId="2848"/>
            <ac:spMk id="10" creationId="{297BAE19-5F12-C66D-F939-E2948A48D964}"/>
          </ac:spMkLst>
        </pc:spChg>
        <pc:spChg chg="mod">
          <ac:chgData name="Matsuoka, Kazuki" userId="f8d6af44-b055-4c54-a277-d2054e3d4458" providerId="ADAL" clId="{6910473D-DBCA-5022-973F-5B59ADAD6EC5}" dt="2026-01-23T08:11:26.991" v="3" actId="207"/>
          <ac:spMkLst>
            <pc:docMk/>
            <pc:sldMk cId="58233790" sldId="2848"/>
            <ac:spMk id="11" creationId="{0154E7DD-E8D3-0ED6-AB4C-A3B72CF9851B}"/>
          </ac:spMkLst>
        </pc:spChg>
        <pc:spChg chg="mod">
          <ac:chgData name="Matsuoka, Kazuki" userId="f8d6af44-b055-4c54-a277-d2054e3d4458" providerId="ADAL" clId="{6910473D-DBCA-5022-973F-5B59ADAD6EC5}" dt="2026-01-23T08:11:26.991" v="3" actId="207"/>
          <ac:spMkLst>
            <pc:docMk/>
            <pc:sldMk cId="58233790" sldId="2848"/>
            <ac:spMk id="14" creationId="{7CC3EF83-D706-67CC-9C37-7B37A7BCA245}"/>
          </ac:spMkLst>
        </pc:spChg>
        <pc:spChg chg="mod">
          <ac:chgData name="Matsuoka, Kazuki" userId="f8d6af44-b055-4c54-a277-d2054e3d4458" providerId="ADAL" clId="{6910473D-DBCA-5022-973F-5B59ADAD6EC5}" dt="2026-01-23T08:11:26.991" v="3" actId="207"/>
          <ac:spMkLst>
            <pc:docMk/>
            <pc:sldMk cId="58233790" sldId="2848"/>
            <ac:spMk id="43" creationId="{2FF39117-A696-2166-B3E9-318CB73DC97F}"/>
          </ac:spMkLst>
        </pc:spChg>
        <pc:spChg chg="mod">
          <ac:chgData name="Matsuoka, Kazuki" userId="f8d6af44-b055-4c54-a277-d2054e3d4458" providerId="ADAL" clId="{6910473D-DBCA-5022-973F-5B59ADAD6EC5}" dt="2026-01-23T08:11:26.991" v="3" actId="207"/>
          <ac:spMkLst>
            <pc:docMk/>
            <pc:sldMk cId="58233790" sldId="2848"/>
            <ac:spMk id="44" creationId="{0F1D6052-2F68-16D2-1F61-C26F3BB7BCD2}"/>
          </ac:spMkLst>
        </pc:spChg>
        <pc:spChg chg="mod">
          <ac:chgData name="Matsuoka, Kazuki" userId="f8d6af44-b055-4c54-a277-d2054e3d4458" providerId="ADAL" clId="{6910473D-DBCA-5022-973F-5B59ADAD6EC5}" dt="2026-01-23T08:11:26.991" v="3" actId="207"/>
          <ac:spMkLst>
            <pc:docMk/>
            <pc:sldMk cId="58233790" sldId="2848"/>
            <ac:spMk id="45" creationId="{8E535705-D782-ECB0-C549-1502CED03FCD}"/>
          </ac:spMkLst>
        </pc:spChg>
        <pc:spChg chg="mod">
          <ac:chgData name="Matsuoka, Kazuki" userId="f8d6af44-b055-4c54-a277-d2054e3d4458" providerId="ADAL" clId="{6910473D-DBCA-5022-973F-5B59ADAD6EC5}" dt="2026-01-23T08:11:18.615" v="2" actId="2711"/>
          <ac:spMkLst>
            <pc:docMk/>
            <pc:sldMk cId="58233790" sldId="2848"/>
            <ac:spMk id="48" creationId="{67E73F32-DD20-1206-D7F9-BC17171AFDD9}"/>
          </ac:spMkLst>
        </pc:spChg>
        <pc:spChg chg="mod">
          <ac:chgData name="Matsuoka, Kazuki" userId="f8d6af44-b055-4c54-a277-d2054e3d4458" providerId="ADAL" clId="{6910473D-DBCA-5022-973F-5B59ADAD6EC5}" dt="2026-01-23T08:11:18.615" v="2" actId="2711"/>
          <ac:spMkLst>
            <pc:docMk/>
            <pc:sldMk cId="58233790" sldId="2848"/>
            <ac:spMk id="49" creationId="{662466DD-C9DF-13D9-4DF1-9536DB8FF028}"/>
          </ac:spMkLst>
        </pc:spChg>
        <pc:spChg chg="mod">
          <ac:chgData name="Matsuoka, Kazuki" userId="f8d6af44-b055-4c54-a277-d2054e3d4458" providerId="ADAL" clId="{6910473D-DBCA-5022-973F-5B59ADAD6EC5}" dt="2026-01-23T08:11:18.615" v="2" actId="2711"/>
          <ac:spMkLst>
            <pc:docMk/>
            <pc:sldMk cId="58233790" sldId="2848"/>
            <ac:spMk id="51" creationId="{F8F6E25E-D5AA-4103-277C-85817A479282}"/>
          </ac:spMkLst>
        </pc:spChg>
        <pc:spChg chg="mod">
          <ac:chgData name="Matsuoka, Kazuki" userId="f8d6af44-b055-4c54-a277-d2054e3d4458" providerId="ADAL" clId="{6910473D-DBCA-5022-973F-5B59ADAD6EC5}" dt="2026-01-23T08:11:18.615" v="2" actId="2711"/>
          <ac:spMkLst>
            <pc:docMk/>
            <pc:sldMk cId="58233790" sldId="2848"/>
            <ac:spMk id="52" creationId="{90231050-9D71-D61C-764B-055E5D819380}"/>
          </ac:spMkLst>
        </pc:spChg>
        <pc:cxnChg chg="mod">
          <ac:chgData name="Matsuoka, Kazuki" userId="f8d6af44-b055-4c54-a277-d2054e3d4458" providerId="ADAL" clId="{6910473D-DBCA-5022-973F-5B59ADAD6EC5}" dt="2026-01-23T08:11:10.158" v="1" actId="1076"/>
          <ac:cxnSpMkLst>
            <pc:docMk/>
            <pc:sldMk cId="58233790" sldId="2848"/>
            <ac:cxnSpMk id="47" creationId="{3C7F33AB-5D66-FAD3-43EA-5236532C1E50}"/>
          </ac:cxnSpMkLst>
        </pc:cxn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9D30B3F9-42E9-426B-B3D2-D6012D7491A2}"/>
              </a:ext>
            </a:extLst>
          </p:cNvPr>
          <p:cNvSpPr>
            <a:spLocks noGrp="1"/>
          </p:cNvSpPr>
          <p:nvPr>
            <p:ph type="sldNum" sz="quarter" idx="3"/>
          </p:nvPr>
        </p:nvSpPr>
        <p:spPr>
          <a:xfrm>
            <a:off x="1943100" y="8685213"/>
            <a:ext cx="2971800" cy="458787"/>
          </a:xfrm>
          <a:prstGeom prst="rect">
            <a:avLst/>
          </a:prstGeom>
        </p:spPr>
        <p:txBody>
          <a:bodyPr vert="horz" lIns="91440" tIns="45720" rIns="91440" bIns="45720" rtlCol="0" anchor="b"/>
          <a:lstStyle>
            <a:lvl1pPr algn="r">
              <a:defRPr sz="1200"/>
            </a:lvl1pPr>
          </a:lstStyle>
          <a:p>
            <a:pPr algn="ctr"/>
            <a:fld id="{C71F7584-9745-40DA-BD49-9A41A97B2D2E}" type="slidenum">
              <a:rPr lang="en-US" sz="1000" smtClean="0">
                <a:latin typeface="Amazon Ember Display" panose="020F0603020204020204" pitchFamily="34" charset="0"/>
              </a:rPr>
              <a:pPr algn="ctr"/>
              <a:t>‹#›</a:t>
            </a:fld>
            <a:endParaRPr lang="en-US" sz="1000" dirty="0">
              <a:latin typeface="Amazon Ember Display" panose="020F0603020204020204" pitchFamily="34" charset="0"/>
            </a:endParaRPr>
          </a:p>
        </p:txBody>
      </p:sp>
    </p:spTree>
    <p:extLst>
      <p:ext uri="{BB962C8B-B14F-4D97-AF65-F5344CB8AC3E}">
        <p14:creationId xmlns:p14="http://schemas.microsoft.com/office/powerpoint/2010/main" val="1292530059"/>
      </p:ext>
    </p:extLst>
  </p:cSld>
  <p:clrMap bg1="lt1" tx1="dk1" bg2="lt2" tx2="dk2" accent1="accent1" accent2="accent2" accent3="accent3" accent4="accent4" accent5="accent5" accent6="accent6" hlink="hlink" folHlink="folHlink"/>
  <p:extLst>
    <p:ext uri="{56416CCD-93CA-4268-BC5B-53C4BB910035}">
      <p15:sldGuideLst xmlns:p15="http://schemas.microsoft.com/office/powerpoint/2012/main">
        <p15:guide id="1" orient="horz" pos="2880" userDrawn="1">
          <p15:clr>
            <a:srgbClr val="F26B43"/>
          </p15:clr>
        </p15:guide>
        <p15:guide id="2" pos="2160" userDrawn="1">
          <p15:clr>
            <a:srgbClr val="F26B43"/>
          </p15:clr>
        </p15:guide>
      </p15:sldGuideLst>
    </p:ext>
  </p:extLst>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Slide Image Placeholder 3"/>
          <p:cNvSpPr>
            <a:spLocks noGrp="1" noRot="1" noChangeAspect="1"/>
          </p:cNvSpPr>
          <p:nvPr>
            <p:ph type="sldImg" idx="2"/>
          </p:nvPr>
        </p:nvSpPr>
        <p:spPr>
          <a:xfrm>
            <a:off x="438150" y="457200"/>
            <a:ext cx="5981700" cy="3364706"/>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419100" y="4197679"/>
            <a:ext cx="6000750" cy="4328803"/>
          </a:xfrm>
          <a:prstGeom prst="rect">
            <a:avLst/>
          </a:prstGeom>
        </p:spPr>
        <p:txBody>
          <a:bodyPr vert="horz" lIns="91440" tIns="45720" rIns="91440" bIns="45720" rtlCol="0"/>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Slide Number Placeholder 6"/>
          <p:cNvSpPr>
            <a:spLocks noGrp="1"/>
          </p:cNvSpPr>
          <p:nvPr>
            <p:ph type="sldNum" sz="quarter" idx="5"/>
          </p:nvPr>
        </p:nvSpPr>
        <p:spPr>
          <a:xfrm>
            <a:off x="1943100" y="8685213"/>
            <a:ext cx="2971800" cy="458787"/>
          </a:xfrm>
          <a:prstGeom prst="rect">
            <a:avLst/>
          </a:prstGeom>
        </p:spPr>
        <p:txBody>
          <a:bodyPr vert="horz" lIns="91440" tIns="45720" rIns="91440" bIns="45720" rtlCol="0" anchor="b"/>
          <a:lstStyle>
            <a:lvl1pPr algn="ctr">
              <a:defRPr sz="1000" b="0" i="0">
                <a:latin typeface="Amazon Ember Display" panose="020F0603020204020204" pitchFamily="34" charset="0"/>
              </a:defRPr>
            </a:lvl1pPr>
          </a:lstStyle>
          <a:p>
            <a:fld id="{A3D89E5F-BEEF-42A1-A57B-E5A736D51194}" type="slidenum">
              <a:rPr lang="en-US" smtClean="0"/>
              <a:pPr/>
              <a:t>‹#›</a:t>
            </a:fld>
            <a:endParaRPr lang="en-US" dirty="0"/>
          </a:p>
        </p:txBody>
      </p:sp>
    </p:spTree>
    <p:extLst>
      <p:ext uri="{BB962C8B-B14F-4D97-AF65-F5344CB8AC3E}">
        <p14:creationId xmlns:p14="http://schemas.microsoft.com/office/powerpoint/2010/main" val="2644871954"/>
      </p:ext>
    </p:extLst>
  </p:cSld>
  <p:clrMap bg1="lt1" tx1="dk1" bg2="lt2" tx2="dk2" accent1="accent1" accent2="accent2" accent3="accent3" accent4="accent4" accent5="accent5" accent6="accent6" hlink="hlink" folHlink="folHlink"/>
  <p:notesStyle>
    <a:lvl1pPr marL="0" algn="l" defTabSz="914400" rtl="0" eaLnBrk="1" latinLnBrk="0" hangingPunct="1">
      <a:spcAft>
        <a:spcPts val="300"/>
      </a:spcAft>
      <a:defRPr sz="1200" b="0" i="0" kern="1200">
        <a:solidFill>
          <a:schemeClr val="tx1"/>
        </a:solidFill>
        <a:latin typeface="Amazon Ember Display" panose="020F0603020204020204" pitchFamily="34" charset="0"/>
        <a:ea typeface="+mn-ea"/>
        <a:cs typeface="+mn-cs"/>
      </a:defRPr>
    </a:lvl1pPr>
    <a:lvl2pPr marL="225425" indent="-106363" algn="l" defTabSz="914400" rtl="0" eaLnBrk="1" latinLnBrk="0" hangingPunct="1">
      <a:spcAft>
        <a:spcPts val="300"/>
      </a:spcAft>
      <a:buFont typeface="Arial" panose="020B0604020202020204" pitchFamily="34" charset="0"/>
      <a:buChar char="•"/>
      <a:defRPr sz="1200" b="0" i="0" kern="1200">
        <a:solidFill>
          <a:schemeClr val="tx1"/>
        </a:solidFill>
        <a:latin typeface="Amazon Ember Display" panose="020F0603020204020204" pitchFamily="34" charset="0"/>
        <a:ea typeface="+mn-ea"/>
        <a:cs typeface="+mn-cs"/>
      </a:defRPr>
    </a:lvl2pPr>
    <a:lvl3pPr marL="463550" indent="-119063" algn="l" defTabSz="914400" rtl="0" eaLnBrk="1" latinLnBrk="0" hangingPunct="1">
      <a:spcAft>
        <a:spcPts val="300"/>
      </a:spcAft>
      <a:buFont typeface="Arial" panose="020B0604020202020204" pitchFamily="34" charset="0"/>
      <a:buChar char="•"/>
      <a:defRPr sz="1200" b="0" i="0" kern="1200">
        <a:solidFill>
          <a:schemeClr val="tx1"/>
        </a:solidFill>
        <a:latin typeface="Amazon Ember Display" panose="020F0603020204020204" pitchFamily="34" charset="0"/>
        <a:ea typeface="+mn-ea"/>
        <a:cs typeface="+mn-cs"/>
      </a:defRPr>
    </a:lvl3pPr>
    <a:lvl4pPr marL="747713" indent="-119063" algn="l" defTabSz="914400" rtl="0" eaLnBrk="1" latinLnBrk="0" hangingPunct="1">
      <a:spcAft>
        <a:spcPts val="300"/>
      </a:spcAft>
      <a:buFont typeface="Arial" panose="020B0604020202020204" pitchFamily="34" charset="0"/>
      <a:buChar char="•"/>
      <a:defRPr sz="1200" b="0" i="0" kern="1200">
        <a:solidFill>
          <a:schemeClr val="tx1"/>
        </a:solidFill>
        <a:latin typeface="Amazon Ember Display" panose="020F0603020204020204" pitchFamily="34" charset="0"/>
        <a:ea typeface="+mn-ea"/>
        <a:cs typeface="+mn-cs"/>
      </a:defRPr>
    </a:lvl4pPr>
    <a:lvl5pPr marL="973138" indent="-117475" algn="l" defTabSz="914400" rtl="0" eaLnBrk="1" latinLnBrk="0" hangingPunct="1">
      <a:spcAft>
        <a:spcPts val="300"/>
      </a:spcAft>
      <a:buFont typeface="Arial" panose="020B0604020202020204" pitchFamily="34" charset="0"/>
      <a:buChar char="•"/>
      <a:defRPr sz="1200" b="0" i="0" kern="1200">
        <a:solidFill>
          <a:schemeClr val="tx1"/>
        </a:solidFill>
        <a:latin typeface="Amazon Ember Display" panose="020F0603020204020204"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extLst>
    <p:ext uri="{620B2872-D7B9-4A21-9093-7833F8D536E1}">
      <p15:sldGuideLst xmlns:p15="http://schemas.microsoft.com/office/powerpoint/2012/main">
        <p15:guide id="1" pos="2160" userDrawn="1">
          <p15:clr>
            <a:srgbClr val="F26B43"/>
          </p15:clr>
        </p15:guide>
        <p15:guide id="2" orient="horz" pos="2880" userDrawn="1">
          <p15:clr>
            <a:srgbClr val="F26B43"/>
          </p15:clr>
        </p15:guide>
        <p15:guide id="3" pos="264" userDrawn="1">
          <p15:clr>
            <a:srgbClr val="F26B43"/>
          </p15:clr>
        </p15:guide>
        <p15:guide id="4" pos="4056" userDrawn="1">
          <p15:clr>
            <a:srgbClr val="F26B43"/>
          </p15:clr>
        </p15:guide>
        <p15:guide id="5" orient="horz" pos="288" userDrawn="1">
          <p15:clr>
            <a:srgbClr val="F26B43"/>
          </p15:clr>
        </p15:guide>
        <p15:guide id="6" orient="horz" pos="2640" userDrawn="1">
          <p15:clr>
            <a:srgbClr val="F26B43"/>
          </p15:clr>
        </p15:guide>
      </p15:sldGuideLst>
    </p:ext>
  </p:extLst>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438150" y="457200"/>
            <a:ext cx="5981700" cy="3363913"/>
          </a:xfrm>
        </p:spPr>
      </p:sp>
      <p:sp>
        <p:nvSpPr>
          <p:cNvPr id="3" name="ノート プレースホルダー 2"/>
          <p:cNvSpPr>
            <a:spLocks noGrp="1"/>
          </p:cNvSpPr>
          <p:nvPr>
            <p:ph type="body" idx="1"/>
          </p:nvPr>
        </p:nvSpPr>
        <p:spPr/>
        <p:txBody>
          <a:bodyPr/>
          <a:lstStyle/>
          <a:p>
            <a:r>
              <a:rPr kumimoji="1" lang="ja-JP" altLang="en-US"/>
              <a:t>もう少し丁寧</a:t>
            </a:r>
            <a:endParaRPr kumimoji="1" lang="en-US" altLang="ja-JP" dirty="0"/>
          </a:p>
          <a:p>
            <a:r>
              <a:rPr kumimoji="1" lang="ja-JP" altLang="en-US"/>
              <a:t>３レイヤー</a:t>
            </a:r>
            <a:endParaRPr kumimoji="1" lang="en-US" altLang="ja-JP" dirty="0"/>
          </a:p>
          <a:p>
            <a:r>
              <a:rPr kumimoji="1" lang="en-US" altLang="ja-JP" dirty="0"/>
              <a:t>	</a:t>
            </a:r>
            <a:r>
              <a:rPr kumimoji="1" lang="ja-JP" altLang="en-US"/>
              <a:t>独自でモデルを作りたい</a:t>
            </a:r>
            <a:endParaRPr kumimoji="1" lang="en-US" altLang="ja-JP" dirty="0"/>
          </a:p>
          <a:p>
            <a:r>
              <a:rPr kumimoji="1" lang="en-US" altLang="ja-JP" dirty="0"/>
              <a:t>	API</a:t>
            </a:r>
            <a:r>
              <a:rPr kumimoji="1" lang="ja-JP" altLang="en-US"/>
              <a:t>としてアプリケーションに組み込みたい人</a:t>
            </a:r>
            <a:endParaRPr kumimoji="1" lang="en-US" altLang="ja-JP" dirty="0"/>
          </a:p>
          <a:p>
            <a:r>
              <a:rPr kumimoji="1" lang="en-US" altLang="ja-JP" dirty="0"/>
              <a:t>	</a:t>
            </a:r>
            <a:r>
              <a:rPr kumimoji="1" lang="ja-JP" altLang="en-US"/>
              <a:t>アプリとして使いたい人向け</a:t>
            </a:r>
            <a:endParaRPr kumimoji="1" lang="en-US" altLang="ja-JP" dirty="0"/>
          </a:p>
        </p:txBody>
      </p:sp>
      <p:sp>
        <p:nvSpPr>
          <p:cNvPr id="4" name="スライド番号プレースホルダー 3"/>
          <p:cNvSpPr>
            <a:spLocks noGrp="1"/>
          </p:cNvSpPr>
          <p:nvPr>
            <p:ph type="sldNum" sz="quarter" idx="5"/>
          </p:nvPr>
        </p:nvSpPr>
        <p:spPr/>
        <p:txBody>
          <a:bodyPr/>
          <a:lstStyle/>
          <a:p>
            <a:fld id="{69C3F2ED-74C5-7D4F-8560-0CC253E9A436}" type="slidenum">
              <a:rPr lang="en-US" smtClean="0"/>
              <a:pPr/>
              <a:t>3</a:t>
            </a:fld>
            <a:endParaRPr lang="en-US" dirty="0"/>
          </a:p>
        </p:txBody>
      </p:sp>
    </p:spTree>
    <p:extLst>
      <p:ext uri="{BB962C8B-B14F-4D97-AF65-F5344CB8AC3E}">
        <p14:creationId xmlns:p14="http://schemas.microsoft.com/office/powerpoint/2010/main" val="269622161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438150" y="457200"/>
            <a:ext cx="5981700" cy="3363913"/>
          </a:xfrm>
        </p:spPr>
      </p:sp>
      <p:sp>
        <p:nvSpPr>
          <p:cNvPr id="3" name="ノート プレースホルダー 2"/>
          <p:cNvSpPr>
            <a:spLocks noGrp="1"/>
          </p:cNvSpPr>
          <p:nvPr>
            <p:ph type="body" idx="1"/>
          </p:nvPr>
        </p:nvSpPr>
        <p:spPr/>
        <p:txBody>
          <a:bodyPr/>
          <a:lstStyle/>
          <a:p>
            <a:r>
              <a:rPr kumimoji="1" lang="ja-JP" altLang="en-US"/>
              <a:t>はい、先ほど申し上げた通り、</a:t>
            </a:r>
            <a:r>
              <a:rPr kumimoji="1" lang="en-US" altLang="ja-JP" dirty="0"/>
              <a:t>Amazon Bedrock</a:t>
            </a:r>
            <a:r>
              <a:rPr kumimoji="1" lang="ja-JP" altLang="en-US"/>
              <a:t>というのは基盤モデル</a:t>
            </a:r>
            <a:r>
              <a:rPr kumimoji="1" lang="en-US" altLang="ja-JP" dirty="0"/>
              <a:t>/LLM</a:t>
            </a:r>
            <a:r>
              <a:rPr kumimoji="1" lang="ja-JP" altLang="en-US"/>
              <a:t>を提供するサービスだと申し上げました。</a:t>
            </a:r>
            <a:endParaRPr kumimoji="1" lang="en-US" altLang="ja-JP" dirty="0"/>
          </a:p>
          <a:p>
            <a:endParaRPr kumimoji="1" lang="en-US" altLang="ja-JP" dirty="0"/>
          </a:p>
          <a:p>
            <a:endParaRPr kumimoji="1" lang="en-US" altLang="ja-JP" dirty="0"/>
          </a:p>
          <a:p>
            <a:r>
              <a:rPr kumimoji="1" lang="ja-JP" altLang="en-US"/>
              <a:t>もう少し細かくいうと、</a:t>
            </a:r>
            <a:r>
              <a:rPr kumimoji="1" lang="en-US" altLang="ja-JP" dirty="0"/>
              <a:t>Amazon Bedrock</a:t>
            </a:r>
            <a:r>
              <a:rPr kumimoji="1" lang="ja-JP" altLang="en-US"/>
              <a:t>はいろんなモデルを</a:t>
            </a:r>
            <a:r>
              <a:rPr kumimoji="1" lang="en-US" altLang="ja-JP" dirty="0"/>
              <a:t>API</a:t>
            </a:r>
            <a:r>
              <a:rPr kumimoji="1" lang="ja-JP" altLang="en-US"/>
              <a:t>で利用可能です。</a:t>
            </a:r>
            <a:endParaRPr kumimoji="1" lang="en-US" altLang="ja-JP" dirty="0"/>
          </a:p>
          <a:p>
            <a:endParaRPr kumimoji="1" lang="en-US" altLang="ja-JP" dirty="0"/>
          </a:p>
          <a:p>
            <a:r>
              <a:rPr kumimoji="1" lang="ja-JP" altLang="en-US"/>
              <a:t>そして</a:t>
            </a:r>
            <a:r>
              <a:rPr kumimoji="1" lang="en-US" altLang="ja-JP" dirty="0"/>
              <a:t>API</a:t>
            </a:r>
            <a:r>
              <a:rPr kumimoji="1" lang="ja-JP" altLang="en-US"/>
              <a:t>利用するにあたるインフラ、</a:t>
            </a:r>
            <a:r>
              <a:rPr kumimoji="1" lang="en-US" altLang="ja-JP" dirty="0"/>
              <a:t>GPU</a:t>
            </a:r>
            <a:r>
              <a:rPr kumimoji="1" lang="ja-JP" altLang="en-US"/>
              <a:t>とかですよね気にする必要があるんですけれども、</a:t>
            </a:r>
            <a:r>
              <a:rPr kumimoji="1" lang="en-US" altLang="ja-JP" dirty="0"/>
              <a:t>Bedrock</a:t>
            </a:r>
            <a:r>
              <a:rPr kumimoji="1" lang="ja-JP" altLang="en-US"/>
              <a:t>はその辺りをを気にせずにご利用いただけます。また、</a:t>
            </a:r>
            <a:r>
              <a:rPr kumimoji="1" lang="en-US" altLang="ja-JP" dirty="0"/>
              <a:t>API</a:t>
            </a:r>
            <a:r>
              <a:rPr kumimoji="1" lang="ja-JP" altLang="en-US"/>
              <a:t>提供する時って、スケーリングとか考慮する必要があるんですが、その辺りも</a:t>
            </a:r>
            <a:r>
              <a:rPr kumimoji="1" lang="en-US" altLang="ja-JP" dirty="0"/>
              <a:t>Amazon Bedrock</a:t>
            </a:r>
            <a:r>
              <a:rPr kumimoji="1" lang="ja-JP" altLang="en-US"/>
              <a:t>がよしなにやってくれます。</a:t>
            </a:r>
            <a:endParaRPr kumimoji="1" lang="en-US" altLang="ja-JP" dirty="0"/>
          </a:p>
          <a:p>
            <a:r>
              <a:rPr kumimoji="1" lang="ja-JP" altLang="en-US"/>
              <a:t>そういう仕組みをサーバレスっていう言い方をします。</a:t>
            </a:r>
            <a:endParaRPr kumimoji="1" lang="en-US" altLang="ja-JP" dirty="0"/>
          </a:p>
          <a:p>
            <a:r>
              <a:rPr kumimoji="1" lang="en-US" altLang="ja-JP" dirty="0"/>
              <a:t>AWS</a:t>
            </a:r>
            <a:r>
              <a:rPr kumimoji="1" lang="ja-JP" altLang="en-US"/>
              <a:t>がその辺りをよしなに提供します。</a:t>
            </a:r>
            <a:endParaRPr kumimoji="1" lang="en-US" altLang="ja-JP" dirty="0"/>
          </a:p>
          <a:p>
            <a:endParaRPr kumimoji="1" lang="en-US" altLang="ja-JP" dirty="0"/>
          </a:p>
          <a:p>
            <a:r>
              <a:rPr kumimoji="1" lang="en-US" altLang="ja-JP" dirty="0"/>
              <a:t>Bedrock</a:t>
            </a:r>
            <a:r>
              <a:rPr kumimoji="1" lang="ja-JP" altLang="en-US"/>
              <a:t>は単一の</a:t>
            </a:r>
            <a:r>
              <a:rPr kumimoji="1" lang="en-US" altLang="ja-JP" dirty="0"/>
              <a:t>API</a:t>
            </a:r>
            <a:r>
              <a:rPr kumimoji="1" lang="ja-JP" altLang="en-US"/>
              <a:t>を利用して様々な基盤モデルにアクセスすることが可能です。</a:t>
            </a:r>
            <a:endParaRPr kumimoji="1" lang="en-US" altLang="ja-JP" dirty="0"/>
          </a:p>
          <a:p>
            <a:r>
              <a:rPr kumimoji="1" lang="en-US" altLang="ja-JP" dirty="0"/>
              <a:t>API</a:t>
            </a:r>
            <a:r>
              <a:rPr kumimoji="1" lang="ja-JP" altLang="en-US"/>
              <a:t>リクエスとする際に、引数にモデル名を指定するんですが、そのモデル名を変えることによって違うモデルを利用できる、みたいなイメージです。</a:t>
            </a:r>
            <a:endParaRPr kumimoji="1" lang="en-US" altLang="ja-JP" dirty="0"/>
          </a:p>
          <a:p>
            <a:endParaRPr kumimoji="1" lang="en-US" altLang="ja-JP" dirty="0"/>
          </a:p>
        </p:txBody>
      </p:sp>
      <p:sp>
        <p:nvSpPr>
          <p:cNvPr id="4" name="スライド番号プレースホルダー 3"/>
          <p:cNvSpPr>
            <a:spLocks noGrp="1"/>
          </p:cNvSpPr>
          <p:nvPr>
            <p:ph type="sldNum" sz="quarter" idx="5"/>
          </p:nvPr>
        </p:nvSpPr>
        <p:spPr/>
        <p:txBody>
          <a:bodyPr/>
          <a:lstStyle/>
          <a:p>
            <a:fld id="{614F0C1F-993A-6847-8031-A71E46B1E58F}" type="slidenum">
              <a:rPr lang="en-US" smtClean="0"/>
              <a:t>4</a:t>
            </a:fld>
            <a:endParaRPr lang="en-US"/>
          </a:p>
        </p:txBody>
      </p:sp>
    </p:spTree>
    <p:extLst>
      <p:ext uri="{BB962C8B-B14F-4D97-AF65-F5344CB8AC3E}">
        <p14:creationId xmlns:p14="http://schemas.microsoft.com/office/powerpoint/2010/main" val="286950320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438150" y="457200"/>
            <a:ext cx="5981700" cy="3363913"/>
          </a:xfrm>
        </p:spPr>
      </p:sp>
      <p:sp>
        <p:nvSpPr>
          <p:cNvPr id="3" name="ノート プレースホルダー 2"/>
          <p:cNvSpPr>
            <a:spLocks noGrp="1"/>
          </p:cNvSpPr>
          <p:nvPr>
            <p:ph type="body" idx="1"/>
          </p:nvPr>
        </p:nvSpPr>
        <p:spPr/>
        <p:txBody>
          <a:bodyPr/>
          <a:lstStyle/>
          <a:p>
            <a:r>
              <a:rPr kumimoji="1" lang="ja-JP" altLang="en-US"/>
              <a:t>ユーザーにシンプルに伝える</a:t>
            </a:r>
            <a:endParaRPr kumimoji="1" lang="en-US" altLang="ja-JP" dirty="0"/>
          </a:p>
          <a:p>
            <a:r>
              <a:rPr kumimoji="1" lang="ja-JP" altLang="en-US"/>
              <a:t>何が嬉しいのか伝える</a:t>
            </a:r>
            <a:endParaRPr kumimoji="1" lang="en-US" altLang="ja-JP" dirty="0"/>
          </a:p>
          <a:p>
            <a:r>
              <a:rPr kumimoji="1" lang="en-US" altLang="ja-JP" dirty="0"/>
              <a:t>	</a:t>
            </a:r>
            <a:r>
              <a:rPr kumimoji="1" lang="ja-JP" altLang="en-US"/>
              <a:t>強み、ユースケース、コスト</a:t>
            </a:r>
            <a:endParaRPr kumimoji="1" lang="en-US" altLang="ja-JP" dirty="0"/>
          </a:p>
          <a:p>
            <a:r>
              <a:rPr kumimoji="1" lang="ja-JP" altLang="en-US"/>
              <a:t>単一</a:t>
            </a:r>
            <a:r>
              <a:rPr kumimoji="1" lang="en-US" altLang="ja-JP" dirty="0"/>
              <a:t>API</a:t>
            </a:r>
          </a:p>
          <a:p>
            <a:r>
              <a:rPr kumimoji="1" lang="ja-JP" altLang="en-US"/>
              <a:t>色々なベンダー強み、その中で次</a:t>
            </a:r>
            <a:endParaRPr kumimoji="1" lang="en-US" altLang="ja-JP" dirty="0"/>
          </a:p>
          <a:p>
            <a:endParaRPr kumimoji="1" lang="en-US" altLang="ja-JP" dirty="0"/>
          </a:p>
          <a:p>
            <a:endParaRPr kumimoji="1" lang="en-US" altLang="ja-JP" dirty="0"/>
          </a:p>
          <a:p>
            <a:r>
              <a:rPr kumimoji="1" lang="en-US" altLang="ja-JP" dirty="0"/>
              <a:t>---</a:t>
            </a:r>
          </a:p>
          <a:p>
            <a:r>
              <a:rPr kumimoji="1" lang="en-US" altLang="ja-JP" dirty="0"/>
              <a:t>Amazon Bedrock</a:t>
            </a:r>
            <a:r>
              <a:rPr kumimoji="1" lang="ja-JP" altLang="en-US"/>
              <a:t>が提供しているモデルの種類です。</a:t>
            </a:r>
            <a:endParaRPr kumimoji="1" lang="en-US" altLang="ja-JP" dirty="0"/>
          </a:p>
          <a:p>
            <a:endParaRPr kumimoji="1" lang="en-US" altLang="ja-JP" dirty="0"/>
          </a:p>
          <a:p>
            <a:r>
              <a:rPr kumimoji="1" lang="ja-JP" altLang="en-US"/>
              <a:t>万能な生成</a:t>
            </a:r>
            <a:r>
              <a:rPr kumimoji="1" lang="en-US" altLang="ja-JP" dirty="0"/>
              <a:t>AI</a:t>
            </a:r>
            <a:r>
              <a:rPr kumimoji="1" lang="ja-JP" altLang="en-US"/>
              <a:t>基盤モデルは存在しない、と</a:t>
            </a:r>
            <a:r>
              <a:rPr kumimoji="1" lang="en-US" altLang="ja-JP" dirty="0"/>
              <a:t>AWS</a:t>
            </a:r>
            <a:r>
              <a:rPr kumimoji="1" lang="ja-JP" altLang="en-US"/>
              <a:t>は考えております。</a:t>
            </a:r>
            <a:endParaRPr kumimoji="1" lang="en-US" altLang="ja-JP" dirty="0"/>
          </a:p>
          <a:p>
            <a:r>
              <a:rPr kumimoji="1" lang="ja-JP" altLang="en-US"/>
              <a:t>ですので、</a:t>
            </a:r>
            <a:r>
              <a:rPr kumimoji="1" lang="en-US" altLang="ja-JP" dirty="0"/>
              <a:t>Amazon Bedrock</a:t>
            </a:r>
            <a:r>
              <a:rPr kumimoji="1" lang="ja-JP" altLang="en-US"/>
              <a:t>はさまざまなモデルを提供して、お客様のユースケースに対して最適なモデルを随時利用していただけるようにしています。</a:t>
            </a:r>
            <a:endParaRPr kumimoji="1" lang="en-US" altLang="ja-JP" dirty="0"/>
          </a:p>
        </p:txBody>
      </p:sp>
      <p:sp>
        <p:nvSpPr>
          <p:cNvPr id="4" name="スライド番号プレースホルダー 3"/>
          <p:cNvSpPr>
            <a:spLocks noGrp="1"/>
          </p:cNvSpPr>
          <p:nvPr>
            <p:ph type="sldNum" sz="quarter" idx="5"/>
          </p:nvPr>
        </p:nvSpPr>
        <p:spPr/>
        <p:txBody>
          <a:bodyPr/>
          <a:lstStyle/>
          <a:p>
            <a:fld id="{614F0C1F-993A-6847-8031-A71E46B1E58F}" type="slidenum">
              <a:rPr lang="en-US" smtClean="0"/>
              <a:t>5</a:t>
            </a:fld>
            <a:endParaRPr lang="en-US"/>
          </a:p>
        </p:txBody>
      </p:sp>
    </p:spTree>
    <p:extLst>
      <p:ext uri="{BB962C8B-B14F-4D97-AF65-F5344CB8AC3E}">
        <p14:creationId xmlns:p14="http://schemas.microsoft.com/office/powerpoint/2010/main" val="99910798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438150" y="457200"/>
            <a:ext cx="5981700" cy="3363913"/>
          </a:xfrm>
        </p:spPr>
      </p:sp>
      <p:sp>
        <p:nvSpPr>
          <p:cNvPr id="3" name="ノート プレースホルダー 2"/>
          <p:cNvSpPr>
            <a:spLocks noGrp="1"/>
          </p:cNvSpPr>
          <p:nvPr>
            <p:ph type="body" idx="1"/>
          </p:nvPr>
        </p:nvSpPr>
        <p:spPr/>
        <p:txBody>
          <a:bodyPr/>
          <a:lstStyle/>
          <a:p>
            <a:r>
              <a:rPr kumimoji="1" lang="ja-JP" altLang="en-US"/>
              <a:t>今の説明をちょっと図示してみました。</a:t>
            </a:r>
            <a:endParaRPr kumimoji="1" lang="en-US" altLang="ja-JP" dirty="0"/>
          </a:p>
          <a:p>
            <a:endParaRPr kumimoji="1" lang="en-US" altLang="ja-JP" dirty="0"/>
          </a:p>
          <a:p>
            <a:r>
              <a:rPr kumimoji="1" lang="en-US" altLang="ja-JP" dirty="0"/>
              <a:t>Bedrock</a:t>
            </a:r>
            <a:r>
              <a:rPr kumimoji="1" lang="ja-JP" altLang="en-US"/>
              <a:t>対して、アプリケーションは</a:t>
            </a:r>
            <a:r>
              <a:rPr kumimoji="1" lang="en-US" altLang="ja-JP" dirty="0"/>
              <a:t>API</a:t>
            </a:r>
            <a:r>
              <a:rPr kumimoji="1" lang="ja-JP" altLang="en-US"/>
              <a:t>リクエストをすることによって、</a:t>
            </a:r>
            <a:r>
              <a:rPr kumimoji="1" lang="en-US" altLang="ja-JP" dirty="0"/>
              <a:t>Bedrock</a:t>
            </a:r>
            <a:r>
              <a:rPr kumimoji="1" lang="ja-JP" altLang="en-US"/>
              <a:t>が提供している基盤モデルから応答を受け取ることができます。</a:t>
            </a:r>
            <a:endParaRPr kumimoji="1" lang="en-US" altLang="ja-JP" dirty="0"/>
          </a:p>
          <a:p>
            <a:endParaRPr kumimoji="1" lang="en-US" altLang="ja-JP" dirty="0"/>
          </a:p>
          <a:p>
            <a:r>
              <a:rPr kumimoji="1" lang="ja-JP" altLang="en-US"/>
              <a:t>つまりアプリは</a:t>
            </a:r>
            <a:r>
              <a:rPr kumimoji="1" lang="en-US" altLang="ja-JP" dirty="0"/>
              <a:t>Bedrock</a:t>
            </a:r>
            <a:r>
              <a:rPr kumimoji="1" lang="ja-JP" altLang="en-US"/>
              <a:t>に対して</a:t>
            </a:r>
            <a:r>
              <a:rPr kumimoji="1" lang="en-US" altLang="ja-JP" dirty="0"/>
              <a:t>API </a:t>
            </a:r>
            <a:r>
              <a:rPr kumimoji="1" lang="ja-JP" altLang="en-US"/>
              <a:t>リクエストをしている、ということになります。</a:t>
            </a:r>
            <a:endParaRPr kumimoji="1" lang="en-US" altLang="ja-JP" dirty="0"/>
          </a:p>
        </p:txBody>
      </p:sp>
      <p:sp>
        <p:nvSpPr>
          <p:cNvPr id="4" name="スライド番号プレースホルダー 3"/>
          <p:cNvSpPr>
            <a:spLocks noGrp="1"/>
          </p:cNvSpPr>
          <p:nvPr>
            <p:ph type="sldNum" sz="quarter" idx="5"/>
          </p:nvPr>
        </p:nvSpPr>
        <p:spPr/>
        <p:txBody>
          <a:bodyPr/>
          <a:lstStyle/>
          <a:p>
            <a:fld id="{614F0C1F-993A-6847-8031-A71E46B1E58F}" type="slidenum">
              <a:rPr lang="en-US" smtClean="0"/>
              <a:t>6</a:t>
            </a:fld>
            <a:endParaRPr lang="en-US"/>
          </a:p>
        </p:txBody>
      </p:sp>
    </p:spTree>
    <p:extLst>
      <p:ext uri="{BB962C8B-B14F-4D97-AF65-F5344CB8AC3E}">
        <p14:creationId xmlns:p14="http://schemas.microsoft.com/office/powerpoint/2010/main" val="81863494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438150" y="457200"/>
            <a:ext cx="5981700" cy="3363913"/>
          </a:xfrm>
        </p:spPr>
      </p:sp>
      <p:sp>
        <p:nvSpPr>
          <p:cNvPr id="3" name="ノート プレースホルダー 2"/>
          <p:cNvSpPr>
            <a:spLocks noGrp="1"/>
          </p:cNvSpPr>
          <p:nvPr>
            <p:ph type="body" idx="1"/>
          </p:nvPr>
        </p:nvSpPr>
        <p:spPr/>
        <p:txBody>
          <a:bodyPr/>
          <a:lstStyle/>
          <a:p>
            <a:r>
              <a:rPr kumimoji="1" lang="en-US" altLang="ja-JP" dirty="0"/>
              <a:t>RAG</a:t>
            </a:r>
            <a:r>
              <a:rPr kumimoji="1" lang="ja-JP" altLang="en-US"/>
              <a:t>アプローチ</a:t>
            </a:r>
            <a:endParaRPr kumimoji="1" lang="en-US" altLang="ja-JP" dirty="0"/>
          </a:p>
          <a:p>
            <a:endParaRPr kumimoji="1" lang="en-US" altLang="ja-JP" dirty="0"/>
          </a:p>
          <a:p>
            <a:endParaRPr kumimoji="1" lang="en-US" altLang="ja-JP" dirty="0"/>
          </a:p>
          <a:p>
            <a:r>
              <a:rPr kumimoji="1" lang="en-US" altLang="ja-JP" dirty="0"/>
              <a:t>----</a:t>
            </a:r>
          </a:p>
          <a:p>
            <a:r>
              <a:rPr kumimoji="1" lang="en-US" altLang="ja-JP" dirty="0"/>
              <a:t>RAG</a:t>
            </a:r>
            <a:r>
              <a:rPr kumimoji="1" lang="ja-JP" altLang="en-US"/>
              <a:t>は</a:t>
            </a:r>
            <a:r>
              <a:rPr kumimoji="1" lang="en-US" altLang="ja-JP" dirty="0"/>
              <a:t>Retrieval Augmented Generation</a:t>
            </a:r>
            <a:r>
              <a:rPr kumimoji="1" lang="ja-JP" altLang="en-US"/>
              <a:t>、日本語で言うと検索拡張生成の略です。</a:t>
            </a:r>
            <a:endParaRPr kumimoji="1" lang="en-US" altLang="ja-JP" dirty="0"/>
          </a:p>
          <a:p>
            <a:endParaRPr kumimoji="1" lang="en-US" altLang="ja-JP" dirty="0"/>
          </a:p>
          <a:p>
            <a:endParaRPr kumimoji="1" lang="en-US" altLang="ja-JP" dirty="0"/>
          </a:p>
          <a:p>
            <a:r>
              <a:rPr kumimoji="1" lang="ja-JP" altLang="en-US"/>
              <a:t>図をご覧ください、普通だと、ユーザーがインプットした内容を基盤モデルが確率的にアウトプットを出します。</a:t>
            </a:r>
            <a:endParaRPr kumimoji="1" lang="en-US" altLang="ja-JP" dirty="0"/>
          </a:p>
          <a:p>
            <a:endParaRPr kumimoji="1" lang="en-US" altLang="ja-JP" dirty="0"/>
          </a:p>
          <a:p>
            <a:endParaRPr kumimoji="1" lang="en-US" altLang="ja-JP" dirty="0"/>
          </a:p>
          <a:p>
            <a:r>
              <a:rPr kumimoji="1" lang="ja-JP" altLang="en-US"/>
              <a:t>それに対して</a:t>
            </a:r>
            <a:r>
              <a:rPr kumimoji="1" lang="en-US" altLang="ja-JP" dirty="0"/>
              <a:t>RAG</a:t>
            </a:r>
            <a:r>
              <a:rPr kumimoji="1" lang="ja-JP" altLang="en-US"/>
              <a:t>はユーザーのプロンプトに対して、まずナレッジソース、ドキュメントとかを格納してあるところですねそこに関連文書を検索しに行きます。</a:t>
            </a:r>
            <a:endParaRPr kumimoji="1" lang="en-US" altLang="ja-JP" dirty="0"/>
          </a:p>
          <a:p>
            <a:endParaRPr kumimoji="1" lang="en-US" altLang="ja-JP" dirty="0"/>
          </a:p>
          <a:p>
            <a:r>
              <a:rPr kumimoji="1" lang="ja-JP" altLang="en-US"/>
              <a:t>そしてその関連文書の中身をプロンプト（モデルへの命令）に追加します。</a:t>
            </a:r>
            <a:endParaRPr kumimoji="1" lang="en-US" altLang="ja-JP" dirty="0"/>
          </a:p>
          <a:p>
            <a:endParaRPr kumimoji="1" lang="en-US" altLang="ja-JP" dirty="0"/>
          </a:p>
          <a:p>
            <a:r>
              <a:rPr kumimoji="1" lang="ja-JP" altLang="en-US"/>
              <a:t>それによって、関連文書の内容に基づいて基盤モデルは回答することができます。つまり</a:t>
            </a:r>
            <a:r>
              <a:rPr kumimoji="1" lang="en-US" altLang="ja-JP" dirty="0"/>
              <a:t>LLM</a:t>
            </a:r>
            <a:r>
              <a:rPr kumimoji="1" lang="ja-JP" altLang="en-US"/>
              <a:t>が知らない知識に関しても答えさせられると言うことです。</a:t>
            </a:r>
            <a:endParaRPr kumimoji="1" lang="en-US" altLang="ja-JP" dirty="0"/>
          </a:p>
          <a:p>
            <a:endParaRPr kumimoji="1" lang="en-US" altLang="ja-JP" dirty="0"/>
          </a:p>
          <a:p>
            <a:endParaRPr kumimoji="1" lang="en-US" altLang="ja-JP" dirty="0"/>
          </a:p>
          <a:p>
            <a:r>
              <a:rPr kumimoji="1" lang="ja-JP" altLang="en-US"/>
              <a:t>文書の内容をプロンプトに含めるので、</a:t>
            </a:r>
            <a:r>
              <a:rPr kumimoji="1" lang="en-US" altLang="ja-JP" dirty="0"/>
              <a:t>RAG</a:t>
            </a:r>
            <a:r>
              <a:rPr kumimoji="1" lang="ja-JP" altLang="en-US"/>
              <a:t>はプロンプトエンジアリングのテクニックの一つだと言うことができます。</a:t>
            </a:r>
            <a:endParaRPr kumimoji="1" lang="en-US" altLang="ja-JP" dirty="0"/>
          </a:p>
        </p:txBody>
      </p:sp>
      <p:sp>
        <p:nvSpPr>
          <p:cNvPr id="4" name="スライド番号プレースホルダー 3"/>
          <p:cNvSpPr>
            <a:spLocks noGrp="1"/>
          </p:cNvSpPr>
          <p:nvPr>
            <p:ph type="sldNum" sz="quarter" idx="5"/>
          </p:nvPr>
        </p:nvSpPr>
        <p:spPr/>
        <p:txBody>
          <a:bodyPr/>
          <a:lstStyle/>
          <a:p>
            <a:fld id="{614F0C1F-993A-6847-8031-A71E46B1E58F}" type="slidenum">
              <a:rPr lang="en-US" smtClean="0"/>
              <a:t>9</a:t>
            </a:fld>
            <a:endParaRPr lang="en-US"/>
          </a:p>
        </p:txBody>
      </p:sp>
    </p:spTree>
    <p:extLst>
      <p:ext uri="{BB962C8B-B14F-4D97-AF65-F5344CB8AC3E}">
        <p14:creationId xmlns:p14="http://schemas.microsoft.com/office/powerpoint/2010/main" val="10369509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8150" y="457200"/>
            <a:ext cx="5981700" cy="3363913"/>
          </a:xfrm>
        </p:spPr>
      </p:sp>
      <p:sp>
        <p:nvSpPr>
          <p:cNvPr id="3" name="Notes Placeholder 2"/>
          <p:cNvSpPr>
            <a:spLocks noGrp="1"/>
          </p:cNvSpPr>
          <p:nvPr>
            <p:ph type="body" idx="1"/>
          </p:nvPr>
        </p:nvSpPr>
        <p:spPr/>
        <p:txBody>
          <a:bodyPr/>
          <a:lstStyle/>
          <a:p>
            <a:r>
              <a:rPr kumimoji="1" lang="ja-JP" altLang="en-US"/>
              <a:t>出張ホテル金額の上限は？</a:t>
            </a:r>
            <a:endParaRPr kumimoji="1" lang="en-US" altLang="ja-JP" dirty="0"/>
          </a:p>
          <a:p>
            <a:endParaRPr kumimoji="1" lang="en-US" altLang="ja-JP" dirty="0"/>
          </a:p>
          <a:p>
            <a:r>
              <a:rPr kumimoji="1" lang="en-US" altLang="ja-JP" dirty="0"/>
              <a:t>---</a:t>
            </a:r>
          </a:p>
          <a:p>
            <a:r>
              <a:rPr kumimoji="1" lang="ja-JP" altLang="en-US"/>
              <a:t>例えば、</a:t>
            </a:r>
            <a:r>
              <a:rPr kumimoji="1" lang="en-US" altLang="ja-JP" dirty="0"/>
              <a:t>AWS </a:t>
            </a:r>
            <a:r>
              <a:rPr kumimoji="1" lang="ja-JP" altLang="en-US"/>
              <a:t>にまつわるブログ記事などをデータソースとした</a:t>
            </a:r>
            <a:r>
              <a:rPr kumimoji="1" lang="en-US" altLang="ja-JP" dirty="0"/>
              <a:t> RAG </a:t>
            </a:r>
            <a:r>
              <a:rPr kumimoji="1" lang="ja-JP" altLang="en-US"/>
              <a:t>を考えてみます。事前準備として、ブログ記事の内容を検索できるデータベース、すなわち検索エンジンの役割を持つデータベースを用意しておきます。その上で、</a:t>
            </a:r>
            <a:endParaRPr kumimoji="1" lang="en-US" altLang="ja-JP" dirty="0"/>
          </a:p>
          <a:p>
            <a:endParaRPr kumimoji="1" lang="en-US" altLang="ja-JP" dirty="0"/>
          </a:p>
          <a:p>
            <a:r>
              <a:rPr kumimoji="1" lang="en-US" altLang="ja-JP" dirty="0"/>
              <a:t>[Click] </a:t>
            </a:r>
            <a:r>
              <a:rPr kumimoji="1" lang="ja-JP" altLang="en-US"/>
              <a:t>まずユーザーがクエリつまり質問をアプリケーションに送信します。</a:t>
            </a:r>
            <a:endParaRPr kumimoji="1" lang="en-US" altLang="ja-JP" dirty="0"/>
          </a:p>
          <a:p>
            <a:r>
              <a:rPr kumimoji="1" lang="en-US" altLang="ja-JP" dirty="0"/>
              <a:t>[Click] </a:t>
            </a:r>
            <a:r>
              <a:rPr kumimoji="1" lang="ja-JP" altLang="en-US"/>
              <a:t>その後、アプリケーションは検索エンジンにクエリを投げます。</a:t>
            </a:r>
            <a:endParaRPr kumimoji="1" lang="en-US" altLang="ja-JP" dirty="0"/>
          </a:p>
          <a:p>
            <a:r>
              <a:rPr kumimoji="1" lang="en-US" altLang="ja-JP" dirty="0"/>
              <a:t>[Click] [Click] </a:t>
            </a:r>
            <a:r>
              <a:rPr kumimoji="1" lang="ja-JP" altLang="en-US"/>
              <a:t>そして検索エンジンでクエリの関連ドキュメントを取得します。</a:t>
            </a:r>
            <a:endParaRPr kumimoji="1" lang="en-US" altLang="ja-JP" dirty="0"/>
          </a:p>
          <a:p>
            <a:r>
              <a:rPr kumimoji="1" lang="en-US" altLang="ja-JP" dirty="0"/>
              <a:t>[Click] </a:t>
            </a:r>
            <a:r>
              <a:rPr kumimoji="1" lang="ja-JP" altLang="en-US"/>
              <a:t>次に、アプリケーション部分でユーザーのクエリとドキュメントを結合して、基盤モデルに入力する文章、プロンプトとして整形して、モデルにリクエストを投げます。</a:t>
            </a:r>
            <a:endParaRPr kumimoji="1" lang="en-US" altLang="ja-JP" dirty="0"/>
          </a:p>
          <a:p>
            <a:r>
              <a:rPr kumimoji="1" lang="en-US" altLang="ja-JP" dirty="0"/>
              <a:t>[Click] </a:t>
            </a:r>
            <a:r>
              <a:rPr kumimoji="1" lang="ja-JP" altLang="en-US"/>
              <a:t>最後に</a:t>
            </a:r>
            <a:r>
              <a:rPr kumimoji="1" lang="ja-JP" altLang="en-JP"/>
              <a:t>基盤モデル</a:t>
            </a:r>
            <a:r>
              <a:rPr kumimoji="1" lang="ja-JP" altLang="en-US"/>
              <a:t>は出力を生成し、</a:t>
            </a:r>
            <a:endParaRPr kumimoji="1" lang="en-US" altLang="ja-JP" dirty="0"/>
          </a:p>
          <a:p>
            <a:r>
              <a:rPr kumimoji="1" lang="en-US" altLang="ja-JP" dirty="0"/>
              <a:t>[Click] </a:t>
            </a:r>
            <a:r>
              <a:rPr kumimoji="1" lang="ja-JP" altLang="en-US"/>
              <a:t>ユーザーにはデータソースに基づいた回答が提示できます。</a:t>
            </a:r>
            <a:endParaRPr kumimoji="1" lang="en-US" altLang="ja-JP" dirty="0"/>
          </a:p>
          <a:p>
            <a:endParaRPr kumimoji="1" lang="en-US" altLang="ja-JP" dirty="0"/>
          </a:p>
          <a:p>
            <a:r>
              <a:rPr kumimoji="1" lang="ja-JP" altLang="en-US"/>
              <a:t>これが基本的な</a:t>
            </a:r>
            <a:r>
              <a:rPr kumimoji="1" lang="en-US" altLang="ja-JP" dirty="0"/>
              <a:t> RAG </a:t>
            </a:r>
            <a:r>
              <a:rPr kumimoji="1" lang="ja-JP" altLang="en-US"/>
              <a:t>の仕組みです。</a:t>
            </a:r>
            <a:endParaRPr kumimoji="1" lang="en-US" altLang="ja-JP" dirty="0"/>
          </a:p>
        </p:txBody>
      </p:sp>
      <p:sp>
        <p:nvSpPr>
          <p:cNvPr id="4" name="Slide Number Placeholder 3"/>
          <p:cNvSpPr>
            <a:spLocks noGrp="1"/>
          </p:cNvSpPr>
          <p:nvPr>
            <p:ph type="sldNum" sz="quarter" idx="5"/>
          </p:nvPr>
        </p:nvSpPr>
        <p:spPr/>
        <p:txBody>
          <a:bodyPr/>
          <a:lstStyle/>
          <a:p>
            <a:fld id="{50F74E25-A557-45B7-A614-AD8C8D22B6B6}" type="slidenum">
              <a:rPr lang="en-US" smtClean="0"/>
              <a:pPr/>
              <a:t>10</a:t>
            </a:fld>
            <a:endParaRPr lang="en-US" dirty="0"/>
          </a:p>
        </p:txBody>
      </p:sp>
    </p:spTree>
    <p:extLst>
      <p:ext uri="{BB962C8B-B14F-4D97-AF65-F5344CB8AC3E}">
        <p14:creationId xmlns:p14="http://schemas.microsoft.com/office/powerpoint/2010/main" val="63826856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8150" y="457200"/>
            <a:ext cx="5981700" cy="3363913"/>
          </a:xfr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300"/>
              </a:spcAft>
              <a:buClrTx/>
              <a:buSzTx/>
              <a:buFontTx/>
              <a:buNone/>
              <a:tabLst/>
              <a:defRPr/>
            </a:pPr>
            <a:r>
              <a:rPr kumimoji="1" lang="ja-JP" altLang="en-US"/>
              <a:t>もう一度フルマネージドについての説明</a:t>
            </a:r>
            <a:endParaRPr kumimoji="1" lang="en-US" altLang="ja-JP" dirty="0"/>
          </a:p>
          <a:p>
            <a:pPr marL="0" marR="0" lvl="0" indent="0" algn="l" defTabSz="914400" rtl="0" eaLnBrk="1" fontAlgn="auto" latinLnBrk="0" hangingPunct="1">
              <a:lnSpc>
                <a:spcPct val="100000"/>
              </a:lnSpc>
              <a:spcBef>
                <a:spcPts val="0"/>
              </a:spcBef>
              <a:spcAft>
                <a:spcPts val="300"/>
              </a:spcAft>
              <a:buClrTx/>
              <a:buSzTx/>
              <a:buFontTx/>
              <a:buNone/>
              <a:tabLst/>
              <a:defRPr/>
            </a:pPr>
            <a:endParaRPr kumimoji="1" lang="en-US" altLang="ja-JP" dirty="0"/>
          </a:p>
          <a:p>
            <a:pPr marL="0" marR="0" lvl="0" indent="0" algn="l" defTabSz="914400" rtl="0" eaLnBrk="1" fontAlgn="auto" latinLnBrk="0" hangingPunct="1">
              <a:lnSpc>
                <a:spcPct val="100000"/>
              </a:lnSpc>
              <a:spcBef>
                <a:spcPts val="0"/>
              </a:spcBef>
              <a:spcAft>
                <a:spcPts val="300"/>
              </a:spcAft>
              <a:buClrTx/>
              <a:buSzTx/>
              <a:buFontTx/>
              <a:buNone/>
              <a:tabLst/>
              <a:defRPr/>
            </a:pPr>
            <a:r>
              <a:rPr kumimoji="1" lang="en-US" altLang="ja-JP" dirty="0"/>
              <a:t>---</a:t>
            </a:r>
          </a:p>
          <a:p>
            <a:pPr marL="0" marR="0" lvl="0" indent="0" algn="l" defTabSz="914400" rtl="0" eaLnBrk="1" fontAlgn="auto" latinLnBrk="0" hangingPunct="1">
              <a:lnSpc>
                <a:spcPct val="100000"/>
              </a:lnSpc>
              <a:spcBef>
                <a:spcPts val="0"/>
              </a:spcBef>
              <a:spcAft>
                <a:spcPts val="300"/>
              </a:spcAft>
              <a:buClrTx/>
              <a:buSzTx/>
              <a:buFontTx/>
              <a:buNone/>
              <a:tabLst/>
              <a:defRPr/>
            </a:pPr>
            <a:r>
              <a:rPr kumimoji="1" lang="en-US" altLang="ja-JP" dirty="0"/>
              <a:t>Amazon Bedrock </a:t>
            </a:r>
            <a:r>
              <a:rPr kumimoji="1" lang="ja-JP" altLang="en-US"/>
              <a:t>の豊富な機能群のうちの一つが、マネージドで</a:t>
            </a:r>
            <a:r>
              <a:rPr kumimoji="1" lang="en-US" altLang="ja-JP" dirty="0"/>
              <a:t> RAG </a:t>
            </a:r>
            <a:r>
              <a:rPr kumimoji="1" lang="ja-JP" altLang="en-US"/>
              <a:t>を実現できる</a:t>
            </a:r>
            <a:r>
              <a:rPr kumimoji="1" lang="en-US" altLang="ja-JP" dirty="0"/>
              <a:t> Knowledge Bases for Amazon Bedrock </a:t>
            </a:r>
            <a:r>
              <a:rPr kumimoji="1" lang="ja-JP" altLang="en-US"/>
              <a:t>です。</a:t>
            </a:r>
            <a:endParaRPr kumimoji="1" lang="en-US" altLang="ja-JP" dirty="0"/>
          </a:p>
          <a:p>
            <a:endParaRPr kumimoji="1" lang="en-JP" altLang="ja-JP" dirty="0"/>
          </a:p>
          <a:p>
            <a:r>
              <a:rPr kumimoji="1" lang="en-US" altLang="ja-JP" dirty="0"/>
              <a:t>[Click] Amazon S3 </a:t>
            </a:r>
            <a:r>
              <a:rPr kumimoji="1" lang="ja-JP" altLang="en-US"/>
              <a:t>をはじめとするデータソース、どのベクトルデータベースを利用するのか、そして、どの</a:t>
            </a:r>
            <a:r>
              <a:rPr kumimoji="1" lang="en-US" altLang="ja-JP" dirty="0"/>
              <a:t> Embedding </a:t>
            </a:r>
            <a:r>
              <a:rPr kumimoji="1" lang="ja-JP" altLang="en-US"/>
              <a:t>モデルでテキストをベクトル化するのか、の</a:t>
            </a:r>
            <a:r>
              <a:rPr kumimoji="1" lang="en-US" altLang="ja-JP" dirty="0"/>
              <a:t> 3 </a:t>
            </a:r>
            <a:r>
              <a:rPr kumimoji="1" lang="ja-JP" altLang="en-US"/>
              <a:t>つを基本設定として指定するだけで、データソースのドキュメントを検索できる仕組みを構築できます。</a:t>
            </a:r>
            <a:endParaRPr kumimoji="1" lang="en-US" altLang="ja-JP" dirty="0"/>
          </a:p>
          <a:p>
            <a:r>
              <a:rPr kumimoji="1" lang="ja-JP" altLang="en-US"/>
              <a:t>詳細設定として、ナレッジベースに取り込むドキュメントや、テキストのチャンキングや前処理の方法などを指定することもできます。</a:t>
            </a:r>
            <a:endParaRPr kumimoji="1" lang="en-US" altLang="ja-JP" dirty="0"/>
          </a:p>
          <a:p>
            <a:endParaRPr kumimoji="1" lang="en-US" altLang="ja-JP" dirty="0"/>
          </a:p>
          <a:p>
            <a:r>
              <a:rPr kumimoji="1" lang="en-US" altLang="ja-JP" dirty="0"/>
              <a:t>[Click] </a:t>
            </a:r>
            <a:r>
              <a:rPr kumimoji="1" lang="ja-JP" altLang="en-US"/>
              <a:t>このように準備を行うだけで、この図に記載されているような</a:t>
            </a:r>
            <a:r>
              <a:rPr kumimoji="1" lang="en-US" altLang="ja-JP" dirty="0"/>
              <a:t> RAG </a:t>
            </a:r>
            <a:r>
              <a:rPr kumimoji="1" lang="ja-JP" altLang="en-US"/>
              <a:t>の流れが簡単に実行できます。</a:t>
            </a:r>
            <a:endParaRPr kumimoji="1" lang="en-US" altLang="ja-JP" dirty="0"/>
          </a:p>
          <a:p>
            <a:r>
              <a:rPr kumimoji="1" lang="ja-JP" altLang="en-US"/>
              <a:t>つまり、ユーザーがクエリすると、ナレッジベースの情報に基づいて、基盤モデルに回答をさせる仕組みがすぐに構築できるのが</a:t>
            </a:r>
            <a:r>
              <a:rPr kumimoji="1" lang="en-US" altLang="ja-JP" dirty="0"/>
              <a:t> Knowledge Bases for Amazon Bedrock </a:t>
            </a:r>
            <a:r>
              <a:rPr kumimoji="1" lang="ja-JP" altLang="en-US"/>
              <a:t>です。</a:t>
            </a:r>
            <a:endParaRPr kumimoji="1" lang="en-US" altLang="ja-JP" dirty="0"/>
          </a:p>
          <a:p>
            <a:endParaRPr kumimoji="1" lang="en-US" altLang="ja-JP" dirty="0"/>
          </a:p>
          <a:p>
            <a:r>
              <a:rPr kumimoji="1" lang="ja-JP" altLang="en-US"/>
              <a:t>また、</a:t>
            </a:r>
            <a:r>
              <a:rPr kumimoji="1" lang="en-US" altLang="ja-JP" dirty="0"/>
              <a:t>AWS </a:t>
            </a:r>
            <a:r>
              <a:rPr kumimoji="1" lang="ja-JP" altLang="en-US"/>
              <a:t>のマネジメントコンソールであれば、右に表示されているように機能のテストを行うことも可能です。</a:t>
            </a:r>
            <a:endParaRPr kumimoji="1" lang="en-US" altLang="ja-JP" dirty="0"/>
          </a:p>
        </p:txBody>
      </p:sp>
      <p:sp>
        <p:nvSpPr>
          <p:cNvPr id="4" name="Slide Number Placeholder 3"/>
          <p:cNvSpPr>
            <a:spLocks noGrp="1"/>
          </p:cNvSpPr>
          <p:nvPr>
            <p:ph type="sldNum" sz="quarter" idx="5"/>
          </p:nvPr>
        </p:nvSpPr>
        <p:spPr/>
        <p:txBody>
          <a:bodyPr/>
          <a:lstStyle/>
          <a:p>
            <a:fld id="{50F74E25-A557-45B7-A614-AD8C8D22B6B6}" type="slidenum">
              <a:rPr lang="en-US" smtClean="0"/>
              <a:pPr/>
              <a:t>11</a:t>
            </a:fld>
            <a:endParaRPr lang="en-US" dirty="0"/>
          </a:p>
        </p:txBody>
      </p:sp>
    </p:spTree>
    <p:extLst>
      <p:ext uri="{BB962C8B-B14F-4D97-AF65-F5344CB8AC3E}">
        <p14:creationId xmlns:p14="http://schemas.microsoft.com/office/powerpoint/2010/main" val="202881199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Master" Target="../slideMasters/slideMaster1.xml"/><Relationship Id="rId4" Type="http://schemas.openxmlformats.org/officeDocument/2006/relationships/image" Target="../media/image1.png"/></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4.png"/><Relationship Id="rId1" Type="http://schemas.openxmlformats.org/officeDocument/2006/relationships/slideMaster" Target="../slideMasters/slideMaster1.xml"/><Relationship Id="rId4" Type="http://schemas.openxmlformats.org/officeDocument/2006/relationships/image" Target="../media/image1.png"/></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5.png"/><Relationship Id="rId1" Type="http://schemas.openxmlformats.org/officeDocument/2006/relationships/slideMaster" Target="../slideMasters/slideMaster1.xml"/><Relationship Id="rId4" Type="http://schemas.openxmlformats.org/officeDocument/2006/relationships/image" Target="../media/image1.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hemeOverride" Target="../theme/themeOverride1.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6.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7.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0.png"/><Relationship Id="rId1" Type="http://schemas.openxmlformats.org/officeDocument/2006/relationships/slideMaster" Target="../slideMasters/slideMaster1.xml"/><Relationship Id="rId4" Type="http://schemas.openxmlformats.org/officeDocument/2006/relationships/image" Target="../media/image19.png"/></Relationships>
</file>

<file path=ppt/slideLayouts/_rels/slideLayout4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1.png"/><Relationship Id="rId1" Type="http://schemas.openxmlformats.org/officeDocument/2006/relationships/slideMaster" Target="../slideMasters/slideMaster1.xml"/><Relationship Id="rId4" Type="http://schemas.openxmlformats.org/officeDocument/2006/relationships/image" Target="../media/image19.png"/></Relationships>
</file>

<file path=ppt/slideLayouts/_rels/slideLayout4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2.png"/><Relationship Id="rId1" Type="http://schemas.openxmlformats.org/officeDocument/2006/relationships/slideMaster" Target="../slideMasters/slideMaster1.xml"/><Relationship Id="rId4" Type="http://schemas.openxmlformats.org/officeDocument/2006/relationships/image" Target="../media/image19.png"/></Relationships>
</file>

<file path=ppt/slideLayouts/_rels/slideLayout4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4.png"/><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5.png"/><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3" Type="http://schemas.openxmlformats.org/officeDocument/2006/relationships/image" Target="../media/image25.svg"/><Relationship Id="rId2" Type="http://schemas.openxmlformats.org/officeDocument/2006/relationships/image" Target="../media/image24.png"/><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26.png"/><Relationship Id="rId1" Type="http://schemas.openxmlformats.org/officeDocument/2006/relationships/slideMaster" Target="../slideMasters/slideMaster3.xml"/></Relationships>
</file>

<file path=ppt/slideLayouts/_rels/slideLayout7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27.png"/><Relationship Id="rId1" Type="http://schemas.openxmlformats.org/officeDocument/2006/relationships/slideMaster" Target="../slideMasters/slideMaster3.xml"/></Relationships>
</file>

<file path=ppt/slideLayouts/_rels/slideLayout7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28.png"/><Relationship Id="rId1" Type="http://schemas.openxmlformats.org/officeDocument/2006/relationships/slideMaster" Target="../slideMasters/slideMaster3.xml"/></Relationships>
</file>

<file path=ppt/slideLayouts/_rels/slideLayout7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29.png"/><Relationship Id="rId1" Type="http://schemas.openxmlformats.org/officeDocument/2006/relationships/slideMaster" Target="../slideMasters/slideMaster3.xml"/></Relationships>
</file>

<file path=ppt/slideLayouts/_rels/slideLayout7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30.png"/><Relationship Id="rId1" Type="http://schemas.openxmlformats.org/officeDocument/2006/relationships/slideMaster" Target="../slideMasters/slideMaster3.xml"/></Relationships>
</file>

<file path=ppt/slideLayouts/_rels/slideLayout7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31.png"/><Relationship Id="rId1" Type="http://schemas.openxmlformats.org/officeDocument/2006/relationships/slideMaster" Target="../slideMasters/slideMaster3.xml"/></Relationships>
</file>

<file path=ppt/slideLayouts/_rels/slideLayout7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32.png"/><Relationship Id="rId1" Type="http://schemas.openxmlformats.org/officeDocument/2006/relationships/slideMaster" Target="../slideMasters/slideMaster3.xml"/></Relationships>
</file>

<file path=ppt/slideLayouts/_rels/slideLayout7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33.png"/><Relationship Id="rId1" Type="http://schemas.openxmlformats.org/officeDocument/2006/relationships/slideMaster" Target="../slideMasters/slideMaster3.xml"/></Relationships>
</file>

<file path=ppt/slideLayouts/_rels/slideLayout7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34.png"/><Relationship Id="rId1" Type="http://schemas.openxmlformats.org/officeDocument/2006/relationships/slideMaster" Target="../slideMasters/slideMaster3.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35.png"/><Relationship Id="rId1" Type="http://schemas.openxmlformats.org/officeDocument/2006/relationships/slideMaster" Target="../slideMasters/slideMaster3.xml"/></Relationships>
</file>

<file path=ppt/slideLayouts/_rels/slideLayout8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36.png"/><Relationship Id="rId1" Type="http://schemas.openxmlformats.org/officeDocument/2006/relationships/slideMaster" Target="../slideMasters/slideMaster3.xml"/></Relationships>
</file>

<file path=ppt/slideLayouts/_rels/slideLayout8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37.png"/><Relationship Id="rId1" Type="http://schemas.openxmlformats.org/officeDocument/2006/relationships/slideMaster" Target="../slideMasters/slideMaster3.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8.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Master" Target="../slideMasters/slideMaster3.xml"/></Relationships>
</file>

<file path=ppt/slideLayouts/_rels/slideLayout8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39.png"/><Relationship Id="rId1" Type="http://schemas.openxmlformats.org/officeDocument/2006/relationships/slideMaster" Target="../slideMasters/slideMaster3.xml"/></Relationships>
</file>

<file path=ppt/slideLayouts/_rels/slideLayout90.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Master" Target="../slideMasters/slideMaster3.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2.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Master" Target="../slideMasters/slideMaster3.xml"/></Relationships>
</file>

<file path=ppt/slideLayouts/_rels/slideLayout10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42.png"/><Relationship Id="rId1" Type="http://schemas.openxmlformats.org/officeDocument/2006/relationships/slideMaster" Target="../slideMasters/slideMaster3.xml"/><Relationship Id="rId4" Type="http://schemas.openxmlformats.org/officeDocument/2006/relationships/image" Target="../media/image43.png"/></Relationships>
</file>

<file path=ppt/slideLayouts/_rels/slideLayout10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44.png"/><Relationship Id="rId1" Type="http://schemas.openxmlformats.org/officeDocument/2006/relationships/slideMaster" Target="../slideMasters/slideMaster3.xml"/><Relationship Id="rId4" Type="http://schemas.openxmlformats.org/officeDocument/2006/relationships/image" Target="../media/image45.png"/></Relationships>
</file>

<file path=ppt/slideLayouts/_rels/slideLayout10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46.png"/><Relationship Id="rId1" Type="http://schemas.openxmlformats.org/officeDocument/2006/relationships/slideMaster" Target="../slideMasters/slideMaster3.xml"/><Relationship Id="rId4" Type="http://schemas.openxmlformats.org/officeDocument/2006/relationships/image" Target="../media/image41.png"/></Relationships>
</file>

<file path=ppt/slideLayouts/_rels/slideLayout10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35.png"/><Relationship Id="rId1" Type="http://schemas.openxmlformats.org/officeDocument/2006/relationships/slideMaster" Target="../slideMasters/slideMaster3.xml"/></Relationships>
</file>

<file path=ppt/slideLayouts/_rels/slideLayout10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36.png"/><Relationship Id="rId1" Type="http://schemas.openxmlformats.org/officeDocument/2006/relationships/slideMaster" Target="../slideMasters/slideMaster3.xml"/></Relationships>
</file>

<file path=ppt/slideLayouts/_rels/slideLayout10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37.png"/><Relationship Id="rId1" Type="http://schemas.openxmlformats.org/officeDocument/2006/relationships/slideMaster" Target="../slideMasters/slideMaster3.xml"/></Relationships>
</file>

<file path=ppt/slideLayouts/_rels/slideLayout10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3.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Master" Target="../slideMasters/slideMaster3.xml"/></Relationships>
</file>

<file path=ppt/slideLayouts/_rels/slideLayout11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26.png"/><Relationship Id="rId1" Type="http://schemas.openxmlformats.org/officeDocument/2006/relationships/slideMaster" Target="../slideMasters/slideMaster3.xml"/></Relationships>
</file>

<file path=ppt/slideLayouts/_rels/slideLayout11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27.png"/><Relationship Id="rId1" Type="http://schemas.openxmlformats.org/officeDocument/2006/relationships/slideMaster" Target="../slideMasters/slideMaster3.xml"/></Relationships>
</file>

<file path=ppt/slideLayouts/_rels/slideLayout11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28.png"/><Relationship Id="rId1" Type="http://schemas.openxmlformats.org/officeDocument/2006/relationships/slideMaster" Target="../slideMasters/slideMaster3.xml"/></Relationships>
</file>

<file path=ppt/slideLayouts/_rels/slideLayout1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タイトルとスライドメッセージ">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08A22A18-A983-4477-9CE2-E889A78034A4}"/>
              </a:ext>
            </a:extLst>
          </p:cNvPr>
          <p:cNvSpPr>
            <a:spLocks noGrp="1"/>
          </p:cNvSpPr>
          <p:nvPr>
            <p:ph type="dt" sz="half" idx="10"/>
          </p:nvPr>
        </p:nvSpPr>
        <p:spPr/>
        <p:txBody>
          <a:bodyPr/>
          <a:lstStyle>
            <a:lvl1pPr>
              <a:defRPr b="0" i="0">
                <a:latin typeface="Amazon Ember Display" panose="020F0603020204020204" pitchFamily="34" charset="0"/>
              </a:defRPr>
            </a:lvl1pPr>
          </a:lstStyle>
          <a:p>
            <a:fld id="{68BD4BB5-445F-504E-84B6-32B27CCDA07E}" type="datetime1">
              <a:rPr lang="ja-JP" altLang="en-US" smtClean="0"/>
              <a:t>2026/1/26</a:t>
            </a:fld>
            <a:endParaRPr lang="en-US" dirty="0"/>
          </a:p>
        </p:txBody>
      </p:sp>
      <p:sp>
        <p:nvSpPr>
          <p:cNvPr id="4" name="Footer Placeholder 3">
            <a:extLst>
              <a:ext uri="{FF2B5EF4-FFF2-40B4-BE49-F238E27FC236}">
                <a16:creationId xmlns:a16="http://schemas.microsoft.com/office/drawing/2014/main" id="{416B6389-19E6-4677-81FB-25CCEB0E3D8F}"/>
              </a:ext>
            </a:extLst>
          </p:cNvPr>
          <p:cNvSpPr>
            <a:spLocks noGrp="1"/>
          </p:cNvSpPr>
          <p:nvPr>
            <p:ph type="ftr" sz="quarter" idx="11"/>
          </p:nvPr>
        </p:nvSpPr>
        <p:spPr/>
        <p:txBody>
          <a:bodyPr/>
          <a:lstStyle>
            <a:lvl1pPr>
              <a:defRPr b="0" i="0">
                <a:latin typeface="Amazon Ember Display" panose="020F0603020204020204" pitchFamily="34" charset="0"/>
              </a:defRPr>
            </a:lvl1pPr>
          </a:lstStyle>
          <a:p>
            <a:endParaRPr lang="en-US" dirty="0"/>
          </a:p>
        </p:txBody>
      </p:sp>
      <p:sp>
        <p:nvSpPr>
          <p:cNvPr id="5" name="Slide Number Placeholder 4">
            <a:extLst>
              <a:ext uri="{FF2B5EF4-FFF2-40B4-BE49-F238E27FC236}">
                <a16:creationId xmlns:a16="http://schemas.microsoft.com/office/drawing/2014/main" id="{6D907AE9-2A8E-446F-AC5C-E522F1C0231C}"/>
              </a:ext>
            </a:extLst>
          </p:cNvPr>
          <p:cNvSpPr>
            <a:spLocks noGrp="1"/>
          </p:cNvSpPr>
          <p:nvPr>
            <p:ph type="sldNum" sz="quarter" idx="12"/>
          </p:nvPr>
        </p:nvSpPr>
        <p:spPr/>
        <p:txBody>
          <a:bodyPr/>
          <a:lstStyle>
            <a:lvl1pPr>
              <a:defRPr b="0" i="0">
                <a:latin typeface="Amazon Ember Display" panose="020F0603020204020204" pitchFamily="34" charset="0"/>
              </a:defRPr>
            </a:lvl1pPr>
          </a:lstStyle>
          <a:p>
            <a:fld id="{EB4B8DE2-A4E8-46E4-8BBF-D75455EFF32C}" type="slidenum">
              <a:rPr lang="en-US" smtClean="0"/>
              <a:pPr/>
              <a:t>‹#›</a:t>
            </a:fld>
            <a:endParaRPr lang="en-US" dirty="0"/>
          </a:p>
        </p:txBody>
      </p:sp>
      <p:sp>
        <p:nvSpPr>
          <p:cNvPr id="6" name="タイトル 5">
            <a:extLst>
              <a:ext uri="{FF2B5EF4-FFF2-40B4-BE49-F238E27FC236}">
                <a16:creationId xmlns:a16="http://schemas.microsoft.com/office/drawing/2014/main" id="{2DCCFBB2-1C0C-90EF-9D44-DD70A8149753}"/>
              </a:ext>
            </a:extLst>
          </p:cNvPr>
          <p:cNvSpPr>
            <a:spLocks noGrp="1"/>
          </p:cNvSpPr>
          <p:nvPr>
            <p:ph type="title"/>
          </p:nvPr>
        </p:nvSpPr>
        <p:spPr>
          <a:xfrm>
            <a:off x="439838" y="296409"/>
            <a:ext cx="11417200" cy="617991"/>
          </a:xfrm>
        </p:spPr>
        <p:txBody>
          <a:bodyPr/>
          <a:lstStyle/>
          <a:p>
            <a:r>
              <a:rPr kumimoji="1" lang="ja-JP" altLang="en-US"/>
              <a:t>マスター タイトルの書式設定</a:t>
            </a:r>
          </a:p>
        </p:txBody>
      </p:sp>
      <p:sp>
        <p:nvSpPr>
          <p:cNvPr id="7" name="テキスト プレースホルダー 6">
            <a:extLst>
              <a:ext uri="{FF2B5EF4-FFF2-40B4-BE49-F238E27FC236}">
                <a16:creationId xmlns:a16="http://schemas.microsoft.com/office/drawing/2014/main" id="{D44A61D2-E199-7FA1-7D4B-E59A8CD8A5DA}"/>
              </a:ext>
            </a:extLst>
          </p:cNvPr>
          <p:cNvSpPr>
            <a:spLocks noGrp="1"/>
          </p:cNvSpPr>
          <p:nvPr>
            <p:ph type="body" sz="quarter" idx="13"/>
          </p:nvPr>
        </p:nvSpPr>
        <p:spPr>
          <a:xfrm>
            <a:off x="439837" y="914400"/>
            <a:ext cx="11417201" cy="489365"/>
          </a:xfrm>
        </p:spPr>
        <p:txBody>
          <a:bodyPr/>
          <a:lstStyle>
            <a:lvl1pPr marL="138113" indent="0">
              <a:lnSpc>
                <a:spcPct val="110000"/>
              </a:lnSpc>
              <a:spcAft>
                <a:spcPts val="600"/>
              </a:spcAft>
              <a:buNone/>
              <a:tabLst/>
              <a:defRPr/>
            </a:lvl1pPr>
            <a:lvl2pPr marL="279450" indent="0">
              <a:buNone/>
              <a:defRPr/>
            </a:lvl2pPr>
            <a:lvl3pPr marL="622350" indent="0">
              <a:buNone/>
              <a:defRPr/>
            </a:lvl3pPr>
            <a:lvl4pPr marL="795388" indent="0">
              <a:buNone/>
              <a:defRPr/>
            </a:lvl4pPr>
            <a:lvl5pPr marL="966838" indent="0">
              <a:buNone/>
              <a:defRPr/>
            </a:lvl5pPr>
          </a:lstStyle>
          <a:p>
            <a:pPr lvl="0"/>
            <a:r>
              <a:rPr kumimoji="1" lang="ja-JP" altLang="en-US"/>
              <a:t>マスター テキストの書式設定</a:t>
            </a:r>
          </a:p>
        </p:txBody>
      </p:sp>
    </p:spTree>
    <p:extLst>
      <p:ext uri="{BB962C8B-B14F-4D97-AF65-F5344CB8AC3E}">
        <p14:creationId xmlns:p14="http://schemas.microsoft.com/office/powerpoint/2010/main" val="36392535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タイトルとスライドメッセージ">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08A22A18-A983-4477-9CE2-E889A78034A4}"/>
              </a:ext>
            </a:extLst>
          </p:cNvPr>
          <p:cNvSpPr>
            <a:spLocks noGrp="1"/>
          </p:cNvSpPr>
          <p:nvPr>
            <p:ph type="dt" sz="half" idx="10"/>
          </p:nvPr>
        </p:nvSpPr>
        <p:spPr/>
        <p:txBody>
          <a:bodyPr/>
          <a:lstStyle>
            <a:lvl1pPr>
              <a:defRPr b="0" i="0">
                <a:latin typeface="Amazon Ember Display" panose="020F0603020204020204" pitchFamily="34" charset="0"/>
              </a:defRPr>
            </a:lvl1pPr>
          </a:lstStyle>
          <a:p>
            <a:fld id="{68BD4BB5-445F-504E-84B6-32B27CCDA07E}" type="datetime1">
              <a:rPr lang="ja-JP" altLang="en-US" smtClean="0"/>
              <a:t>2026/1/26</a:t>
            </a:fld>
            <a:endParaRPr lang="en-US" dirty="0"/>
          </a:p>
        </p:txBody>
      </p:sp>
      <p:sp>
        <p:nvSpPr>
          <p:cNvPr id="4" name="Footer Placeholder 3">
            <a:extLst>
              <a:ext uri="{FF2B5EF4-FFF2-40B4-BE49-F238E27FC236}">
                <a16:creationId xmlns:a16="http://schemas.microsoft.com/office/drawing/2014/main" id="{416B6389-19E6-4677-81FB-25CCEB0E3D8F}"/>
              </a:ext>
            </a:extLst>
          </p:cNvPr>
          <p:cNvSpPr>
            <a:spLocks noGrp="1"/>
          </p:cNvSpPr>
          <p:nvPr>
            <p:ph type="ftr" sz="quarter" idx="11"/>
          </p:nvPr>
        </p:nvSpPr>
        <p:spPr/>
        <p:txBody>
          <a:bodyPr/>
          <a:lstStyle>
            <a:lvl1pPr>
              <a:defRPr b="0" i="0">
                <a:latin typeface="Amazon Ember Display" panose="020F0603020204020204" pitchFamily="34" charset="0"/>
              </a:defRPr>
            </a:lvl1pPr>
          </a:lstStyle>
          <a:p>
            <a:endParaRPr lang="en-US" dirty="0"/>
          </a:p>
        </p:txBody>
      </p:sp>
      <p:sp>
        <p:nvSpPr>
          <p:cNvPr id="5" name="Slide Number Placeholder 4">
            <a:extLst>
              <a:ext uri="{FF2B5EF4-FFF2-40B4-BE49-F238E27FC236}">
                <a16:creationId xmlns:a16="http://schemas.microsoft.com/office/drawing/2014/main" id="{6D907AE9-2A8E-446F-AC5C-E522F1C0231C}"/>
              </a:ext>
            </a:extLst>
          </p:cNvPr>
          <p:cNvSpPr>
            <a:spLocks noGrp="1"/>
          </p:cNvSpPr>
          <p:nvPr>
            <p:ph type="sldNum" sz="quarter" idx="12"/>
          </p:nvPr>
        </p:nvSpPr>
        <p:spPr/>
        <p:txBody>
          <a:bodyPr/>
          <a:lstStyle>
            <a:lvl1pPr>
              <a:defRPr b="0" i="0">
                <a:latin typeface="Amazon Ember Display" panose="020F0603020204020204" pitchFamily="34" charset="0"/>
              </a:defRPr>
            </a:lvl1pPr>
          </a:lstStyle>
          <a:p>
            <a:fld id="{EB4B8DE2-A4E8-46E4-8BBF-D75455EFF32C}" type="slidenum">
              <a:rPr lang="en-US" smtClean="0"/>
              <a:pPr/>
              <a:t>‹#›</a:t>
            </a:fld>
            <a:endParaRPr lang="en-US" dirty="0"/>
          </a:p>
        </p:txBody>
      </p:sp>
      <p:sp>
        <p:nvSpPr>
          <p:cNvPr id="6" name="タイトル 5">
            <a:extLst>
              <a:ext uri="{FF2B5EF4-FFF2-40B4-BE49-F238E27FC236}">
                <a16:creationId xmlns:a16="http://schemas.microsoft.com/office/drawing/2014/main" id="{2DCCFBB2-1C0C-90EF-9D44-DD70A8149753}"/>
              </a:ext>
            </a:extLst>
          </p:cNvPr>
          <p:cNvSpPr>
            <a:spLocks noGrp="1"/>
          </p:cNvSpPr>
          <p:nvPr>
            <p:ph type="title"/>
          </p:nvPr>
        </p:nvSpPr>
        <p:spPr>
          <a:xfrm>
            <a:off x="439838" y="296409"/>
            <a:ext cx="11417200" cy="617991"/>
          </a:xfrm>
        </p:spPr>
        <p:txBody>
          <a:bodyPr/>
          <a:lstStyle>
            <a:lvl1pPr>
              <a:defRPr spc="0" baseline="0"/>
            </a:lvl1pPr>
          </a:lstStyle>
          <a:p>
            <a:r>
              <a:rPr kumimoji="1" lang="ja-JP" altLang="en-US"/>
              <a:t>マスター タイトルの書式設定</a:t>
            </a:r>
          </a:p>
        </p:txBody>
      </p:sp>
      <p:sp>
        <p:nvSpPr>
          <p:cNvPr id="7" name="テキスト プレースホルダー 6">
            <a:extLst>
              <a:ext uri="{FF2B5EF4-FFF2-40B4-BE49-F238E27FC236}">
                <a16:creationId xmlns:a16="http://schemas.microsoft.com/office/drawing/2014/main" id="{D44A61D2-E199-7FA1-7D4B-E59A8CD8A5DA}"/>
              </a:ext>
            </a:extLst>
          </p:cNvPr>
          <p:cNvSpPr>
            <a:spLocks noGrp="1"/>
          </p:cNvSpPr>
          <p:nvPr>
            <p:ph type="body" sz="quarter" idx="13"/>
          </p:nvPr>
        </p:nvSpPr>
        <p:spPr>
          <a:xfrm>
            <a:off x="439837" y="914400"/>
            <a:ext cx="11417201" cy="489365"/>
          </a:xfrm>
        </p:spPr>
        <p:txBody>
          <a:bodyPr/>
          <a:lstStyle>
            <a:lvl1pPr marL="138113" indent="0">
              <a:lnSpc>
                <a:spcPct val="110000"/>
              </a:lnSpc>
              <a:spcAft>
                <a:spcPts val="600"/>
              </a:spcAft>
              <a:buNone/>
              <a:tabLst/>
              <a:defRPr spc="0"/>
            </a:lvl1pPr>
            <a:lvl2pPr marL="279450" indent="0">
              <a:buNone/>
              <a:defRPr/>
            </a:lvl2pPr>
            <a:lvl3pPr marL="622350" indent="0">
              <a:buNone/>
              <a:defRPr/>
            </a:lvl3pPr>
            <a:lvl4pPr marL="795388" indent="0">
              <a:buNone/>
              <a:defRPr/>
            </a:lvl4pPr>
            <a:lvl5pPr marL="966838" indent="0">
              <a:buNone/>
              <a:defRPr/>
            </a:lvl5pPr>
          </a:lstStyle>
          <a:p>
            <a:pPr lvl="0"/>
            <a:r>
              <a:rPr kumimoji="1" lang="ja-JP" altLang="en-US"/>
              <a:t>マスター テキストの書式設定</a:t>
            </a:r>
          </a:p>
        </p:txBody>
      </p:sp>
      <p:sp>
        <p:nvSpPr>
          <p:cNvPr id="8" name="コンテンツ プレースホルダー 7">
            <a:extLst>
              <a:ext uri="{FF2B5EF4-FFF2-40B4-BE49-F238E27FC236}">
                <a16:creationId xmlns:a16="http://schemas.microsoft.com/office/drawing/2014/main" id="{6ED2DE0C-267F-A378-8F2B-D21242464AE9}"/>
              </a:ext>
            </a:extLst>
          </p:cNvPr>
          <p:cNvSpPr>
            <a:spLocks noGrp="1"/>
          </p:cNvSpPr>
          <p:nvPr>
            <p:ph sz="quarter" idx="14"/>
          </p:nvPr>
        </p:nvSpPr>
        <p:spPr>
          <a:xfrm>
            <a:off x="439837" y="1532391"/>
            <a:ext cx="11417200" cy="2085956"/>
          </a:xfrm>
        </p:spPr>
        <p:txBody>
          <a:bodyPr/>
          <a:lstStyle>
            <a:lvl1pPr>
              <a:defRPr spc="0"/>
            </a:lvl1pPr>
            <a:lvl2pPr>
              <a:defRPr sz="2000" spc="0"/>
            </a:lvl2pPr>
            <a:lvl3pPr>
              <a:defRPr spc="0"/>
            </a:lvl3pPr>
            <a:lvl4pPr>
              <a:defRPr spc="0"/>
            </a:lvl4pPr>
            <a:lvl5pPr>
              <a:defRPr spc="0"/>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Tree>
    <p:extLst>
      <p:ext uri="{BB962C8B-B14F-4D97-AF65-F5344CB8AC3E}">
        <p14:creationId xmlns:p14="http://schemas.microsoft.com/office/powerpoint/2010/main" val="29475542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タイトルのみ">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08A22A18-A983-4477-9CE2-E889A78034A4}"/>
              </a:ext>
            </a:extLst>
          </p:cNvPr>
          <p:cNvSpPr>
            <a:spLocks noGrp="1"/>
          </p:cNvSpPr>
          <p:nvPr>
            <p:ph type="dt" sz="half" idx="10"/>
          </p:nvPr>
        </p:nvSpPr>
        <p:spPr/>
        <p:txBody>
          <a:bodyPr/>
          <a:lstStyle>
            <a:lvl1pPr>
              <a:defRPr b="0" i="0">
                <a:latin typeface="Amazon Ember Display" panose="020F0603020204020204" pitchFamily="34" charset="0"/>
              </a:defRPr>
            </a:lvl1pPr>
          </a:lstStyle>
          <a:p>
            <a:fld id="{68BD4BB5-445F-504E-84B6-32B27CCDA07E}" type="datetime1">
              <a:rPr lang="ja-JP" altLang="en-US" smtClean="0"/>
              <a:t>2026/1/26</a:t>
            </a:fld>
            <a:endParaRPr lang="en-US" dirty="0"/>
          </a:p>
        </p:txBody>
      </p:sp>
      <p:sp>
        <p:nvSpPr>
          <p:cNvPr id="4" name="Footer Placeholder 3">
            <a:extLst>
              <a:ext uri="{FF2B5EF4-FFF2-40B4-BE49-F238E27FC236}">
                <a16:creationId xmlns:a16="http://schemas.microsoft.com/office/drawing/2014/main" id="{416B6389-19E6-4677-81FB-25CCEB0E3D8F}"/>
              </a:ext>
            </a:extLst>
          </p:cNvPr>
          <p:cNvSpPr>
            <a:spLocks noGrp="1"/>
          </p:cNvSpPr>
          <p:nvPr>
            <p:ph type="ftr" sz="quarter" idx="11"/>
          </p:nvPr>
        </p:nvSpPr>
        <p:spPr/>
        <p:txBody>
          <a:bodyPr/>
          <a:lstStyle>
            <a:lvl1pPr>
              <a:defRPr b="0" i="0">
                <a:latin typeface="Amazon Ember Display" panose="020F0603020204020204" pitchFamily="34" charset="0"/>
              </a:defRPr>
            </a:lvl1pPr>
          </a:lstStyle>
          <a:p>
            <a:endParaRPr lang="en-US" dirty="0"/>
          </a:p>
        </p:txBody>
      </p:sp>
      <p:sp>
        <p:nvSpPr>
          <p:cNvPr id="5" name="Slide Number Placeholder 4">
            <a:extLst>
              <a:ext uri="{FF2B5EF4-FFF2-40B4-BE49-F238E27FC236}">
                <a16:creationId xmlns:a16="http://schemas.microsoft.com/office/drawing/2014/main" id="{6D907AE9-2A8E-446F-AC5C-E522F1C0231C}"/>
              </a:ext>
            </a:extLst>
          </p:cNvPr>
          <p:cNvSpPr>
            <a:spLocks noGrp="1"/>
          </p:cNvSpPr>
          <p:nvPr>
            <p:ph type="sldNum" sz="quarter" idx="12"/>
          </p:nvPr>
        </p:nvSpPr>
        <p:spPr/>
        <p:txBody>
          <a:bodyPr/>
          <a:lstStyle>
            <a:lvl1pPr>
              <a:defRPr b="0" i="0">
                <a:latin typeface="Amazon Ember Display" panose="020F0603020204020204" pitchFamily="34" charset="0"/>
              </a:defRPr>
            </a:lvl1pPr>
          </a:lstStyle>
          <a:p>
            <a:fld id="{EB4B8DE2-A4E8-46E4-8BBF-D75455EFF32C}" type="slidenum">
              <a:rPr lang="en-US" smtClean="0"/>
              <a:pPr/>
              <a:t>‹#›</a:t>
            </a:fld>
            <a:endParaRPr lang="en-US" dirty="0"/>
          </a:p>
        </p:txBody>
      </p:sp>
      <p:sp>
        <p:nvSpPr>
          <p:cNvPr id="6" name="タイトル 5">
            <a:extLst>
              <a:ext uri="{FF2B5EF4-FFF2-40B4-BE49-F238E27FC236}">
                <a16:creationId xmlns:a16="http://schemas.microsoft.com/office/drawing/2014/main" id="{2DCCFBB2-1C0C-90EF-9D44-DD70A8149753}"/>
              </a:ext>
            </a:extLst>
          </p:cNvPr>
          <p:cNvSpPr>
            <a:spLocks noGrp="1"/>
          </p:cNvSpPr>
          <p:nvPr>
            <p:ph type="title"/>
          </p:nvPr>
        </p:nvSpPr>
        <p:spPr/>
        <p:txBody>
          <a:bodyPr/>
          <a:lstStyle/>
          <a:p>
            <a:r>
              <a:rPr kumimoji="1" lang="ja-JP" altLang="en-US"/>
              <a:t>マスター タイトルの書式設定</a:t>
            </a:r>
          </a:p>
        </p:txBody>
      </p:sp>
    </p:spTree>
    <p:extLst>
      <p:ext uri="{BB962C8B-B14F-4D97-AF65-F5344CB8AC3E}">
        <p14:creationId xmlns:p14="http://schemas.microsoft.com/office/powerpoint/2010/main" val="14257953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2_タイトルとスライドメッセージ">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08A22A18-A983-4477-9CE2-E889A78034A4}"/>
              </a:ext>
            </a:extLst>
          </p:cNvPr>
          <p:cNvSpPr>
            <a:spLocks noGrp="1"/>
          </p:cNvSpPr>
          <p:nvPr>
            <p:ph type="dt" sz="half" idx="10"/>
          </p:nvPr>
        </p:nvSpPr>
        <p:spPr/>
        <p:txBody>
          <a:bodyPr/>
          <a:lstStyle>
            <a:lvl1pPr>
              <a:defRPr b="0" i="0">
                <a:latin typeface="Amazon Ember Display" panose="020F0603020204020204" pitchFamily="34" charset="0"/>
              </a:defRPr>
            </a:lvl1pPr>
          </a:lstStyle>
          <a:p>
            <a:fld id="{68BD4BB5-445F-504E-84B6-32B27CCDA07E}" type="datetime1">
              <a:rPr lang="ja-JP" altLang="en-US" smtClean="0"/>
              <a:t>2026/1/26</a:t>
            </a:fld>
            <a:endParaRPr lang="en-US" dirty="0"/>
          </a:p>
        </p:txBody>
      </p:sp>
      <p:sp>
        <p:nvSpPr>
          <p:cNvPr id="4" name="Footer Placeholder 3">
            <a:extLst>
              <a:ext uri="{FF2B5EF4-FFF2-40B4-BE49-F238E27FC236}">
                <a16:creationId xmlns:a16="http://schemas.microsoft.com/office/drawing/2014/main" id="{416B6389-19E6-4677-81FB-25CCEB0E3D8F}"/>
              </a:ext>
            </a:extLst>
          </p:cNvPr>
          <p:cNvSpPr>
            <a:spLocks noGrp="1"/>
          </p:cNvSpPr>
          <p:nvPr>
            <p:ph type="ftr" sz="quarter" idx="11"/>
          </p:nvPr>
        </p:nvSpPr>
        <p:spPr/>
        <p:txBody>
          <a:bodyPr/>
          <a:lstStyle>
            <a:lvl1pPr>
              <a:defRPr b="0" i="0">
                <a:latin typeface="Amazon Ember Display" panose="020F0603020204020204" pitchFamily="34" charset="0"/>
              </a:defRPr>
            </a:lvl1pPr>
          </a:lstStyle>
          <a:p>
            <a:endParaRPr lang="en-US" dirty="0"/>
          </a:p>
        </p:txBody>
      </p:sp>
      <p:sp>
        <p:nvSpPr>
          <p:cNvPr id="5" name="Slide Number Placeholder 4">
            <a:extLst>
              <a:ext uri="{FF2B5EF4-FFF2-40B4-BE49-F238E27FC236}">
                <a16:creationId xmlns:a16="http://schemas.microsoft.com/office/drawing/2014/main" id="{6D907AE9-2A8E-446F-AC5C-E522F1C0231C}"/>
              </a:ext>
            </a:extLst>
          </p:cNvPr>
          <p:cNvSpPr>
            <a:spLocks noGrp="1"/>
          </p:cNvSpPr>
          <p:nvPr>
            <p:ph type="sldNum" sz="quarter" idx="12"/>
          </p:nvPr>
        </p:nvSpPr>
        <p:spPr/>
        <p:txBody>
          <a:bodyPr/>
          <a:lstStyle>
            <a:lvl1pPr>
              <a:defRPr b="0" i="0">
                <a:latin typeface="Amazon Ember Display" panose="020F0603020204020204" pitchFamily="34" charset="0"/>
              </a:defRPr>
            </a:lvl1pPr>
          </a:lstStyle>
          <a:p>
            <a:fld id="{EB4B8DE2-A4E8-46E4-8BBF-D75455EFF32C}" type="slidenum">
              <a:rPr lang="en-US" smtClean="0"/>
              <a:pPr/>
              <a:t>‹#›</a:t>
            </a:fld>
            <a:endParaRPr lang="en-US" dirty="0"/>
          </a:p>
        </p:txBody>
      </p:sp>
      <p:sp>
        <p:nvSpPr>
          <p:cNvPr id="6" name="タイトル 5">
            <a:extLst>
              <a:ext uri="{FF2B5EF4-FFF2-40B4-BE49-F238E27FC236}">
                <a16:creationId xmlns:a16="http://schemas.microsoft.com/office/drawing/2014/main" id="{2DCCFBB2-1C0C-90EF-9D44-DD70A8149753}"/>
              </a:ext>
            </a:extLst>
          </p:cNvPr>
          <p:cNvSpPr>
            <a:spLocks noGrp="1"/>
          </p:cNvSpPr>
          <p:nvPr>
            <p:ph type="title"/>
          </p:nvPr>
        </p:nvSpPr>
        <p:spPr>
          <a:xfrm>
            <a:off x="426717" y="296409"/>
            <a:ext cx="11430321" cy="617991"/>
          </a:xfrm>
        </p:spPr>
        <p:txBody>
          <a:bodyPr/>
          <a:lstStyle/>
          <a:p>
            <a:r>
              <a:rPr kumimoji="1" lang="ja-JP" altLang="en-US"/>
              <a:t>マスター タイトルの書式設定</a:t>
            </a:r>
          </a:p>
        </p:txBody>
      </p:sp>
      <p:sp>
        <p:nvSpPr>
          <p:cNvPr id="7" name="テキスト プレースホルダー 6">
            <a:extLst>
              <a:ext uri="{FF2B5EF4-FFF2-40B4-BE49-F238E27FC236}">
                <a16:creationId xmlns:a16="http://schemas.microsoft.com/office/drawing/2014/main" id="{D44A61D2-E199-7FA1-7D4B-E59A8CD8A5DA}"/>
              </a:ext>
            </a:extLst>
          </p:cNvPr>
          <p:cNvSpPr>
            <a:spLocks noGrp="1"/>
          </p:cNvSpPr>
          <p:nvPr>
            <p:ph type="body" sz="quarter" idx="13"/>
          </p:nvPr>
        </p:nvSpPr>
        <p:spPr>
          <a:xfrm>
            <a:off x="426717" y="914400"/>
            <a:ext cx="11430322" cy="489365"/>
          </a:xfrm>
        </p:spPr>
        <p:txBody>
          <a:bodyPr/>
          <a:lstStyle>
            <a:lvl1pPr marL="138113" indent="0">
              <a:lnSpc>
                <a:spcPct val="110000"/>
              </a:lnSpc>
              <a:spcAft>
                <a:spcPts val="600"/>
              </a:spcAft>
              <a:buNone/>
              <a:tabLst/>
              <a:defRPr/>
            </a:lvl1pPr>
            <a:lvl2pPr marL="279450" indent="0">
              <a:buNone/>
              <a:defRPr/>
            </a:lvl2pPr>
            <a:lvl3pPr marL="622350" indent="0">
              <a:buNone/>
              <a:defRPr/>
            </a:lvl3pPr>
            <a:lvl4pPr marL="795388" indent="0">
              <a:buNone/>
              <a:defRPr/>
            </a:lvl4pPr>
            <a:lvl5pPr marL="966838" indent="0">
              <a:buNone/>
              <a:defRPr/>
            </a:lvl5pPr>
          </a:lstStyle>
          <a:p>
            <a:pPr lvl="0"/>
            <a:r>
              <a:rPr kumimoji="1" lang="ja-JP" altLang="en-US"/>
              <a:t>マスター テキストの書式設定</a:t>
            </a:r>
          </a:p>
        </p:txBody>
      </p:sp>
      <p:sp>
        <p:nvSpPr>
          <p:cNvPr id="10" name="コンテンツ プレースホルダー 9">
            <a:extLst>
              <a:ext uri="{FF2B5EF4-FFF2-40B4-BE49-F238E27FC236}">
                <a16:creationId xmlns:a16="http://schemas.microsoft.com/office/drawing/2014/main" id="{75BDFB78-5C95-4889-F5B0-33259B3C73E2}"/>
              </a:ext>
            </a:extLst>
          </p:cNvPr>
          <p:cNvSpPr>
            <a:spLocks noGrp="1"/>
          </p:cNvSpPr>
          <p:nvPr>
            <p:ph sz="quarter" idx="14"/>
          </p:nvPr>
        </p:nvSpPr>
        <p:spPr>
          <a:xfrm>
            <a:off x="426719" y="1489282"/>
            <a:ext cx="11430319" cy="4635500"/>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Tree>
    <p:extLst>
      <p:ext uri="{BB962C8B-B14F-4D97-AF65-F5344CB8AC3E}">
        <p14:creationId xmlns:p14="http://schemas.microsoft.com/office/powerpoint/2010/main" val="40958835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3_タイトルとスライドメッセージ">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08A22A18-A983-4477-9CE2-E889A78034A4}"/>
              </a:ext>
            </a:extLst>
          </p:cNvPr>
          <p:cNvSpPr>
            <a:spLocks noGrp="1"/>
          </p:cNvSpPr>
          <p:nvPr>
            <p:ph type="dt" sz="half" idx="10"/>
          </p:nvPr>
        </p:nvSpPr>
        <p:spPr/>
        <p:txBody>
          <a:bodyPr/>
          <a:lstStyle>
            <a:lvl1pPr>
              <a:defRPr b="0" i="0">
                <a:latin typeface="Amazon Ember Display" panose="020F0603020204020204" pitchFamily="34" charset="0"/>
              </a:defRPr>
            </a:lvl1pPr>
          </a:lstStyle>
          <a:p>
            <a:fld id="{68BD4BB5-445F-504E-84B6-32B27CCDA07E}" type="datetime1">
              <a:rPr lang="ja-JP" altLang="en-US" smtClean="0"/>
              <a:t>2026/1/26</a:t>
            </a:fld>
            <a:endParaRPr lang="en-US" dirty="0"/>
          </a:p>
        </p:txBody>
      </p:sp>
      <p:sp>
        <p:nvSpPr>
          <p:cNvPr id="4" name="Footer Placeholder 3">
            <a:extLst>
              <a:ext uri="{FF2B5EF4-FFF2-40B4-BE49-F238E27FC236}">
                <a16:creationId xmlns:a16="http://schemas.microsoft.com/office/drawing/2014/main" id="{416B6389-19E6-4677-81FB-25CCEB0E3D8F}"/>
              </a:ext>
            </a:extLst>
          </p:cNvPr>
          <p:cNvSpPr>
            <a:spLocks noGrp="1"/>
          </p:cNvSpPr>
          <p:nvPr>
            <p:ph type="ftr" sz="quarter" idx="11"/>
          </p:nvPr>
        </p:nvSpPr>
        <p:spPr/>
        <p:txBody>
          <a:bodyPr/>
          <a:lstStyle>
            <a:lvl1pPr>
              <a:defRPr b="0" i="0">
                <a:latin typeface="Amazon Ember Display" panose="020F0603020204020204" pitchFamily="34" charset="0"/>
              </a:defRPr>
            </a:lvl1pPr>
          </a:lstStyle>
          <a:p>
            <a:endParaRPr lang="en-US" dirty="0"/>
          </a:p>
        </p:txBody>
      </p:sp>
      <p:sp>
        <p:nvSpPr>
          <p:cNvPr id="5" name="Slide Number Placeholder 4">
            <a:extLst>
              <a:ext uri="{FF2B5EF4-FFF2-40B4-BE49-F238E27FC236}">
                <a16:creationId xmlns:a16="http://schemas.microsoft.com/office/drawing/2014/main" id="{6D907AE9-2A8E-446F-AC5C-E522F1C0231C}"/>
              </a:ext>
            </a:extLst>
          </p:cNvPr>
          <p:cNvSpPr>
            <a:spLocks noGrp="1"/>
          </p:cNvSpPr>
          <p:nvPr>
            <p:ph type="sldNum" sz="quarter" idx="12"/>
          </p:nvPr>
        </p:nvSpPr>
        <p:spPr/>
        <p:txBody>
          <a:bodyPr/>
          <a:lstStyle>
            <a:lvl1pPr>
              <a:defRPr b="0" i="0">
                <a:latin typeface="Amazon Ember Display" panose="020F0603020204020204" pitchFamily="34" charset="0"/>
              </a:defRPr>
            </a:lvl1pPr>
          </a:lstStyle>
          <a:p>
            <a:fld id="{EB4B8DE2-A4E8-46E4-8BBF-D75455EFF32C}" type="slidenum">
              <a:rPr lang="en-US" smtClean="0"/>
              <a:pPr/>
              <a:t>‹#›</a:t>
            </a:fld>
            <a:endParaRPr lang="en-US" dirty="0"/>
          </a:p>
        </p:txBody>
      </p:sp>
      <p:sp>
        <p:nvSpPr>
          <p:cNvPr id="6" name="タイトル 5">
            <a:extLst>
              <a:ext uri="{FF2B5EF4-FFF2-40B4-BE49-F238E27FC236}">
                <a16:creationId xmlns:a16="http://schemas.microsoft.com/office/drawing/2014/main" id="{2DCCFBB2-1C0C-90EF-9D44-DD70A8149753}"/>
              </a:ext>
            </a:extLst>
          </p:cNvPr>
          <p:cNvSpPr>
            <a:spLocks noGrp="1"/>
          </p:cNvSpPr>
          <p:nvPr>
            <p:ph type="title"/>
          </p:nvPr>
        </p:nvSpPr>
        <p:spPr>
          <a:xfrm>
            <a:off x="439838" y="296409"/>
            <a:ext cx="11417200" cy="617991"/>
          </a:xfrm>
        </p:spPr>
        <p:txBody>
          <a:bodyPr/>
          <a:lstStyle/>
          <a:p>
            <a:r>
              <a:rPr kumimoji="1" lang="ja-JP" altLang="en-US"/>
              <a:t>マスター タイトルの書式設定</a:t>
            </a:r>
          </a:p>
        </p:txBody>
      </p:sp>
      <p:sp>
        <p:nvSpPr>
          <p:cNvPr id="8" name="コンテンツ プレースホルダー 7">
            <a:extLst>
              <a:ext uri="{FF2B5EF4-FFF2-40B4-BE49-F238E27FC236}">
                <a16:creationId xmlns:a16="http://schemas.microsoft.com/office/drawing/2014/main" id="{6ED2DE0C-267F-A378-8F2B-D21242464AE9}"/>
              </a:ext>
            </a:extLst>
          </p:cNvPr>
          <p:cNvSpPr>
            <a:spLocks noGrp="1"/>
          </p:cNvSpPr>
          <p:nvPr>
            <p:ph sz="quarter" idx="14"/>
          </p:nvPr>
        </p:nvSpPr>
        <p:spPr>
          <a:xfrm>
            <a:off x="439837" y="1104918"/>
            <a:ext cx="11417200" cy="5105381"/>
          </a:xfrm>
        </p:spPr>
        <p:txBody>
          <a:bodyPr/>
          <a:lstStyle>
            <a:lvl2pPr>
              <a:defRPr sz="2000"/>
            </a:lvl2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Tree>
    <p:extLst>
      <p:ext uri="{BB962C8B-B14F-4D97-AF65-F5344CB8AC3E}">
        <p14:creationId xmlns:p14="http://schemas.microsoft.com/office/powerpoint/2010/main" val="6691809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Side 1A">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82C1902C-75F7-534A-DA79-C070E1D03469}"/>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5EFDF3A4-5795-4C3E-A626-E8705501F605}"/>
              </a:ext>
            </a:extLst>
          </p:cNvPr>
          <p:cNvSpPr>
            <a:spLocks noGrp="1"/>
          </p:cNvSpPr>
          <p:nvPr>
            <p:ph type="ctrTitle" hasCustomPrompt="1"/>
          </p:nvPr>
        </p:nvSpPr>
        <p:spPr>
          <a:xfrm>
            <a:off x="477246" y="3418321"/>
            <a:ext cx="6460999" cy="923330"/>
          </a:xfrm>
          <a:prstGeom prst="rect">
            <a:avLst/>
          </a:prstGeom>
        </p:spPr>
        <p:txBody>
          <a:bodyPr wrap="square" anchor="t" anchorCtr="0"/>
          <a:lstStyle>
            <a:lvl1pPr algn="l">
              <a:defRPr sz="6000" b="1" i="0" baseline="0">
                <a:solidFill>
                  <a:schemeClr val="tx2"/>
                </a:solidFill>
                <a:latin typeface="Amazon Ember Display" panose="020F0603020204020204" pitchFamily="34" charset="0"/>
                <a:ea typeface="メイリオ" panose="020B0604030504040204" pitchFamily="34" charset="-128"/>
                <a:cs typeface="Amazon Ember Display" panose="020F0603020204020204" pitchFamily="34" charset="0"/>
              </a:defRPr>
            </a:lvl1pPr>
          </a:lstStyle>
          <a:p>
            <a:r>
              <a:rPr lang="en-US" dirty="0"/>
              <a:t>Enter title</a:t>
            </a:r>
          </a:p>
        </p:txBody>
      </p:sp>
      <p:sp>
        <p:nvSpPr>
          <p:cNvPr id="3" name="Subtitle 2">
            <a:extLst>
              <a:ext uri="{FF2B5EF4-FFF2-40B4-BE49-F238E27FC236}">
                <a16:creationId xmlns:a16="http://schemas.microsoft.com/office/drawing/2014/main" id="{FDAD1914-560C-4D5C-AA3F-8A993D908EC6}"/>
              </a:ext>
            </a:extLst>
          </p:cNvPr>
          <p:cNvSpPr>
            <a:spLocks noGrp="1"/>
          </p:cNvSpPr>
          <p:nvPr>
            <p:ph type="subTitle" idx="1" hasCustomPrompt="1"/>
          </p:nvPr>
        </p:nvSpPr>
        <p:spPr>
          <a:xfrm>
            <a:off x="609598" y="4366830"/>
            <a:ext cx="6460998" cy="584775"/>
          </a:xfrm>
        </p:spPr>
        <p:txBody>
          <a:bodyPr wrap="square"/>
          <a:lstStyle>
            <a:lvl1pPr marL="0" indent="0" algn="l">
              <a:spcAft>
                <a:spcPts val="0"/>
              </a:spcAft>
              <a:buFont typeface="Arial" panose="020B0604020202020204" pitchFamily="34" charset="0"/>
              <a:buNone/>
              <a:defRPr sz="3200" b="1" i="0" cap="none" spc="0" baseline="0">
                <a:solidFill>
                  <a:schemeClr val="tx2"/>
                </a:solidFill>
                <a:latin typeface="Amazon Ember Display" panose="020F0603020204020204" pitchFamily="34" charset="0"/>
                <a:ea typeface="メイリオ" panose="020B0604030504040204" pitchFamily="34" charset="-128"/>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Enter subtitle</a:t>
            </a:r>
          </a:p>
        </p:txBody>
      </p:sp>
      <p:sp>
        <p:nvSpPr>
          <p:cNvPr id="10" name="Text Placeholder 9">
            <a:extLst>
              <a:ext uri="{FF2B5EF4-FFF2-40B4-BE49-F238E27FC236}">
                <a16:creationId xmlns:a16="http://schemas.microsoft.com/office/drawing/2014/main" id="{8235E33B-41A5-4ACB-9AE6-2F3E7CAA4429}"/>
              </a:ext>
            </a:extLst>
          </p:cNvPr>
          <p:cNvSpPr>
            <a:spLocks noGrp="1"/>
          </p:cNvSpPr>
          <p:nvPr>
            <p:ph type="body" sz="quarter" idx="11" hasCustomPrompt="1"/>
          </p:nvPr>
        </p:nvSpPr>
        <p:spPr>
          <a:xfrm>
            <a:off x="609598" y="5261981"/>
            <a:ext cx="3797302" cy="400110"/>
          </a:xfrm>
        </p:spPr>
        <p:txBody>
          <a:bodyPr wrap="square"/>
          <a:lstStyle>
            <a:lvl1pPr marL="0" indent="0">
              <a:spcAft>
                <a:spcPts val="0"/>
              </a:spcAft>
              <a:buNone/>
              <a:defRPr sz="2000" b="1" i="0" cap="none" spc="0" baseline="0">
                <a:solidFill>
                  <a:schemeClr val="tx2"/>
                </a:solidFill>
                <a:latin typeface="Amazon Ember Display" panose="020F0603020204020204" pitchFamily="34" charset="0"/>
                <a:ea typeface="メイリオ" panose="020B0604030504040204" pitchFamily="34" charset="-128"/>
              </a:defRPr>
            </a:lvl1pPr>
          </a:lstStyle>
          <a:p>
            <a:pPr lvl="0"/>
            <a:r>
              <a:rPr lang="en-US" dirty="0"/>
              <a:t>Speaker name (pronouns)</a:t>
            </a:r>
          </a:p>
        </p:txBody>
      </p:sp>
      <p:sp>
        <p:nvSpPr>
          <p:cNvPr id="8" name="Text Placeholder 7">
            <a:extLst>
              <a:ext uri="{FF2B5EF4-FFF2-40B4-BE49-F238E27FC236}">
                <a16:creationId xmlns:a16="http://schemas.microsoft.com/office/drawing/2014/main" id="{B54CE4ED-4096-479A-AA41-A2286E854BFC}"/>
              </a:ext>
            </a:extLst>
          </p:cNvPr>
          <p:cNvSpPr>
            <a:spLocks noGrp="1"/>
          </p:cNvSpPr>
          <p:nvPr>
            <p:ph type="body" sz="quarter" idx="10" hasCustomPrompt="1"/>
          </p:nvPr>
        </p:nvSpPr>
        <p:spPr>
          <a:xfrm>
            <a:off x="609598" y="332014"/>
            <a:ext cx="6477002" cy="230832"/>
          </a:xfrm>
        </p:spPr>
        <p:txBody>
          <a:bodyPr wrap="square"/>
          <a:lstStyle>
            <a:lvl1pPr marL="0" indent="0">
              <a:spcAft>
                <a:spcPts val="0"/>
              </a:spcAft>
              <a:buNone/>
              <a:defRPr sz="1000" b="0" i="0" cap="all" spc="300" baseline="0">
                <a:solidFill>
                  <a:schemeClr val="tx2"/>
                </a:solidFill>
                <a:latin typeface="Amazon Ember Mono" panose="020B0509020204020204" pitchFamily="49" charset="0"/>
                <a:ea typeface="Amazon Ember Mono" panose="020B0509020204020204" pitchFamily="49" charset="0"/>
                <a:cs typeface="Amazon Ember Mono" panose="020B0509020204020204" pitchFamily="49" charset="0"/>
              </a:defRPr>
            </a:lvl1pPr>
          </a:lstStyle>
          <a:p>
            <a:pPr lvl="0"/>
            <a:r>
              <a:rPr lang="en-US" dirty="0"/>
              <a:t>Enter session ID if required</a:t>
            </a:r>
          </a:p>
        </p:txBody>
      </p:sp>
      <p:sp>
        <p:nvSpPr>
          <p:cNvPr id="12" name="Text Placeholder 11">
            <a:extLst>
              <a:ext uri="{FF2B5EF4-FFF2-40B4-BE49-F238E27FC236}">
                <a16:creationId xmlns:a16="http://schemas.microsoft.com/office/drawing/2014/main" id="{E7D4CE88-F816-4273-A6C0-5D3F9D2E0519}"/>
              </a:ext>
            </a:extLst>
          </p:cNvPr>
          <p:cNvSpPr>
            <a:spLocks noGrp="1"/>
          </p:cNvSpPr>
          <p:nvPr>
            <p:ph type="body" sz="quarter" idx="12" hasCustomPrompt="1"/>
          </p:nvPr>
        </p:nvSpPr>
        <p:spPr>
          <a:xfrm>
            <a:off x="609598" y="5674769"/>
            <a:ext cx="3797302" cy="584775"/>
          </a:xfrm>
        </p:spPr>
        <p:txBody>
          <a:bodyPr wrap="square"/>
          <a:lstStyle>
            <a:lvl1pPr marL="0" indent="0">
              <a:spcAft>
                <a:spcPts val="300"/>
              </a:spcAft>
              <a:buNone/>
              <a:defRPr sz="1600" b="0" i="0" baseline="0">
                <a:solidFill>
                  <a:schemeClr val="tx2"/>
                </a:solidFill>
                <a:latin typeface="Amazon Ember Display" panose="020F0603020204020204" pitchFamily="34" charset="0"/>
                <a:ea typeface="メイリオ" panose="020B0604030504040204" pitchFamily="34" charset="-128"/>
              </a:defRPr>
            </a:lvl1pPr>
          </a:lstStyle>
          <a:p>
            <a:pPr lvl="0"/>
            <a:r>
              <a:rPr lang="en-US" dirty="0"/>
              <a:t>Speaker job title</a:t>
            </a:r>
            <a:br>
              <a:rPr lang="en-US" dirty="0"/>
            </a:br>
            <a:r>
              <a:rPr lang="en-US" dirty="0"/>
              <a:t>Speaker company</a:t>
            </a:r>
          </a:p>
        </p:txBody>
      </p:sp>
      <p:sp>
        <p:nvSpPr>
          <p:cNvPr id="11" name="TextBox 10">
            <a:extLst>
              <a:ext uri="{FF2B5EF4-FFF2-40B4-BE49-F238E27FC236}">
                <a16:creationId xmlns:a16="http://schemas.microsoft.com/office/drawing/2014/main" id="{F9CE4815-926B-43B6-82AB-971B1A89CEF6}"/>
              </a:ext>
            </a:extLst>
          </p:cNvPr>
          <p:cNvSpPr txBox="1"/>
          <p:nvPr userDrawn="1"/>
        </p:nvSpPr>
        <p:spPr>
          <a:xfrm>
            <a:off x="504476" y="6389813"/>
            <a:ext cx="2621230" cy="184666"/>
          </a:xfrm>
          <a:prstGeom prst="rect">
            <a:avLst/>
          </a:prstGeom>
          <a:noFill/>
        </p:spPr>
        <p:txBody>
          <a:bodyPr wrap="none" rtlCol="0">
            <a:spAutoFit/>
          </a:bodyPr>
          <a:lstStyle/>
          <a:p>
            <a:pPr algn="l"/>
            <a:r>
              <a:rPr lang="en-US" sz="600" b="0" i="0" dirty="0">
                <a:solidFill>
                  <a:schemeClr val="tx2"/>
                </a:solidFill>
                <a:latin typeface="Amazon Ember Display" panose="020F0603020204020204" pitchFamily="34" charset="0"/>
              </a:rPr>
              <a:t>© 2025, Amazon Web Services, Inc. or its affiliates. All rights reserved.</a:t>
            </a:r>
          </a:p>
        </p:txBody>
      </p:sp>
      <p:pic>
        <p:nvPicPr>
          <p:cNvPr id="7" name="Picture 6">
            <a:extLst>
              <a:ext uri="{FF2B5EF4-FFF2-40B4-BE49-F238E27FC236}">
                <a16:creationId xmlns:a16="http://schemas.microsoft.com/office/drawing/2014/main" id="{A3E43EBB-89F7-CE68-C5FA-E5E366904B24}"/>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0602686" y="5622947"/>
            <a:ext cx="979714" cy="587352"/>
          </a:xfrm>
          <a:prstGeom prst="rect">
            <a:avLst/>
          </a:prstGeom>
        </p:spPr>
      </p:pic>
    </p:spTree>
    <p:extLst>
      <p:ext uri="{BB962C8B-B14F-4D97-AF65-F5344CB8AC3E}">
        <p14:creationId xmlns:p14="http://schemas.microsoft.com/office/powerpoint/2010/main" val="3510931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pos="4464" userDrawn="1">
          <p15:clr>
            <a:srgbClr val="FBAE40"/>
          </p15:clr>
        </p15:guide>
        <p15:guide id="3" orient="horz" pos="2736" userDrawn="1">
          <p15:clr>
            <a:srgbClr val="FBAE40"/>
          </p15:clr>
        </p15:guide>
        <p15:guide id="4" orient="horz" pos="1272" userDrawn="1">
          <p15:clr>
            <a:srgbClr val="FBAE40"/>
          </p15:clr>
        </p15:guide>
        <p15:guide id="5" orient="horz" pos="1728" userDrawn="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Agenda Slide 1">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167F1B3F-5EAF-BF4D-EAC3-027F3AE85E70}"/>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3" name="Date Placeholder 2">
            <a:extLst>
              <a:ext uri="{FF2B5EF4-FFF2-40B4-BE49-F238E27FC236}">
                <a16:creationId xmlns:a16="http://schemas.microsoft.com/office/drawing/2014/main" id="{CF5A1D86-6A7C-4718-BC8A-729563F7E07F}"/>
              </a:ext>
            </a:extLst>
          </p:cNvPr>
          <p:cNvSpPr>
            <a:spLocks noGrp="1"/>
          </p:cNvSpPr>
          <p:nvPr>
            <p:ph type="dt" sz="half" idx="11"/>
          </p:nvPr>
        </p:nvSpPr>
        <p:spPr/>
        <p:txBody>
          <a:bodyPr/>
          <a:lstStyle>
            <a:lvl1pPr>
              <a:defRPr b="0" i="0">
                <a:latin typeface="Amazon Ember Display" panose="020F0603020204020204" pitchFamily="34" charset="0"/>
              </a:defRPr>
            </a:lvl1pPr>
          </a:lstStyle>
          <a:p>
            <a:fld id="{E1613F95-1A80-214D-A7E5-AD11944D62D4}" type="datetime1">
              <a:rPr lang="ja-JP" altLang="en-US" smtClean="0"/>
              <a:t>2026/1/26</a:t>
            </a:fld>
            <a:endParaRPr lang="en-US" dirty="0"/>
          </a:p>
        </p:txBody>
      </p:sp>
      <p:sp>
        <p:nvSpPr>
          <p:cNvPr id="4" name="Footer Placeholder 3">
            <a:extLst>
              <a:ext uri="{FF2B5EF4-FFF2-40B4-BE49-F238E27FC236}">
                <a16:creationId xmlns:a16="http://schemas.microsoft.com/office/drawing/2014/main" id="{AC5447C4-003F-49F1-92D9-AA8E16018146}"/>
              </a:ext>
            </a:extLst>
          </p:cNvPr>
          <p:cNvSpPr>
            <a:spLocks noGrp="1"/>
          </p:cNvSpPr>
          <p:nvPr>
            <p:ph type="ftr" sz="quarter" idx="12"/>
          </p:nvPr>
        </p:nvSpPr>
        <p:spPr/>
        <p:txBody>
          <a:bodyPr/>
          <a:lstStyle>
            <a:lvl1pPr>
              <a:defRPr b="0" i="0">
                <a:latin typeface="Amazon Ember Display" panose="020F0603020204020204" pitchFamily="34" charset="0"/>
              </a:defRPr>
            </a:lvl1pPr>
          </a:lstStyle>
          <a:p>
            <a:endParaRPr lang="en-US" dirty="0"/>
          </a:p>
        </p:txBody>
      </p:sp>
      <p:sp>
        <p:nvSpPr>
          <p:cNvPr id="5" name="Slide Number Placeholder 4">
            <a:extLst>
              <a:ext uri="{FF2B5EF4-FFF2-40B4-BE49-F238E27FC236}">
                <a16:creationId xmlns:a16="http://schemas.microsoft.com/office/drawing/2014/main" id="{784C0F27-F073-46C5-99AA-D6BC67A40F51}"/>
              </a:ext>
            </a:extLst>
          </p:cNvPr>
          <p:cNvSpPr>
            <a:spLocks noGrp="1"/>
          </p:cNvSpPr>
          <p:nvPr>
            <p:ph type="sldNum" sz="quarter" idx="13"/>
          </p:nvPr>
        </p:nvSpPr>
        <p:spPr/>
        <p:txBody>
          <a:bodyPr/>
          <a:lstStyle>
            <a:lvl1pPr>
              <a:defRPr b="0" i="0">
                <a:latin typeface="Amazon Ember Display" panose="020F0603020204020204" pitchFamily="34" charset="0"/>
              </a:defRPr>
            </a:lvl1pPr>
          </a:lstStyle>
          <a:p>
            <a:fld id="{EB4B8DE2-A4E8-46E4-8BBF-D75455EFF32C}" type="slidenum">
              <a:rPr lang="en-US" smtClean="0"/>
              <a:pPr/>
              <a:t>‹#›</a:t>
            </a:fld>
            <a:endParaRPr lang="en-US" dirty="0"/>
          </a:p>
        </p:txBody>
      </p:sp>
      <p:sp>
        <p:nvSpPr>
          <p:cNvPr id="11" name="タイトル 10">
            <a:extLst>
              <a:ext uri="{FF2B5EF4-FFF2-40B4-BE49-F238E27FC236}">
                <a16:creationId xmlns:a16="http://schemas.microsoft.com/office/drawing/2014/main" id="{84196489-CD8A-281B-1EDE-9DD63DE47243}"/>
              </a:ext>
            </a:extLst>
          </p:cNvPr>
          <p:cNvSpPr>
            <a:spLocks noGrp="1"/>
          </p:cNvSpPr>
          <p:nvPr>
            <p:ph type="title"/>
          </p:nvPr>
        </p:nvSpPr>
        <p:spPr/>
        <p:txBody>
          <a:bodyPr/>
          <a:lstStyle/>
          <a:p>
            <a:r>
              <a:rPr kumimoji="1" lang="ja-JP" altLang="en-US"/>
              <a:t>マスター タイトルの書式設定</a:t>
            </a:r>
          </a:p>
        </p:txBody>
      </p:sp>
      <p:sp>
        <p:nvSpPr>
          <p:cNvPr id="2" name="TextBox 12">
            <a:extLst>
              <a:ext uri="{FF2B5EF4-FFF2-40B4-BE49-F238E27FC236}">
                <a16:creationId xmlns:a16="http://schemas.microsoft.com/office/drawing/2014/main" id="{155B7953-3D13-4E76-B6AA-EADFEA76BE2A}"/>
              </a:ext>
            </a:extLst>
          </p:cNvPr>
          <p:cNvSpPr txBox="1"/>
          <p:nvPr userDrawn="1"/>
        </p:nvSpPr>
        <p:spPr>
          <a:xfrm>
            <a:off x="1141084" y="6389813"/>
            <a:ext cx="2621230" cy="184666"/>
          </a:xfrm>
          <a:prstGeom prst="rect">
            <a:avLst/>
          </a:prstGeom>
          <a:noFill/>
        </p:spPr>
        <p:txBody>
          <a:bodyPr wrap="none" rtlCol="0">
            <a:spAutoFit/>
          </a:bodyPr>
          <a:lstStyle/>
          <a:p>
            <a:pPr algn="l"/>
            <a:r>
              <a:rPr lang="en-US" sz="600" b="0" i="0" dirty="0">
                <a:solidFill>
                  <a:schemeClr val="tx2"/>
                </a:solidFill>
                <a:latin typeface="Amazon Ember Display" panose="020F0603020204020204" pitchFamily="34" charset="0"/>
              </a:rPr>
              <a:t>© 2025, Amazon Web Services, Inc. or its affiliates. All rights reserved.</a:t>
            </a:r>
          </a:p>
        </p:txBody>
      </p:sp>
      <p:pic>
        <p:nvPicPr>
          <p:cNvPr id="7" name="Picture 7">
            <a:extLst>
              <a:ext uri="{FF2B5EF4-FFF2-40B4-BE49-F238E27FC236}">
                <a16:creationId xmlns:a16="http://schemas.microsoft.com/office/drawing/2014/main" id="{4D8B37D1-DB44-94AC-D20A-7504C091B06A}"/>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595295" y="6338002"/>
            <a:ext cx="365760" cy="219048"/>
          </a:xfrm>
          <a:prstGeom prst="rect">
            <a:avLst/>
          </a:prstGeom>
        </p:spPr>
      </p:pic>
      <p:sp>
        <p:nvSpPr>
          <p:cNvPr id="13" name="テキスト プレースホルダー 12">
            <a:extLst>
              <a:ext uri="{FF2B5EF4-FFF2-40B4-BE49-F238E27FC236}">
                <a16:creationId xmlns:a16="http://schemas.microsoft.com/office/drawing/2014/main" id="{D00ED7E7-FFCF-E3D4-63BA-D8E1728C317E}"/>
              </a:ext>
            </a:extLst>
          </p:cNvPr>
          <p:cNvSpPr>
            <a:spLocks noGrp="1"/>
          </p:cNvSpPr>
          <p:nvPr>
            <p:ph type="body" sz="quarter" idx="14"/>
          </p:nvPr>
        </p:nvSpPr>
        <p:spPr>
          <a:xfrm>
            <a:off x="506626" y="1376363"/>
            <a:ext cx="11350411" cy="2061846"/>
          </a:xfrm>
        </p:spPr>
        <p:txBody>
          <a:bodyPr/>
          <a:lstStyle>
            <a:lvl1pPr>
              <a:spcAft>
                <a:spcPts val="2400"/>
              </a:spcAft>
              <a:defRPr b="0"/>
            </a:lvl1pPr>
            <a:lvl2pPr marL="279450" indent="0">
              <a:buNone/>
              <a:defRPr/>
            </a:lvl2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p:txBody>
      </p:sp>
    </p:spTree>
    <p:extLst>
      <p:ext uri="{BB962C8B-B14F-4D97-AF65-F5344CB8AC3E}">
        <p14:creationId xmlns:p14="http://schemas.microsoft.com/office/powerpoint/2010/main" val="706140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Slide 1B">
    <p:spTree>
      <p:nvGrpSpPr>
        <p:cNvPr id="1" name=""/>
        <p:cNvGrpSpPr/>
        <p:nvPr/>
      </p:nvGrpSpPr>
      <p:grpSpPr>
        <a:xfrm>
          <a:off x="0" y="0"/>
          <a:ext cx="0" cy="0"/>
          <a:chOff x="0" y="0"/>
          <a:chExt cx="0" cy="0"/>
        </a:xfrm>
      </p:grpSpPr>
      <p:pic>
        <p:nvPicPr>
          <p:cNvPr id="19" name="Picture 18">
            <a:extLst>
              <a:ext uri="{FF2B5EF4-FFF2-40B4-BE49-F238E27FC236}">
                <a16:creationId xmlns:a16="http://schemas.microsoft.com/office/drawing/2014/main" id="{8D603374-8180-8E01-BA18-DE11A6BC29AC}"/>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3" name="Subtitle 2">
            <a:extLst>
              <a:ext uri="{FF2B5EF4-FFF2-40B4-BE49-F238E27FC236}">
                <a16:creationId xmlns:a16="http://schemas.microsoft.com/office/drawing/2014/main" id="{A8CD09BF-BE98-954E-8C83-FD00798ACA28}"/>
              </a:ext>
            </a:extLst>
          </p:cNvPr>
          <p:cNvSpPr>
            <a:spLocks noGrp="1"/>
          </p:cNvSpPr>
          <p:nvPr>
            <p:ph type="subTitle" idx="1" hasCustomPrompt="1"/>
          </p:nvPr>
        </p:nvSpPr>
        <p:spPr>
          <a:xfrm>
            <a:off x="609598" y="4366830"/>
            <a:ext cx="6460998" cy="584775"/>
          </a:xfrm>
        </p:spPr>
        <p:txBody>
          <a:bodyPr wrap="square"/>
          <a:lstStyle>
            <a:lvl1pPr marL="0" indent="0" algn="l">
              <a:spcAft>
                <a:spcPts val="0"/>
              </a:spcAft>
              <a:buFont typeface="Arial" panose="020B0604020202020204" pitchFamily="34" charset="0"/>
              <a:buNone/>
              <a:defRPr sz="3200" b="1" i="0" cap="none" spc="0" baseline="0">
                <a:solidFill>
                  <a:schemeClr val="tx2"/>
                </a:solidFill>
                <a:latin typeface="Amazon Ember Display" panose="020F0603020204020204" pitchFamily="34" charset="0"/>
                <a:ea typeface="メイリオ" panose="020B0604030504040204" pitchFamily="34" charset="-128"/>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Enter subtitle</a:t>
            </a:r>
          </a:p>
        </p:txBody>
      </p:sp>
      <p:sp>
        <p:nvSpPr>
          <p:cNvPr id="5" name="Text Placeholder 9">
            <a:extLst>
              <a:ext uri="{FF2B5EF4-FFF2-40B4-BE49-F238E27FC236}">
                <a16:creationId xmlns:a16="http://schemas.microsoft.com/office/drawing/2014/main" id="{AAF119F6-59CF-C06E-9DEE-68747AC5B537}"/>
              </a:ext>
            </a:extLst>
          </p:cNvPr>
          <p:cNvSpPr>
            <a:spLocks noGrp="1"/>
          </p:cNvSpPr>
          <p:nvPr>
            <p:ph type="body" sz="quarter" idx="11" hasCustomPrompt="1"/>
          </p:nvPr>
        </p:nvSpPr>
        <p:spPr>
          <a:xfrm>
            <a:off x="609598" y="5261981"/>
            <a:ext cx="3797302" cy="400110"/>
          </a:xfrm>
        </p:spPr>
        <p:txBody>
          <a:bodyPr wrap="square"/>
          <a:lstStyle>
            <a:lvl1pPr marL="0" indent="0">
              <a:spcAft>
                <a:spcPts val="0"/>
              </a:spcAft>
              <a:buNone/>
              <a:defRPr sz="2000" b="1" i="0" cap="none" spc="0" baseline="0">
                <a:solidFill>
                  <a:schemeClr val="tx2"/>
                </a:solidFill>
                <a:latin typeface="Amazon Ember Display" panose="020F0603020204020204" pitchFamily="34" charset="0"/>
                <a:ea typeface="メイリオ" panose="020B0604030504040204" pitchFamily="34" charset="-128"/>
              </a:defRPr>
            </a:lvl1pPr>
          </a:lstStyle>
          <a:p>
            <a:pPr lvl="0"/>
            <a:r>
              <a:rPr lang="en-US" dirty="0"/>
              <a:t>Speaker name (pronouns)</a:t>
            </a:r>
          </a:p>
        </p:txBody>
      </p:sp>
      <p:sp>
        <p:nvSpPr>
          <p:cNvPr id="6" name="Text Placeholder 7">
            <a:extLst>
              <a:ext uri="{FF2B5EF4-FFF2-40B4-BE49-F238E27FC236}">
                <a16:creationId xmlns:a16="http://schemas.microsoft.com/office/drawing/2014/main" id="{19378773-656B-3414-4689-741C92BE3E06}"/>
              </a:ext>
            </a:extLst>
          </p:cNvPr>
          <p:cNvSpPr>
            <a:spLocks noGrp="1"/>
          </p:cNvSpPr>
          <p:nvPr>
            <p:ph type="body" sz="quarter" idx="10" hasCustomPrompt="1"/>
          </p:nvPr>
        </p:nvSpPr>
        <p:spPr>
          <a:xfrm>
            <a:off x="609598" y="332014"/>
            <a:ext cx="6477002" cy="230832"/>
          </a:xfrm>
        </p:spPr>
        <p:txBody>
          <a:bodyPr wrap="square"/>
          <a:lstStyle>
            <a:lvl1pPr marL="0" indent="0">
              <a:spcAft>
                <a:spcPts val="0"/>
              </a:spcAft>
              <a:buNone/>
              <a:defRPr sz="1000" b="0" i="0" cap="all" spc="300" baseline="0">
                <a:solidFill>
                  <a:schemeClr val="tx2"/>
                </a:solidFill>
                <a:latin typeface="Amazon Ember Mono" panose="020B0509020204020204" pitchFamily="49" charset="0"/>
                <a:ea typeface="Amazon Ember Mono" panose="020B0509020204020204" pitchFamily="49" charset="0"/>
                <a:cs typeface="Amazon Ember Mono" panose="020B0509020204020204" pitchFamily="49" charset="0"/>
              </a:defRPr>
            </a:lvl1pPr>
          </a:lstStyle>
          <a:p>
            <a:pPr lvl="0"/>
            <a:r>
              <a:rPr lang="en-US" dirty="0"/>
              <a:t>Enter session ID if required</a:t>
            </a:r>
          </a:p>
        </p:txBody>
      </p:sp>
      <p:sp>
        <p:nvSpPr>
          <p:cNvPr id="7" name="Text Placeholder 11">
            <a:extLst>
              <a:ext uri="{FF2B5EF4-FFF2-40B4-BE49-F238E27FC236}">
                <a16:creationId xmlns:a16="http://schemas.microsoft.com/office/drawing/2014/main" id="{3C5437D4-D83E-F7AB-7C05-4D16F6D780CF}"/>
              </a:ext>
            </a:extLst>
          </p:cNvPr>
          <p:cNvSpPr>
            <a:spLocks noGrp="1"/>
          </p:cNvSpPr>
          <p:nvPr>
            <p:ph type="body" sz="quarter" idx="12" hasCustomPrompt="1"/>
          </p:nvPr>
        </p:nvSpPr>
        <p:spPr>
          <a:xfrm>
            <a:off x="609598" y="5674769"/>
            <a:ext cx="3797302" cy="584775"/>
          </a:xfrm>
        </p:spPr>
        <p:txBody>
          <a:bodyPr wrap="square"/>
          <a:lstStyle>
            <a:lvl1pPr marL="0" indent="0">
              <a:spcAft>
                <a:spcPts val="300"/>
              </a:spcAft>
              <a:buNone/>
              <a:defRPr sz="1600" b="0" i="0" baseline="0">
                <a:solidFill>
                  <a:schemeClr val="tx2"/>
                </a:solidFill>
                <a:latin typeface="Amazon Ember Display" panose="020F0603020204020204" pitchFamily="34" charset="0"/>
                <a:ea typeface="メイリオ" panose="020B0604030504040204" pitchFamily="34" charset="-128"/>
              </a:defRPr>
            </a:lvl1pPr>
          </a:lstStyle>
          <a:p>
            <a:pPr lvl="0"/>
            <a:r>
              <a:rPr lang="en-US" dirty="0"/>
              <a:t>Speaker job title</a:t>
            </a:r>
            <a:br>
              <a:rPr lang="en-US" dirty="0"/>
            </a:br>
            <a:r>
              <a:rPr lang="en-US" dirty="0"/>
              <a:t>Speaker company</a:t>
            </a:r>
          </a:p>
        </p:txBody>
      </p:sp>
      <p:sp>
        <p:nvSpPr>
          <p:cNvPr id="8" name="TextBox 7">
            <a:extLst>
              <a:ext uri="{FF2B5EF4-FFF2-40B4-BE49-F238E27FC236}">
                <a16:creationId xmlns:a16="http://schemas.microsoft.com/office/drawing/2014/main" id="{18671D03-03D2-3246-0292-3278FC46E9BD}"/>
              </a:ext>
            </a:extLst>
          </p:cNvPr>
          <p:cNvSpPr txBox="1"/>
          <p:nvPr userDrawn="1"/>
        </p:nvSpPr>
        <p:spPr>
          <a:xfrm>
            <a:off x="504476" y="6389813"/>
            <a:ext cx="2621230" cy="184666"/>
          </a:xfrm>
          <a:prstGeom prst="rect">
            <a:avLst/>
          </a:prstGeom>
          <a:noFill/>
        </p:spPr>
        <p:txBody>
          <a:bodyPr wrap="none" rtlCol="0">
            <a:spAutoFit/>
          </a:bodyPr>
          <a:lstStyle/>
          <a:p>
            <a:pPr algn="l"/>
            <a:r>
              <a:rPr lang="en-US" sz="600" b="0" i="0" dirty="0">
                <a:solidFill>
                  <a:schemeClr val="tx2"/>
                </a:solidFill>
                <a:latin typeface="Amazon Ember Display" panose="020F0603020204020204" pitchFamily="34" charset="0"/>
              </a:rPr>
              <a:t>© 2025, Amazon Web Services, Inc. or its affiliates. All rights reserved.</a:t>
            </a:r>
          </a:p>
        </p:txBody>
      </p:sp>
      <p:pic>
        <p:nvPicPr>
          <p:cNvPr id="9" name="Picture 8">
            <a:extLst>
              <a:ext uri="{FF2B5EF4-FFF2-40B4-BE49-F238E27FC236}">
                <a16:creationId xmlns:a16="http://schemas.microsoft.com/office/drawing/2014/main" id="{F2065812-9ABB-8591-F3F0-CA1C02DB1873}"/>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0602686" y="5622947"/>
            <a:ext cx="979714" cy="587352"/>
          </a:xfrm>
          <a:prstGeom prst="rect">
            <a:avLst/>
          </a:prstGeom>
        </p:spPr>
      </p:pic>
      <p:sp>
        <p:nvSpPr>
          <p:cNvPr id="2" name="Title 1">
            <a:extLst>
              <a:ext uri="{FF2B5EF4-FFF2-40B4-BE49-F238E27FC236}">
                <a16:creationId xmlns:a16="http://schemas.microsoft.com/office/drawing/2014/main" id="{062C415C-2EF2-186A-04FA-1B6BE61C4101}"/>
              </a:ext>
            </a:extLst>
          </p:cNvPr>
          <p:cNvSpPr>
            <a:spLocks noGrp="1"/>
          </p:cNvSpPr>
          <p:nvPr>
            <p:ph type="ctrTitle" hasCustomPrompt="1"/>
          </p:nvPr>
        </p:nvSpPr>
        <p:spPr>
          <a:xfrm>
            <a:off x="477246" y="3418321"/>
            <a:ext cx="6460999" cy="923330"/>
          </a:xfrm>
          <a:prstGeom prst="rect">
            <a:avLst/>
          </a:prstGeom>
        </p:spPr>
        <p:txBody>
          <a:bodyPr wrap="square" anchor="t" anchorCtr="0"/>
          <a:lstStyle>
            <a:lvl1pPr algn="l">
              <a:defRPr sz="6000" b="1" i="0" baseline="0">
                <a:solidFill>
                  <a:schemeClr val="tx2"/>
                </a:solidFill>
                <a:latin typeface="Amazon Ember Display" panose="020F0603020204020204" pitchFamily="34" charset="0"/>
                <a:ea typeface="メイリオ" panose="020B0604030504040204" pitchFamily="34" charset="-128"/>
                <a:cs typeface="Amazon Ember Display" panose="020F0603020204020204" pitchFamily="34" charset="0"/>
              </a:defRPr>
            </a:lvl1pPr>
          </a:lstStyle>
          <a:p>
            <a:r>
              <a:rPr lang="en-US" dirty="0"/>
              <a:t>Enter title</a:t>
            </a:r>
          </a:p>
        </p:txBody>
      </p:sp>
    </p:spTree>
    <p:extLst>
      <p:ext uri="{BB962C8B-B14F-4D97-AF65-F5344CB8AC3E}">
        <p14:creationId xmlns:p14="http://schemas.microsoft.com/office/powerpoint/2010/main" val="36685176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pos="4464" userDrawn="1">
          <p15:clr>
            <a:srgbClr val="FBAE40"/>
          </p15:clr>
        </p15:guide>
        <p15:guide id="3" orient="horz" pos="2736" userDrawn="1">
          <p15:clr>
            <a:srgbClr val="FBAE40"/>
          </p15:clr>
        </p15:guide>
        <p15:guide id="4" orient="horz" pos="1272" userDrawn="1">
          <p15:clr>
            <a:srgbClr val="FBAE40"/>
          </p15:clr>
        </p15:guide>
        <p15:guide id="5" orient="horz" pos="1728" userDrawn="1">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Slide 1C">
    <p:spTree>
      <p:nvGrpSpPr>
        <p:cNvPr id="1" name=""/>
        <p:cNvGrpSpPr/>
        <p:nvPr/>
      </p:nvGrpSpPr>
      <p:grpSpPr>
        <a:xfrm>
          <a:off x="0" y="0"/>
          <a:ext cx="0" cy="0"/>
          <a:chOff x="0" y="0"/>
          <a:chExt cx="0" cy="0"/>
        </a:xfrm>
      </p:grpSpPr>
      <p:pic>
        <p:nvPicPr>
          <p:cNvPr id="19" name="Picture 18">
            <a:extLst>
              <a:ext uri="{FF2B5EF4-FFF2-40B4-BE49-F238E27FC236}">
                <a16:creationId xmlns:a16="http://schemas.microsoft.com/office/drawing/2014/main" id="{8265AB5E-77C0-1B4E-7AF6-71F734371822}"/>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3" name="Subtitle 2">
            <a:extLst>
              <a:ext uri="{FF2B5EF4-FFF2-40B4-BE49-F238E27FC236}">
                <a16:creationId xmlns:a16="http://schemas.microsoft.com/office/drawing/2014/main" id="{53CAD519-9A88-CC6D-C64F-32781DE12863}"/>
              </a:ext>
            </a:extLst>
          </p:cNvPr>
          <p:cNvSpPr>
            <a:spLocks noGrp="1"/>
          </p:cNvSpPr>
          <p:nvPr>
            <p:ph type="subTitle" idx="1" hasCustomPrompt="1"/>
          </p:nvPr>
        </p:nvSpPr>
        <p:spPr>
          <a:xfrm>
            <a:off x="609598" y="4366830"/>
            <a:ext cx="6460998" cy="584775"/>
          </a:xfrm>
        </p:spPr>
        <p:txBody>
          <a:bodyPr wrap="square"/>
          <a:lstStyle>
            <a:lvl1pPr marL="0" indent="0" algn="l">
              <a:spcAft>
                <a:spcPts val="0"/>
              </a:spcAft>
              <a:buFont typeface="Arial" panose="020B0604020202020204" pitchFamily="34" charset="0"/>
              <a:buNone/>
              <a:defRPr sz="3200" b="1" i="0" cap="none" spc="0" baseline="0">
                <a:solidFill>
                  <a:schemeClr val="tx2"/>
                </a:solidFill>
                <a:latin typeface="Amazon Ember Display" panose="020F0603020204020204" pitchFamily="34" charset="0"/>
                <a:ea typeface="メイリオ" panose="020B0604030504040204" pitchFamily="34" charset="-128"/>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Enter subtitle</a:t>
            </a:r>
          </a:p>
        </p:txBody>
      </p:sp>
      <p:sp>
        <p:nvSpPr>
          <p:cNvPr id="5" name="Text Placeholder 9">
            <a:extLst>
              <a:ext uri="{FF2B5EF4-FFF2-40B4-BE49-F238E27FC236}">
                <a16:creationId xmlns:a16="http://schemas.microsoft.com/office/drawing/2014/main" id="{AECD1BDB-3933-70D1-D0B1-585F679690F4}"/>
              </a:ext>
            </a:extLst>
          </p:cNvPr>
          <p:cNvSpPr>
            <a:spLocks noGrp="1"/>
          </p:cNvSpPr>
          <p:nvPr>
            <p:ph type="body" sz="quarter" idx="11" hasCustomPrompt="1"/>
          </p:nvPr>
        </p:nvSpPr>
        <p:spPr>
          <a:xfrm>
            <a:off x="609598" y="5261981"/>
            <a:ext cx="3797302" cy="400110"/>
          </a:xfrm>
        </p:spPr>
        <p:txBody>
          <a:bodyPr wrap="square"/>
          <a:lstStyle>
            <a:lvl1pPr marL="0" indent="0">
              <a:spcAft>
                <a:spcPts val="0"/>
              </a:spcAft>
              <a:buNone/>
              <a:defRPr sz="2000" b="1" i="0" cap="none" spc="0" baseline="0">
                <a:solidFill>
                  <a:schemeClr val="tx2"/>
                </a:solidFill>
                <a:latin typeface="Amazon Ember Display" panose="020F0603020204020204" pitchFamily="34" charset="0"/>
                <a:ea typeface="メイリオ" panose="020B0604030504040204" pitchFamily="34" charset="-128"/>
              </a:defRPr>
            </a:lvl1pPr>
          </a:lstStyle>
          <a:p>
            <a:pPr lvl="0"/>
            <a:r>
              <a:rPr lang="en-US" dirty="0"/>
              <a:t>Speaker name (pronouns)</a:t>
            </a:r>
          </a:p>
        </p:txBody>
      </p:sp>
      <p:sp>
        <p:nvSpPr>
          <p:cNvPr id="6" name="Text Placeholder 7">
            <a:extLst>
              <a:ext uri="{FF2B5EF4-FFF2-40B4-BE49-F238E27FC236}">
                <a16:creationId xmlns:a16="http://schemas.microsoft.com/office/drawing/2014/main" id="{49BD2DDE-9CEA-E55B-45AC-E81DC0520AEE}"/>
              </a:ext>
            </a:extLst>
          </p:cNvPr>
          <p:cNvSpPr>
            <a:spLocks noGrp="1"/>
          </p:cNvSpPr>
          <p:nvPr>
            <p:ph type="body" sz="quarter" idx="10" hasCustomPrompt="1"/>
          </p:nvPr>
        </p:nvSpPr>
        <p:spPr>
          <a:xfrm>
            <a:off x="609598" y="332014"/>
            <a:ext cx="6477002" cy="230832"/>
          </a:xfrm>
        </p:spPr>
        <p:txBody>
          <a:bodyPr wrap="square"/>
          <a:lstStyle>
            <a:lvl1pPr marL="0" indent="0">
              <a:spcAft>
                <a:spcPts val="0"/>
              </a:spcAft>
              <a:buNone/>
              <a:defRPr sz="1000" b="0" i="0" cap="all" spc="300" baseline="0">
                <a:solidFill>
                  <a:schemeClr val="tx2"/>
                </a:solidFill>
                <a:latin typeface="Amazon Ember Mono" panose="020B0509020204020204" pitchFamily="49" charset="0"/>
                <a:ea typeface="Amazon Ember Mono" panose="020B0509020204020204" pitchFamily="49" charset="0"/>
                <a:cs typeface="Amazon Ember Mono" panose="020B0509020204020204" pitchFamily="49" charset="0"/>
              </a:defRPr>
            </a:lvl1pPr>
          </a:lstStyle>
          <a:p>
            <a:pPr lvl="0"/>
            <a:r>
              <a:rPr lang="en-US" dirty="0"/>
              <a:t>Enter session ID if required</a:t>
            </a:r>
          </a:p>
        </p:txBody>
      </p:sp>
      <p:sp>
        <p:nvSpPr>
          <p:cNvPr id="7" name="Text Placeholder 11">
            <a:extLst>
              <a:ext uri="{FF2B5EF4-FFF2-40B4-BE49-F238E27FC236}">
                <a16:creationId xmlns:a16="http://schemas.microsoft.com/office/drawing/2014/main" id="{6F4339BC-5512-257D-D251-96C726B3928B}"/>
              </a:ext>
            </a:extLst>
          </p:cNvPr>
          <p:cNvSpPr>
            <a:spLocks noGrp="1"/>
          </p:cNvSpPr>
          <p:nvPr>
            <p:ph type="body" sz="quarter" idx="12" hasCustomPrompt="1"/>
          </p:nvPr>
        </p:nvSpPr>
        <p:spPr>
          <a:xfrm>
            <a:off x="609598" y="5674769"/>
            <a:ext cx="3797302" cy="584775"/>
          </a:xfrm>
        </p:spPr>
        <p:txBody>
          <a:bodyPr wrap="square"/>
          <a:lstStyle>
            <a:lvl1pPr marL="0" indent="0">
              <a:spcAft>
                <a:spcPts val="300"/>
              </a:spcAft>
              <a:buNone/>
              <a:defRPr sz="1600" b="0" i="0" baseline="0">
                <a:solidFill>
                  <a:schemeClr val="tx2"/>
                </a:solidFill>
                <a:latin typeface="Amazon Ember Display" panose="020F0603020204020204" pitchFamily="34" charset="0"/>
                <a:ea typeface="メイリオ" panose="020B0604030504040204" pitchFamily="34" charset="-128"/>
              </a:defRPr>
            </a:lvl1pPr>
          </a:lstStyle>
          <a:p>
            <a:pPr lvl="0"/>
            <a:r>
              <a:rPr lang="en-US" dirty="0"/>
              <a:t>Speaker job title</a:t>
            </a:r>
            <a:br>
              <a:rPr lang="en-US" dirty="0"/>
            </a:br>
            <a:r>
              <a:rPr lang="en-US" dirty="0"/>
              <a:t>Speaker company</a:t>
            </a:r>
          </a:p>
        </p:txBody>
      </p:sp>
      <p:sp>
        <p:nvSpPr>
          <p:cNvPr id="8" name="TextBox 7">
            <a:extLst>
              <a:ext uri="{FF2B5EF4-FFF2-40B4-BE49-F238E27FC236}">
                <a16:creationId xmlns:a16="http://schemas.microsoft.com/office/drawing/2014/main" id="{2A8E9AEE-EE0A-4511-286D-B7E92DB33387}"/>
              </a:ext>
            </a:extLst>
          </p:cNvPr>
          <p:cNvSpPr txBox="1"/>
          <p:nvPr userDrawn="1"/>
        </p:nvSpPr>
        <p:spPr>
          <a:xfrm>
            <a:off x="504476" y="6389813"/>
            <a:ext cx="2621230" cy="184666"/>
          </a:xfrm>
          <a:prstGeom prst="rect">
            <a:avLst/>
          </a:prstGeom>
          <a:noFill/>
        </p:spPr>
        <p:txBody>
          <a:bodyPr wrap="none" rtlCol="0">
            <a:spAutoFit/>
          </a:bodyPr>
          <a:lstStyle/>
          <a:p>
            <a:pPr algn="l"/>
            <a:r>
              <a:rPr lang="en-US" sz="600" b="0" i="0" dirty="0">
                <a:solidFill>
                  <a:schemeClr val="tx2"/>
                </a:solidFill>
                <a:latin typeface="Amazon Ember Display" panose="020F0603020204020204" pitchFamily="34" charset="0"/>
              </a:rPr>
              <a:t>© 2025, Amazon Web Services, Inc. or its affiliates. All rights reserved.</a:t>
            </a:r>
          </a:p>
        </p:txBody>
      </p:sp>
      <p:pic>
        <p:nvPicPr>
          <p:cNvPr id="9" name="Picture 8">
            <a:extLst>
              <a:ext uri="{FF2B5EF4-FFF2-40B4-BE49-F238E27FC236}">
                <a16:creationId xmlns:a16="http://schemas.microsoft.com/office/drawing/2014/main" id="{D69DB8BB-A96F-21D2-BD02-CDCB6C038249}"/>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0602686" y="5622947"/>
            <a:ext cx="979714" cy="587352"/>
          </a:xfrm>
          <a:prstGeom prst="rect">
            <a:avLst/>
          </a:prstGeom>
        </p:spPr>
      </p:pic>
      <p:sp>
        <p:nvSpPr>
          <p:cNvPr id="2" name="Title 1">
            <a:extLst>
              <a:ext uri="{FF2B5EF4-FFF2-40B4-BE49-F238E27FC236}">
                <a16:creationId xmlns:a16="http://schemas.microsoft.com/office/drawing/2014/main" id="{4C69315F-6BED-09F1-C555-D62EBCC2C2CC}"/>
              </a:ext>
            </a:extLst>
          </p:cNvPr>
          <p:cNvSpPr>
            <a:spLocks noGrp="1"/>
          </p:cNvSpPr>
          <p:nvPr>
            <p:ph type="ctrTitle" hasCustomPrompt="1"/>
          </p:nvPr>
        </p:nvSpPr>
        <p:spPr>
          <a:xfrm>
            <a:off x="477246" y="3418321"/>
            <a:ext cx="6460999" cy="923330"/>
          </a:xfrm>
          <a:prstGeom prst="rect">
            <a:avLst/>
          </a:prstGeom>
        </p:spPr>
        <p:txBody>
          <a:bodyPr wrap="square" anchor="t" anchorCtr="0"/>
          <a:lstStyle>
            <a:lvl1pPr algn="l">
              <a:defRPr sz="6000" b="1" i="0" baseline="0">
                <a:solidFill>
                  <a:schemeClr val="tx2"/>
                </a:solidFill>
                <a:latin typeface="Amazon Ember Display" panose="020F0603020204020204" pitchFamily="34" charset="0"/>
                <a:ea typeface="メイリオ" panose="020B0604030504040204" pitchFamily="34" charset="-128"/>
                <a:cs typeface="Amazon Ember Display" panose="020F0603020204020204" pitchFamily="34" charset="0"/>
              </a:defRPr>
            </a:lvl1pPr>
          </a:lstStyle>
          <a:p>
            <a:r>
              <a:rPr lang="en-US" dirty="0"/>
              <a:t>Enter title</a:t>
            </a:r>
          </a:p>
        </p:txBody>
      </p:sp>
    </p:spTree>
    <p:extLst>
      <p:ext uri="{BB962C8B-B14F-4D97-AF65-F5344CB8AC3E}">
        <p14:creationId xmlns:p14="http://schemas.microsoft.com/office/powerpoint/2010/main" val="23752240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pos="4464" userDrawn="1">
          <p15:clr>
            <a:srgbClr val="FBAE40"/>
          </p15:clr>
        </p15:guide>
        <p15:guide id="3" orient="horz" pos="2736" userDrawn="1">
          <p15:clr>
            <a:srgbClr val="FBAE40"/>
          </p15:clr>
        </p15:guide>
        <p15:guide id="4" orient="horz" pos="1272" userDrawn="1">
          <p15:clr>
            <a:srgbClr val="FBAE40"/>
          </p15:clr>
        </p15:guide>
        <p15:guide id="5" orient="horz" pos="1728" userDrawn="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Slide 2A">
    <p:spTree>
      <p:nvGrpSpPr>
        <p:cNvPr id="1" name=""/>
        <p:cNvGrpSpPr/>
        <p:nvPr/>
      </p:nvGrpSpPr>
      <p:grpSpPr>
        <a:xfrm>
          <a:off x="0" y="0"/>
          <a:ext cx="0" cy="0"/>
          <a:chOff x="0" y="0"/>
          <a:chExt cx="0" cy="0"/>
        </a:xfrm>
      </p:grpSpPr>
      <p:pic>
        <p:nvPicPr>
          <p:cNvPr id="16" name="Picture 15">
            <a:extLst>
              <a:ext uri="{FF2B5EF4-FFF2-40B4-BE49-F238E27FC236}">
                <a16:creationId xmlns:a16="http://schemas.microsoft.com/office/drawing/2014/main" id="{13E1A9C0-25D4-6213-F6DE-1B604250E5D0}"/>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3" name="Subtitle 2">
            <a:extLst>
              <a:ext uri="{FF2B5EF4-FFF2-40B4-BE49-F238E27FC236}">
                <a16:creationId xmlns:a16="http://schemas.microsoft.com/office/drawing/2014/main" id="{60F04AFD-CEAF-D96A-9FBC-950044545866}"/>
              </a:ext>
            </a:extLst>
          </p:cNvPr>
          <p:cNvSpPr>
            <a:spLocks noGrp="1"/>
          </p:cNvSpPr>
          <p:nvPr>
            <p:ph type="subTitle" idx="1" hasCustomPrompt="1"/>
          </p:nvPr>
        </p:nvSpPr>
        <p:spPr>
          <a:xfrm>
            <a:off x="609598" y="1918337"/>
            <a:ext cx="6460998" cy="584775"/>
          </a:xfrm>
        </p:spPr>
        <p:txBody>
          <a:bodyPr wrap="square"/>
          <a:lstStyle>
            <a:lvl1pPr marL="0" indent="0" algn="l">
              <a:spcAft>
                <a:spcPts val="0"/>
              </a:spcAft>
              <a:buFont typeface="Arial" panose="020B0604020202020204" pitchFamily="34" charset="0"/>
              <a:buNone/>
              <a:defRPr sz="3200" b="1" i="0" cap="none" spc="0" baseline="0">
                <a:solidFill>
                  <a:schemeClr val="tx2"/>
                </a:solidFill>
                <a:latin typeface="Amazon Ember Display" panose="020F0603020204020204" pitchFamily="34" charset="0"/>
                <a:ea typeface="メイリオ" panose="020B0604030504040204" pitchFamily="34" charset="-128"/>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Enter subtitle</a:t>
            </a:r>
          </a:p>
        </p:txBody>
      </p:sp>
      <p:sp>
        <p:nvSpPr>
          <p:cNvPr id="5" name="Text Placeholder 9">
            <a:extLst>
              <a:ext uri="{FF2B5EF4-FFF2-40B4-BE49-F238E27FC236}">
                <a16:creationId xmlns:a16="http://schemas.microsoft.com/office/drawing/2014/main" id="{0187CBED-F3F8-A0AE-DBEA-EEEA1D2E7660}"/>
              </a:ext>
            </a:extLst>
          </p:cNvPr>
          <p:cNvSpPr>
            <a:spLocks noGrp="1"/>
          </p:cNvSpPr>
          <p:nvPr>
            <p:ph type="body" sz="quarter" idx="11" hasCustomPrompt="1"/>
          </p:nvPr>
        </p:nvSpPr>
        <p:spPr>
          <a:xfrm>
            <a:off x="609598" y="5261981"/>
            <a:ext cx="3797302" cy="400110"/>
          </a:xfrm>
        </p:spPr>
        <p:txBody>
          <a:bodyPr wrap="square"/>
          <a:lstStyle>
            <a:lvl1pPr marL="0" indent="0">
              <a:spcAft>
                <a:spcPts val="0"/>
              </a:spcAft>
              <a:buNone/>
              <a:defRPr sz="2000" b="1" i="0" cap="none" spc="0" baseline="0">
                <a:solidFill>
                  <a:schemeClr val="tx2"/>
                </a:solidFill>
                <a:latin typeface="Amazon Ember Display" panose="020F0603020204020204" pitchFamily="34" charset="0"/>
                <a:ea typeface="メイリオ" panose="020B0604030504040204" pitchFamily="34" charset="-128"/>
              </a:defRPr>
            </a:lvl1pPr>
          </a:lstStyle>
          <a:p>
            <a:pPr lvl="0"/>
            <a:r>
              <a:rPr lang="en-US" dirty="0"/>
              <a:t>Speaker name (pronouns)</a:t>
            </a:r>
          </a:p>
        </p:txBody>
      </p:sp>
      <p:sp>
        <p:nvSpPr>
          <p:cNvPr id="21" name="Rounded Rectangle 20">
            <a:extLst>
              <a:ext uri="{FF2B5EF4-FFF2-40B4-BE49-F238E27FC236}">
                <a16:creationId xmlns:a16="http://schemas.microsoft.com/office/drawing/2014/main" id="{55857500-2C8E-9211-5B61-DC83BC3450CB}"/>
              </a:ext>
            </a:extLst>
          </p:cNvPr>
          <p:cNvSpPr/>
          <p:nvPr userDrawn="1"/>
        </p:nvSpPr>
        <p:spPr>
          <a:xfrm>
            <a:off x="609598" y="304800"/>
            <a:ext cx="2993681" cy="288951"/>
          </a:xfrm>
          <a:prstGeom prst="round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tIns="45720" rIns="45720" rtlCol="0" anchor="ctr"/>
          <a:lstStyle/>
          <a:p>
            <a:pPr algn="ctr"/>
            <a:endParaRPr lang="en-US" b="0" i="0" dirty="0" err="1">
              <a:solidFill>
                <a:schemeClr val="tx1"/>
              </a:solidFill>
              <a:latin typeface="Amazon Ember Display" panose="020F0603020204020204" pitchFamily="34" charset="0"/>
            </a:endParaRPr>
          </a:p>
        </p:txBody>
      </p:sp>
      <p:sp>
        <p:nvSpPr>
          <p:cNvPr id="6" name="Text Placeholder 7">
            <a:extLst>
              <a:ext uri="{FF2B5EF4-FFF2-40B4-BE49-F238E27FC236}">
                <a16:creationId xmlns:a16="http://schemas.microsoft.com/office/drawing/2014/main" id="{17F887A3-28C2-6DE9-5807-21C410AB73B1}"/>
              </a:ext>
            </a:extLst>
          </p:cNvPr>
          <p:cNvSpPr>
            <a:spLocks noGrp="1"/>
          </p:cNvSpPr>
          <p:nvPr>
            <p:ph type="body" sz="quarter" idx="10" hasCustomPrompt="1"/>
          </p:nvPr>
        </p:nvSpPr>
        <p:spPr>
          <a:xfrm>
            <a:off x="672969" y="332014"/>
            <a:ext cx="6477002" cy="230832"/>
          </a:xfrm>
        </p:spPr>
        <p:txBody>
          <a:bodyPr wrap="square"/>
          <a:lstStyle>
            <a:lvl1pPr marL="0" indent="0">
              <a:spcAft>
                <a:spcPts val="0"/>
              </a:spcAft>
              <a:buNone/>
              <a:defRPr sz="1000" b="0" i="0" cap="all" spc="200" baseline="0">
                <a:solidFill>
                  <a:schemeClr val="tx2"/>
                </a:solidFill>
                <a:latin typeface="Amazon Ember Mono" panose="020B0509020204020204" pitchFamily="49" charset="0"/>
                <a:ea typeface="Amazon Ember Mono" panose="020B0509020204020204" pitchFamily="49" charset="0"/>
                <a:cs typeface="Amazon Ember Mono" panose="020B0509020204020204" pitchFamily="49" charset="0"/>
              </a:defRPr>
            </a:lvl1pPr>
          </a:lstStyle>
          <a:p>
            <a:pPr lvl="0"/>
            <a:r>
              <a:rPr lang="en-US" dirty="0"/>
              <a:t>Enter session ID if required</a:t>
            </a:r>
          </a:p>
        </p:txBody>
      </p:sp>
      <p:sp>
        <p:nvSpPr>
          <p:cNvPr id="7" name="Text Placeholder 11">
            <a:extLst>
              <a:ext uri="{FF2B5EF4-FFF2-40B4-BE49-F238E27FC236}">
                <a16:creationId xmlns:a16="http://schemas.microsoft.com/office/drawing/2014/main" id="{BBFEBE6D-8293-FD48-7C86-4989B458ECE3}"/>
              </a:ext>
            </a:extLst>
          </p:cNvPr>
          <p:cNvSpPr>
            <a:spLocks noGrp="1"/>
          </p:cNvSpPr>
          <p:nvPr>
            <p:ph type="body" sz="quarter" idx="12" hasCustomPrompt="1"/>
          </p:nvPr>
        </p:nvSpPr>
        <p:spPr>
          <a:xfrm>
            <a:off x="609598" y="5674769"/>
            <a:ext cx="3797302" cy="584775"/>
          </a:xfrm>
        </p:spPr>
        <p:txBody>
          <a:bodyPr wrap="square"/>
          <a:lstStyle>
            <a:lvl1pPr marL="0" indent="0">
              <a:spcAft>
                <a:spcPts val="300"/>
              </a:spcAft>
              <a:buNone/>
              <a:defRPr sz="1600" b="0" i="0" baseline="0">
                <a:solidFill>
                  <a:schemeClr val="tx2"/>
                </a:solidFill>
                <a:latin typeface="Amazon Ember Display" panose="020F0603020204020204" pitchFamily="34" charset="0"/>
                <a:ea typeface="メイリオ" panose="020B0604030504040204" pitchFamily="34" charset="-128"/>
              </a:defRPr>
            </a:lvl1pPr>
          </a:lstStyle>
          <a:p>
            <a:pPr lvl="0"/>
            <a:r>
              <a:rPr lang="en-US" dirty="0"/>
              <a:t>Speaker job title</a:t>
            </a:r>
            <a:br>
              <a:rPr lang="en-US" dirty="0"/>
            </a:br>
            <a:r>
              <a:rPr lang="en-US" dirty="0"/>
              <a:t>Speaker company</a:t>
            </a:r>
          </a:p>
        </p:txBody>
      </p:sp>
      <p:sp>
        <p:nvSpPr>
          <p:cNvPr id="8" name="TextBox 7">
            <a:extLst>
              <a:ext uri="{FF2B5EF4-FFF2-40B4-BE49-F238E27FC236}">
                <a16:creationId xmlns:a16="http://schemas.microsoft.com/office/drawing/2014/main" id="{0F412FE6-3787-9446-924A-F202645A1CFC}"/>
              </a:ext>
            </a:extLst>
          </p:cNvPr>
          <p:cNvSpPr txBox="1"/>
          <p:nvPr userDrawn="1"/>
        </p:nvSpPr>
        <p:spPr>
          <a:xfrm>
            <a:off x="504476" y="6389813"/>
            <a:ext cx="2621230" cy="184666"/>
          </a:xfrm>
          <a:prstGeom prst="rect">
            <a:avLst/>
          </a:prstGeom>
          <a:noFill/>
        </p:spPr>
        <p:txBody>
          <a:bodyPr wrap="none" rtlCol="0">
            <a:spAutoFit/>
          </a:bodyPr>
          <a:lstStyle/>
          <a:p>
            <a:pPr algn="l"/>
            <a:r>
              <a:rPr lang="en-US" sz="600" b="0" i="0" dirty="0">
                <a:solidFill>
                  <a:schemeClr val="tx2"/>
                </a:solidFill>
                <a:latin typeface="Amazon Ember Display" panose="020F0603020204020204" pitchFamily="34" charset="0"/>
              </a:rPr>
              <a:t>© 2025, Amazon Web Services, Inc. or its affiliates. All rights reserved.</a:t>
            </a:r>
          </a:p>
        </p:txBody>
      </p:sp>
      <p:pic>
        <p:nvPicPr>
          <p:cNvPr id="9" name="Picture 8">
            <a:extLst>
              <a:ext uri="{FF2B5EF4-FFF2-40B4-BE49-F238E27FC236}">
                <a16:creationId xmlns:a16="http://schemas.microsoft.com/office/drawing/2014/main" id="{B6B38457-CE92-7B1F-6614-6136E9F8F98F}"/>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1027228" y="5740417"/>
            <a:ext cx="783771" cy="469881"/>
          </a:xfrm>
          <a:prstGeom prst="rect">
            <a:avLst/>
          </a:prstGeom>
        </p:spPr>
      </p:pic>
      <p:sp>
        <p:nvSpPr>
          <p:cNvPr id="22" name="TextBox 21">
            <a:extLst>
              <a:ext uri="{FF2B5EF4-FFF2-40B4-BE49-F238E27FC236}">
                <a16:creationId xmlns:a16="http://schemas.microsoft.com/office/drawing/2014/main" id="{19ABE821-C29F-8323-0B26-4C07043DC762}"/>
              </a:ext>
            </a:extLst>
          </p:cNvPr>
          <p:cNvSpPr txBox="1"/>
          <p:nvPr userDrawn="1"/>
        </p:nvSpPr>
        <p:spPr>
          <a:xfrm>
            <a:off x="-135802" y="2471596"/>
            <a:ext cx="65" cy="369332"/>
          </a:xfrm>
          <a:prstGeom prst="rect">
            <a:avLst/>
          </a:prstGeom>
          <a:noFill/>
        </p:spPr>
        <p:txBody>
          <a:bodyPr wrap="none" lIns="0" rIns="0" rtlCol="0">
            <a:spAutoFit/>
          </a:bodyPr>
          <a:lstStyle/>
          <a:p>
            <a:pPr algn="l"/>
            <a:endParaRPr lang="en-US" b="0" i="0" dirty="0" err="1">
              <a:latin typeface="Amazon Ember Display" panose="020F0603020204020204" pitchFamily="34" charset="0"/>
            </a:endParaRPr>
          </a:p>
        </p:txBody>
      </p:sp>
      <p:sp>
        <p:nvSpPr>
          <p:cNvPr id="23" name="Title 1">
            <a:extLst>
              <a:ext uri="{FF2B5EF4-FFF2-40B4-BE49-F238E27FC236}">
                <a16:creationId xmlns:a16="http://schemas.microsoft.com/office/drawing/2014/main" id="{10165371-E8F4-C898-9295-C3E433A3EF22}"/>
              </a:ext>
            </a:extLst>
          </p:cNvPr>
          <p:cNvSpPr>
            <a:spLocks noGrp="1"/>
          </p:cNvSpPr>
          <p:nvPr>
            <p:ph type="ctrTitle" hasCustomPrompt="1"/>
          </p:nvPr>
        </p:nvSpPr>
        <p:spPr>
          <a:xfrm>
            <a:off x="489278" y="928262"/>
            <a:ext cx="6460999" cy="923330"/>
          </a:xfrm>
          <a:prstGeom prst="rect">
            <a:avLst/>
          </a:prstGeom>
        </p:spPr>
        <p:txBody>
          <a:bodyPr wrap="square" anchor="t" anchorCtr="0"/>
          <a:lstStyle>
            <a:lvl1pPr algn="l">
              <a:defRPr sz="6000" b="1" i="0" baseline="0">
                <a:solidFill>
                  <a:schemeClr val="tx2"/>
                </a:solidFill>
                <a:latin typeface="Amazon Ember Display" panose="020F0603020204020204" pitchFamily="34" charset="0"/>
                <a:ea typeface="メイリオ" panose="020B0604030504040204" pitchFamily="34" charset="-128"/>
                <a:cs typeface="Amazon Ember Display" panose="020F0603020204020204" pitchFamily="34" charset="0"/>
              </a:defRPr>
            </a:lvl1pPr>
          </a:lstStyle>
          <a:p>
            <a:r>
              <a:rPr lang="en-US" dirty="0"/>
              <a:t>Enter title</a:t>
            </a:r>
          </a:p>
        </p:txBody>
      </p:sp>
    </p:spTree>
    <p:extLst>
      <p:ext uri="{BB962C8B-B14F-4D97-AF65-F5344CB8AC3E}">
        <p14:creationId xmlns:p14="http://schemas.microsoft.com/office/powerpoint/2010/main" val="33743328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pos="4464" userDrawn="1">
          <p15:clr>
            <a:srgbClr val="FBAE40"/>
          </p15:clr>
        </p15:guide>
        <p15:guide id="3" orient="horz" pos="2736" userDrawn="1">
          <p15:clr>
            <a:srgbClr val="FBAE40"/>
          </p15:clr>
        </p15:guide>
        <p15:guide id="4" orient="horz" pos="1272" userDrawn="1">
          <p15:clr>
            <a:srgbClr val="FBAE40"/>
          </p15:clr>
        </p15:guide>
        <p15:guide id="5" orient="horz" pos="1728" userDrawn="1">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Slide 2B">
    <p:spTree>
      <p:nvGrpSpPr>
        <p:cNvPr id="1" name=""/>
        <p:cNvGrpSpPr/>
        <p:nvPr/>
      </p:nvGrpSpPr>
      <p:grpSpPr>
        <a:xfrm>
          <a:off x="0" y="0"/>
          <a:ext cx="0" cy="0"/>
          <a:chOff x="0" y="0"/>
          <a:chExt cx="0" cy="0"/>
        </a:xfrm>
      </p:grpSpPr>
      <p:pic>
        <p:nvPicPr>
          <p:cNvPr id="19" name="Picture 18">
            <a:extLst>
              <a:ext uri="{FF2B5EF4-FFF2-40B4-BE49-F238E27FC236}">
                <a16:creationId xmlns:a16="http://schemas.microsoft.com/office/drawing/2014/main" id="{D2F7587B-9987-686E-FBA3-C703A0359512}"/>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5" name="Text Placeholder 9">
            <a:extLst>
              <a:ext uri="{FF2B5EF4-FFF2-40B4-BE49-F238E27FC236}">
                <a16:creationId xmlns:a16="http://schemas.microsoft.com/office/drawing/2014/main" id="{E80812B7-8A92-F272-875E-0D757C691E8E}"/>
              </a:ext>
            </a:extLst>
          </p:cNvPr>
          <p:cNvSpPr>
            <a:spLocks noGrp="1"/>
          </p:cNvSpPr>
          <p:nvPr>
            <p:ph type="body" sz="quarter" idx="11" hasCustomPrompt="1"/>
          </p:nvPr>
        </p:nvSpPr>
        <p:spPr>
          <a:xfrm>
            <a:off x="609598" y="5261981"/>
            <a:ext cx="3797302" cy="400110"/>
          </a:xfrm>
        </p:spPr>
        <p:txBody>
          <a:bodyPr wrap="square"/>
          <a:lstStyle>
            <a:lvl1pPr marL="0" indent="0">
              <a:spcAft>
                <a:spcPts val="0"/>
              </a:spcAft>
              <a:buNone/>
              <a:defRPr sz="2000" b="1" i="0" cap="none" spc="0" baseline="0">
                <a:solidFill>
                  <a:schemeClr val="tx2"/>
                </a:solidFill>
                <a:latin typeface="Amazon Ember Display" panose="020F0603020204020204" pitchFamily="34" charset="0"/>
                <a:ea typeface="メイリオ" panose="020B0604030504040204" pitchFamily="34" charset="-128"/>
              </a:defRPr>
            </a:lvl1pPr>
          </a:lstStyle>
          <a:p>
            <a:pPr lvl="0"/>
            <a:r>
              <a:rPr lang="en-US" dirty="0"/>
              <a:t>Speaker name (pronouns)</a:t>
            </a:r>
          </a:p>
        </p:txBody>
      </p:sp>
      <p:sp>
        <p:nvSpPr>
          <p:cNvPr id="7" name="Text Placeholder 11">
            <a:extLst>
              <a:ext uri="{FF2B5EF4-FFF2-40B4-BE49-F238E27FC236}">
                <a16:creationId xmlns:a16="http://schemas.microsoft.com/office/drawing/2014/main" id="{9404D9CE-381D-295C-A64E-88C5D0C0A61D}"/>
              </a:ext>
            </a:extLst>
          </p:cNvPr>
          <p:cNvSpPr>
            <a:spLocks noGrp="1"/>
          </p:cNvSpPr>
          <p:nvPr>
            <p:ph type="body" sz="quarter" idx="12" hasCustomPrompt="1"/>
          </p:nvPr>
        </p:nvSpPr>
        <p:spPr>
          <a:xfrm>
            <a:off x="609598" y="5674769"/>
            <a:ext cx="3797302" cy="584775"/>
          </a:xfrm>
        </p:spPr>
        <p:txBody>
          <a:bodyPr wrap="square"/>
          <a:lstStyle>
            <a:lvl1pPr marL="0" indent="0">
              <a:spcAft>
                <a:spcPts val="300"/>
              </a:spcAft>
              <a:buNone/>
              <a:defRPr sz="1600" b="0" i="0" baseline="0">
                <a:solidFill>
                  <a:schemeClr val="tx2"/>
                </a:solidFill>
                <a:latin typeface="Amazon Ember Display" panose="020F0603020204020204" pitchFamily="34" charset="0"/>
                <a:ea typeface="メイリオ" panose="020B0604030504040204" pitchFamily="34" charset="-128"/>
              </a:defRPr>
            </a:lvl1pPr>
          </a:lstStyle>
          <a:p>
            <a:pPr lvl="0"/>
            <a:r>
              <a:rPr lang="en-US" dirty="0"/>
              <a:t>Speaker job title</a:t>
            </a:r>
            <a:br>
              <a:rPr lang="en-US" dirty="0"/>
            </a:br>
            <a:r>
              <a:rPr lang="en-US" dirty="0"/>
              <a:t>Speaker company</a:t>
            </a:r>
          </a:p>
        </p:txBody>
      </p:sp>
      <p:sp>
        <p:nvSpPr>
          <p:cNvPr id="8" name="TextBox 7">
            <a:extLst>
              <a:ext uri="{FF2B5EF4-FFF2-40B4-BE49-F238E27FC236}">
                <a16:creationId xmlns:a16="http://schemas.microsoft.com/office/drawing/2014/main" id="{ECF72D21-07F0-8A31-A886-8180F34B788F}"/>
              </a:ext>
            </a:extLst>
          </p:cNvPr>
          <p:cNvSpPr txBox="1"/>
          <p:nvPr userDrawn="1"/>
        </p:nvSpPr>
        <p:spPr>
          <a:xfrm>
            <a:off x="504476" y="6389813"/>
            <a:ext cx="2621230" cy="184666"/>
          </a:xfrm>
          <a:prstGeom prst="rect">
            <a:avLst/>
          </a:prstGeom>
          <a:noFill/>
        </p:spPr>
        <p:txBody>
          <a:bodyPr wrap="none" rtlCol="0">
            <a:spAutoFit/>
          </a:bodyPr>
          <a:lstStyle/>
          <a:p>
            <a:pPr algn="l"/>
            <a:r>
              <a:rPr lang="en-US" sz="600" b="0" i="0" dirty="0">
                <a:solidFill>
                  <a:schemeClr val="tx2"/>
                </a:solidFill>
                <a:latin typeface="Amazon Ember Display" panose="020F0603020204020204" pitchFamily="34" charset="0"/>
              </a:rPr>
              <a:t>© 2025, Amazon Web Services, Inc. or its affiliates. All rights reserved.</a:t>
            </a:r>
          </a:p>
        </p:txBody>
      </p:sp>
      <p:pic>
        <p:nvPicPr>
          <p:cNvPr id="20" name="Picture 19">
            <a:extLst>
              <a:ext uri="{FF2B5EF4-FFF2-40B4-BE49-F238E27FC236}">
                <a16:creationId xmlns:a16="http://schemas.microsoft.com/office/drawing/2014/main" id="{9AF3C931-F34B-7961-BC75-B4572B02FF79}"/>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1027228" y="5740417"/>
            <a:ext cx="783771" cy="469881"/>
          </a:xfrm>
          <a:prstGeom prst="rect">
            <a:avLst/>
          </a:prstGeom>
        </p:spPr>
      </p:pic>
      <p:sp>
        <p:nvSpPr>
          <p:cNvPr id="24" name="Rounded Rectangle 23">
            <a:extLst>
              <a:ext uri="{FF2B5EF4-FFF2-40B4-BE49-F238E27FC236}">
                <a16:creationId xmlns:a16="http://schemas.microsoft.com/office/drawing/2014/main" id="{22F49425-7DA0-E6A1-AFFB-06CE3587D57C}"/>
              </a:ext>
            </a:extLst>
          </p:cNvPr>
          <p:cNvSpPr/>
          <p:nvPr userDrawn="1"/>
        </p:nvSpPr>
        <p:spPr>
          <a:xfrm>
            <a:off x="609598" y="304800"/>
            <a:ext cx="2993681" cy="288951"/>
          </a:xfrm>
          <a:prstGeom prst="round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tIns="45720" rIns="45720" rtlCol="0" anchor="ctr"/>
          <a:lstStyle/>
          <a:p>
            <a:pPr algn="ctr"/>
            <a:endParaRPr lang="en-US" b="0" i="0" dirty="0" err="1">
              <a:solidFill>
                <a:schemeClr val="tx1"/>
              </a:solidFill>
              <a:latin typeface="Amazon Ember Display" panose="020F0603020204020204" pitchFamily="34" charset="0"/>
            </a:endParaRPr>
          </a:p>
        </p:txBody>
      </p:sp>
      <p:sp>
        <p:nvSpPr>
          <p:cNvPr id="25" name="Text Placeholder 7">
            <a:extLst>
              <a:ext uri="{FF2B5EF4-FFF2-40B4-BE49-F238E27FC236}">
                <a16:creationId xmlns:a16="http://schemas.microsoft.com/office/drawing/2014/main" id="{C8E54E3F-3CBC-43DF-D0B7-3007697064A8}"/>
              </a:ext>
            </a:extLst>
          </p:cNvPr>
          <p:cNvSpPr>
            <a:spLocks noGrp="1"/>
          </p:cNvSpPr>
          <p:nvPr>
            <p:ph type="body" sz="quarter" idx="10" hasCustomPrompt="1"/>
          </p:nvPr>
        </p:nvSpPr>
        <p:spPr>
          <a:xfrm>
            <a:off x="672969" y="332014"/>
            <a:ext cx="6477002" cy="230832"/>
          </a:xfrm>
        </p:spPr>
        <p:txBody>
          <a:bodyPr wrap="square"/>
          <a:lstStyle>
            <a:lvl1pPr marL="0" indent="0">
              <a:spcAft>
                <a:spcPts val="0"/>
              </a:spcAft>
              <a:buNone/>
              <a:defRPr sz="1000" b="0" i="0" cap="all" spc="200" baseline="0">
                <a:solidFill>
                  <a:schemeClr val="tx2"/>
                </a:solidFill>
                <a:latin typeface="Amazon Ember Mono" panose="020B0509020204020204" pitchFamily="49" charset="0"/>
                <a:ea typeface="Amazon Ember Mono" panose="020B0509020204020204" pitchFamily="49" charset="0"/>
                <a:cs typeface="Amazon Ember Mono" panose="020B0509020204020204" pitchFamily="49" charset="0"/>
              </a:defRPr>
            </a:lvl1pPr>
          </a:lstStyle>
          <a:p>
            <a:pPr lvl="0"/>
            <a:r>
              <a:rPr lang="en-US" dirty="0"/>
              <a:t>Enter session ID if required</a:t>
            </a:r>
          </a:p>
        </p:txBody>
      </p:sp>
      <p:sp>
        <p:nvSpPr>
          <p:cNvPr id="26" name="Subtitle 2">
            <a:extLst>
              <a:ext uri="{FF2B5EF4-FFF2-40B4-BE49-F238E27FC236}">
                <a16:creationId xmlns:a16="http://schemas.microsoft.com/office/drawing/2014/main" id="{7EDB5F6C-924F-E4E4-8B18-2197BA4C3F5E}"/>
              </a:ext>
            </a:extLst>
          </p:cNvPr>
          <p:cNvSpPr>
            <a:spLocks noGrp="1"/>
          </p:cNvSpPr>
          <p:nvPr>
            <p:ph type="subTitle" idx="1" hasCustomPrompt="1"/>
          </p:nvPr>
        </p:nvSpPr>
        <p:spPr>
          <a:xfrm>
            <a:off x="609598" y="1918337"/>
            <a:ext cx="6460998" cy="584775"/>
          </a:xfrm>
        </p:spPr>
        <p:txBody>
          <a:bodyPr wrap="square"/>
          <a:lstStyle>
            <a:lvl1pPr marL="0" indent="0" algn="l">
              <a:spcAft>
                <a:spcPts val="0"/>
              </a:spcAft>
              <a:buFont typeface="Arial" panose="020B0604020202020204" pitchFamily="34" charset="0"/>
              <a:buNone/>
              <a:defRPr sz="3200" b="1" i="0" cap="none" spc="0" baseline="0">
                <a:solidFill>
                  <a:schemeClr val="tx2"/>
                </a:solidFill>
                <a:latin typeface="Amazon Ember Display" panose="020F0603020204020204" pitchFamily="34" charset="0"/>
                <a:ea typeface="メイリオ" panose="020B0604030504040204" pitchFamily="34" charset="-128"/>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Enter subtitle</a:t>
            </a:r>
          </a:p>
        </p:txBody>
      </p:sp>
      <p:sp>
        <p:nvSpPr>
          <p:cNvPr id="2" name="Title 1">
            <a:extLst>
              <a:ext uri="{FF2B5EF4-FFF2-40B4-BE49-F238E27FC236}">
                <a16:creationId xmlns:a16="http://schemas.microsoft.com/office/drawing/2014/main" id="{26F28616-0D97-9CAF-203B-33E2A2B5C1D1}"/>
              </a:ext>
            </a:extLst>
          </p:cNvPr>
          <p:cNvSpPr>
            <a:spLocks noGrp="1"/>
          </p:cNvSpPr>
          <p:nvPr>
            <p:ph type="ctrTitle" hasCustomPrompt="1"/>
          </p:nvPr>
        </p:nvSpPr>
        <p:spPr>
          <a:xfrm>
            <a:off x="489278" y="928262"/>
            <a:ext cx="6460999" cy="923330"/>
          </a:xfrm>
          <a:prstGeom prst="rect">
            <a:avLst/>
          </a:prstGeom>
        </p:spPr>
        <p:txBody>
          <a:bodyPr wrap="square" anchor="t" anchorCtr="0"/>
          <a:lstStyle>
            <a:lvl1pPr algn="l">
              <a:defRPr sz="6000" b="1" i="0" baseline="0">
                <a:solidFill>
                  <a:schemeClr val="tx2"/>
                </a:solidFill>
                <a:latin typeface="Amazon Ember Display" panose="020F0603020204020204" pitchFamily="34" charset="0"/>
                <a:ea typeface="メイリオ" panose="020B0604030504040204" pitchFamily="34" charset="-128"/>
                <a:cs typeface="Amazon Ember Display" panose="020F0603020204020204" pitchFamily="34" charset="0"/>
              </a:defRPr>
            </a:lvl1pPr>
          </a:lstStyle>
          <a:p>
            <a:r>
              <a:rPr lang="en-US" dirty="0"/>
              <a:t>Enter title</a:t>
            </a:r>
          </a:p>
        </p:txBody>
      </p:sp>
    </p:spTree>
    <p:extLst>
      <p:ext uri="{BB962C8B-B14F-4D97-AF65-F5344CB8AC3E}">
        <p14:creationId xmlns:p14="http://schemas.microsoft.com/office/powerpoint/2010/main" val="21983761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pos="4464" userDrawn="1">
          <p15:clr>
            <a:srgbClr val="FBAE40"/>
          </p15:clr>
        </p15:guide>
        <p15:guide id="3" orient="horz" pos="2736" userDrawn="1">
          <p15:clr>
            <a:srgbClr val="FBAE40"/>
          </p15:clr>
        </p15:guide>
        <p15:guide id="4" orient="horz" pos="1272" userDrawn="1">
          <p15:clr>
            <a:srgbClr val="FBAE40"/>
          </p15:clr>
        </p15:guide>
        <p15:guide id="5" orient="horz" pos="1728" userDrawn="1">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_Title Slide 2B">
    <p:spTree>
      <p:nvGrpSpPr>
        <p:cNvPr id="1" name=""/>
        <p:cNvGrpSpPr/>
        <p:nvPr/>
      </p:nvGrpSpPr>
      <p:grpSpPr>
        <a:xfrm>
          <a:off x="0" y="0"/>
          <a:ext cx="0" cy="0"/>
          <a:chOff x="0" y="0"/>
          <a:chExt cx="0" cy="0"/>
        </a:xfrm>
      </p:grpSpPr>
      <p:sp>
        <p:nvSpPr>
          <p:cNvPr id="25" name="Text Placeholder 7">
            <a:extLst>
              <a:ext uri="{FF2B5EF4-FFF2-40B4-BE49-F238E27FC236}">
                <a16:creationId xmlns:a16="http://schemas.microsoft.com/office/drawing/2014/main" id="{C8E54E3F-3CBC-43DF-D0B7-3007697064A8}"/>
              </a:ext>
            </a:extLst>
          </p:cNvPr>
          <p:cNvSpPr>
            <a:spLocks noGrp="1"/>
          </p:cNvSpPr>
          <p:nvPr>
            <p:ph type="body" sz="quarter" idx="10" hasCustomPrompt="1"/>
          </p:nvPr>
        </p:nvSpPr>
        <p:spPr>
          <a:xfrm>
            <a:off x="672969" y="332014"/>
            <a:ext cx="6477002" cy="230832"/>
          </a:xfrm>
        </p:spPr>
        <p:txBody>
          <a:bodyPr wrap="square"/>
          <a:lstStyle>
            <a:lvl1pPr marL="0" indent="0">
              <a:spcAft>
                <a:spcPts val="0"/>
              </a:spcAft>
              <a:buNone/>
              <a:defRPr sz="1000" b="0" i="0" cap="all" spc="200" baseline="0">
                <a:solidFill>
                  <a:schemeClr val="tx2"/>
                </a:solidFill>
                <a:latin typeface="Amazon Ember Mono" panose="020B0509020204020204" pitchFamily="49" charset="0"/>
                <a:ea typeface="Amazon Ember Mono" panose="020B0709020204020204" pitchFamily="49" charset="0"/>
                <a:cs typeface="Amazon Ember Mono" panose="020B0709020204020204" pitchFamily="49" charset="0"/>
              </a:defRPr>
            </a:lvl1pPr>
          </a:lstStyle>
          <a:p>
            <a:pPr lvl="0"/>
            <a:r>
              <a:rPr lang="en-US" dirty="0"/>
              <a:t>Enter session ID if required</a:t>
            </a:r>
          </a:p>
        </p:txBody>
      </p:sp>
      <p:pic>
        <p:nvPicPr>
          <p:cNvPr id="2" name="Picture 1">
            <a:extLst>
              <a:ext uri="{FF2B5EF4-FFF2-40B4-BE49-F238E27FC236}">
                <a16:creationId xmlns:a16="http://schemas.microsoft.com/office/drawing/2014/main" id="{BE5BDDB8-98EE-F01A-753C-07B65A324934}"/>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5" name="Text Placeholder 9">
            <a:extLst>
              <a:ext uri="{FF2B5EF4-FFF2-40B4-BE49-F238E27FC236}">
                <a16:creationId xmlns:a16="http://schemas.microsoft.com/office/drawing/2014/main" id="{E80812B7-8A92-F272-875E-0D757C691E8E}"/>
              </a:ext>
            </a:extLst>
          </p:cNvPr>
          <p:cNvSpPr>
            <a:spLocks noGrp="1"/>
          </p:cNvSpPr>
          <p:nvPr>
            <p:ph type="body" sz="quarter" idx="11" hasCustomPrompt="1"/>
          </p:nvPr>
        </p:nvSpPr>
        <p:spPr>
          <a:xfrm>
            <a:off x="609598" y="5261981"/>
            <a:ext cx="3797302" cy="400110"/>
          </a:xfrm>
        </p:spPr>
        <p:txBody>
          <a:bodyPr wrap="square"/>
          <a:lstStyle>
            <a:lvl1pPr marL="0" indent="0">
              <a:spcAft>
                <a:spcPts val="0"/>
              </a:spcAft>
              <a:buNone/>
              <a:defRPr sz="2000" b="1" i="0" cap="none" spc="0" baseline="0">
                <a:solidFill>
                  <a:schemeClr val="tx2"/>
                </a:solidFill>
                <a:latin typeface="Amazon Ember Display" panose="020F0603020204020204" pitchFamily="34" charset="0"/>
                <a:ea typeface="メイリオ" panose="020B0604030504040204" pitchFamily="34" charset="-128"/>
              </a:defRPr>
            </a:lvl1pPr>
          </a:lstStyle>
          <a:p>
            <a:pPr lvl="0"/>
            <a:r>
              <a:rPr lang="en-US" dirty="0"/>
              <a:t>Speaker name (pronouns)</a:t>
            </a:r>
          </a:p>
        </p:txBody>
      </p:sp>
      <p:sp>
        <p:nvSpPr>
          <p:cNvPr id="7" name="Text Placeholder 11">
            <a:extLst>
              <a:ext uri="{FF2B5EF4-FFF2-40B4-BE49-F238E27FC236}">
                <a16:creationId xmlns:a16="http://schemas.microsoft.com/office/drawing/2014/main" id="{9404D9CE-381D-295C-A64E-88C5D0C0A61D}"/>
              </a:ext>
            </a:extLst>
          </p:cNvPr>
          <p:cNvSpPr>
            <a:spLocks noGrp="1"/>
          </p:cNvSpPr>
          <p:nvPr>
            <p:ph type="body" sz="quarter" idx="12" hasCustomPrompt="1"/>
          </p:nvPr>
        </p:nvSpPr>
        <p:spPr>
          <a:xfrm>
            <a:off x="609598" y="5674769"/>
            <a:ext cx="3797302" cy="584775"/>
          </a:xfrm>
        </p:spPr>
        <p:txBody>
          <a:bodyPr wrap="square"/>
          <a:lstStyle>
            <a:lvl1pPr marL="0" indent="0">
              <a:spcAft>
                <a:spcPts val="300"/>
              </a:spcAft>
              <a:buNone/>
              <a:defRPr sz="1600" b="0" i="0" baseline="0">
                <a:solidFill>
                  <a:schemeClr val="tx2"/>
                </a:solidFill>
                <a:latin typeface="Amazon Ember Display" panose="020F0603020204020204" pitchFamily="34" charset="0"/>
                <a:ea typeface="メイリオ" panose="020B0604030504040204" pitchFamily="34" charset="-128"/>
              </a:defRPr>
            </a:lvl1pPr>
          </a:lstStyle>
          <a:p>
            <a:pPr lvl="0"/>
            <a:r>
              <a:rPr lang="en-US" dirty="0"/>
              <a:t>Speaker job title</a:t>
            </a:r>
            <a:br>
              <a:rPr lang="en-US" dirty="0"/>
            </a:br>
            <a:r>
              <a:rPr lang="en-US" dirty="0"/>
              <a:t>Speaker company</a:t>
            </a:r>
          </a:p>
        </p:txBody>
      </p:sp>
      <p:sp>
        <p:nvSpPr>
          <p:cNvPr id="8" name="TextBox 7">
            <a:extLst>
              <a:ext uri="{FF2B5EF4-FFF2-40B4-BE49-F238E27FC236}">
                <a16:creationId xmlns:a16="http://schemas.microsoft.com/office/drawing/2014/main" id="{ECF72D21-07F0-8A31-A886-8180F34B788F}"/>
              </a:ext>
            </a:extLst>
          </p:cNvPr>
          <p:cNvSpPr txBox="1"/>
          <p:nvPr userDrawn="1"/>
        </p:nvSpPr>
        <p:spPr>
          <a:xfrm>
            <a:off x="504476" y="6389813"/>
            <a:ext cx="2621230" cy="184666"/>
          </a:xfrm>
          <a:prstGeom prst="rect">
            <a:avLst/>
          </a:prstGeom>
          <a:noFill/>
        </p:spPr>
        <p:txBody>
          <a:bodyPr wrap="none" rtlCol="0">
            <a:spAutoFit/>
          </a:bodyPr>
          <a:lstStyle/>
          <a:p>
            <a:pPr algn="l"/>
            <a:r>
              <a:rPr lang="en-US" sz="600" b="0" i="0" dirty="0">
                <a:solidFill>
                  <a:schemeClr val="tx2"/>
                </a:solidFill>
                <a:latin typeface="Amazon Ember Display" panose="020F0603020204020204" pitchFamily="34" charset="0"/>
              </a:rPr>
              <a:t>© 2025, Amazon Web Services, Inc. or its affiliates. All rights reserved.</a:t>
            </a:r>
          </a:p>
        </p:txBody>
      </p:sp>
      <p:pic>
        <p:nvPicPr>
          <p:cNvPr id="20" name="Picture 19">
            <a:extLst>
              <a:ext uri="{FF2B5EF4-FFF2-40B4-BE49-F238E27FC236}">
                <a16:creationId xmlns:a16="http://schemas.microsoft.com/office/drawing/2014/main" id="{9AF3C931-F34B-7961-BC75-B4572B02FF79}"/>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1027228" y="5740417"/>
            <a:ext cx="783771" cy="469881"/>
          </a:xfrm>
          <a:prstGeom prst="rect">
            <a:avLst/>
          </a:prstGeom>
        </p:spPr>
      </p:pic>
      <p:sp>
        <p:nvSpPr>
          <p:cNvPr id="24" name="Rounded Rectangle 23">
            <a:extLst>
              <a:ext uri="{FF2B5EF4-FFF2-40B4-BE49-F238E27FC236}">
                <a16:creationId xmlns:a16="http://schemas.microsoft.com/office/drawing/2014/main" id="{22F49425-7DA0-E6A1-AFFB-06CE3587D57C}"/>
              </a:ext>
            </a:extLst>
          </p:cNvPr>
          <p:cNvSpPr/>
          <p:nvPr userDrawn="1"/>
        </p:nvSpPr>
        <p:spPr>
          <a:xfrm>
            <a:off x="609598" y="304800"/>
            <a:ext cx="2993681" cy="288951"/>
          </a:xfrm>
          <a:prstGeom prst="roundRect">
            <a:avLst/>
          </a:pr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tIns="45720" rIns="45720" rtlCol="0" anchor="ctr"/>
          <a:lstStyle/>
          <a:p>
            <a:pPr algn="ctr"/>
            <a:endParaRPr lang="en-US" b="0" i="0" dirty="0" err="1">
              <a:solidFill>
                <a:schemeClr val="tx1"/>
              </a:solidFill>
              <a:latin typeface="Amazon Ember Display" panose="020F0603020204020204" pitchFamily="34" charset="0"/>
            </a:endParaRPr>
          </a:p>
        </p:txBody>
      </p:sp>
      <p:sp>
        <p:nvSpPr>
          <p:cNvPr id="26" name="Subtitle 2">
            <a:extLst>
              <a:ext uri="{FF2B5EF4-FFF2-40B4-BE49-F238E27FC236}">
                <a16:creationId xmlns:a16="http://schemas.microsoft.com/office/drawing/2014/main" id="{7EDB5F6C-924F-E4E4-8B18-2197BA4C3F5E}"/>
              </a:ext>
            </a:extLst>
          </p:cNvPr>
          <p:cNvSpPr>
            <a:spLocks noGrp="1"/>
          </p:cNvSpPr>
          <p:nvPr>
            <p:ph type="subTitle" idx="1" hasCustomPrompt="1"/>
          </p:nvPr>
        </p:nvSpPr>
        <p:spPr>
          <a:xfrm>
            <a:off x="609598" y="1918337"/>
            <a:ext cx="6460998" cy="584775"/>
          </a:xfrm>
        </p:spPr>
        <p:txBody>
          <a:bodyPr wrap="square"/>
          <a:lstStyle>
            <a:lvl1pPr marL="0" indent="0" algn="l">
              <a:spcAft>
                <a:spcPts val="0"/>
              </a:spcAft>
              <a:buFont typeface="Arial" panose="020B0604020202020204" pitchFamily="34" charset="0"/>
              <a:buNone/>
              <a:defRPr sz="3200" b="1" i="0" cap="none" spc="0" baseline="0">
                <a:solidFill>
                  <a:schemeClr val="tx2"/>
                </a:solidFill>
                <a:latin typeface="Amazon Ember Display" panose="020F0603020204020204" pitchFamily="34" charset="0"/>
                <a:ea typeface="メイリオ" panose="020B0604030504040204" pitchFamily="34" charset="-128"/>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Enter subtitle</a:t>
            </a:r>
          </a:p>
        </p:txBody>
      </p:sp>
      <p:sp>
        <p:nvSpPr>
          <p:cNvPr id="3" name="Text Placeholder 7">
            <a:extLst>
              <a:ext uri="{FF2B5EF4-FFF2-40B4-BE49-F238E27FC236}">
                <a16:creationId xmlns:a16="http://schemas.microsoft.com/office/drawing/2014/main" id="{111574D8-2193-6E96-F970-CA48F920463D}"/>
              </a:ext>
            </a:extLst>
          </p:cNvPr>
          <p:cNvSpPr>
            <a:spLocks noGrp="1"/>
          </p:cNvSpPr>
          <p:nvPr>
            <p:ph type="body" sz="quarter" idx="13" hasCustomPrompt="1"/>
          </p:nvPr>
        </p:nvSpPr>
        <p:spPr>
          <a:xfrm>
            <a:off x="672969" y="332014"/>
            <a:ext cx="6477002" cy="230832"/>
          </a:xfrm>
        </p:spPr>
        <p:txBody>
          <a:bodyPr wrap="square"/>
          <a:lstStyle>
            <a:lvl1pPr marL="0" indent="0">
              <a:spcAft>
                <a:spcPts val="0"/>
              </a:spcAft>
              <a:buNone/>
              <a:defRPr sz="1000" b="0" i="0" cap="all" spc="200" baseline="0">
                <a:solidFill>
                  <a:schemeClr val="tx2"/>
                </a:solidFill>
                <a:latin typeface="Amazon Ember Mono" panose="020B0509020204020204" pitchFamily="49" charset="0"/>
                <a:ea typeface="Amazon Ember Mono" panose="020B0509020204020204" pitchFamily="49" charset="0"/>
                <a:cs typeface="Amazon Ember Mono" panose="020B0509020204020204" pitchFamily="49" charset="0"/>
              </a:defRPr>
            </a:lvl1pPr>
          </a:lstStyle>
          <a:p>
            <a:pPr lvl="0"/>
            <a:r>
              <a:rPr lang="en-US" dirty="0"/>
              <a:t>Enter session ID if required</a:t>
            </a:r>
          </a:p>
        </p:txBody>
      </p:sp>
      <p:sp>
        <p:nvSpPr>
          <p:cNvPr id="4" name="Title 1">
            <a:extLst>
              <a:ext uri="{FF2B5EF4-FFF2-40B4-BE49-F238E27FC236}">
                <a16:creationId xmlns:a16="http://schemas.microsoft.com/office/drawing/2014/main" id="{CF67C28C-2194-7DE3-C4ED-8EF747692F60}"/>
              </a:ext>
            </a:extLst>
          </p:cNvPr>
          <p:cNvSpPr>
            <a:spLocks noGrp="1"/>
          </p:cNvSpPr>
          <p:nvPr>
            <p:ph type="ctrTitle" hasCustomPrompt="1"/>
          </p:nvPr>
        </p:nvSpPr>
        <p:spPr>
          <a:xfrm>
            <a:off x="489278" y="928262"/>
            <a:ext cx="6460999" cy="923330"/>
          </a:xfrm>
          <a:prstGeom prst="rect">
            <a:avLst/>
          </a:prstGeom>
        </p:spPr>
        <p:txBody>
          <a:bodyPr wrap="square" anchor="t" anchorCtr="0"/>
          <a:lstStyle>
            <a:lvl1pPr algn="l">
              <a:defRPr sz="6000" b="1" i="0" baseline="0">
                <a:solidFill>
                  <a:schemeClr val="tx2"/>
                </a:solidFill>
                <a:latin typeface="Amazon Ember Display" panose="020F0603020204020204" pitchFamily="34" charset="0"/>
                <a:ea typeface="メイリオ" panose="020B0604030504040204" pitchFamily="34" charset="-128"/>
                <a:cs typeface="Amazon Ember Display" panose="020F0603020204020204" pitchFamily="34" charset="0"/>
              </a:defRPr>
            </a:lvl1pPr>
          </a:lstStyle>
          <a:p>
            <a:r>
              <a:rPr lang="en-US" dirty="0"/>
              <a:t>Enter title</a:t>
            </a:r>
          </a:p>
        </p:txBody>
      </p:sp>
    </p:spTree>
    <p:extLst>
      <p:ext uri="{BB962C8B-B14F-4D97-AF65-F5344CB8AC3E}">
        <p14:creationId xmlns:p14="http://schemas.microsoft.com/office/powerpoint/2010/main" val="9295227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pos="4464">
          <p15:clr>
            <a:srgbClr val="FBAE40"/>
          </p15:clr>
        </p15:guide>
        <p15:guide id="3" orient="horz" pos="2736">
          <p15:clr>
            <a:srgbClr val="FBAE40"/>
          </p15:clr>
        </p15:guide>
        <p15:guide id="4" orient="horz" pos="1272">
          <p15:clr>
            <a:srgbClr val="FBAE40"/>
          </p15:clr>
        </p15:guide>
        <p15:guide id="5" orient="horz" pos="1728">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Agenda Slide 2">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FD9356ED-54C0-AD03-2028-FEFC88C137AB}"/>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7" name="Text Placeholder 6">
            <a:extLst>
              <a:ext uri="{FF2B5EF4-FFF2-40B4-BE49-F238E27FC236}">
                <a16:creationId xmlns:a16="http://schemas.microsoft.com/office/drawing/2014/main" id="{11750401-572B-4B45-BF07-5D528B05F88A}"/>
              </a:ext>
            </a:extLst>
          </p:cNvPr>
          <p:cNvSpPr>
            <a:spLocks noGrp="1"/>
          </p:cNvSpPr>
          <p:nvPr>
            <p:ph type="body" sz="quarter" idx="10" hasCustomPrompt="1"/>
          </p:nvPr>
        </p:nvSpPr>
        <p:spPr>
          <a:xfrm>
            <a:off x="609600" y="1376363"/>
            <a:ext cx="11247438" cy="3293209"/>
          </a:xfrm>
        </p:spPr>
        <p:txBody>
          <a:bodyPr/>
          <a:lstStyle>
            <a:lvl1pPr marL="0" indent="0">
              <a:spcAft>
                <a:spcPts val="3000"/>
              </a:spcAft>
              <a:buNone/>
              <a:defRPr sz="2400" b="0" i="0">
                <a:latin typeface="Amazon Ember Display" panose="020F0603020204020204" pitchFamily="34" charset="0"/>
              </a:defRPr>
            </a:lvl1pPr>
            <a:lvl2pPr marL="0" indent="0">
              <a:spcAft>
                <a:spcPts val="3000"/>
              </a:spcAft>
              <a:buNone/>
              <a:defRPr sz="2400" b="0" i="0">
                <a:latin typeface="Amazon Ember Display" panose="020F0603020204020204" pitchFamily="34" charset="0"/>
              </a:defRPr>
            </a:lvl2pPr>
            <a:lvl3pPr marL="0" indent="0">
              <a:spcAft>
                <a:spcPts val="3000"/>
              </a:spcAft>
              <a:buNone/>
              <a:defRPr sz="2400" b="0" i="0">
                <a:latin typeface="Amazon Ember Display" panose="020F0603020204020204" pitchFamily="34" charset="0"/>
              </a:defRPr>
            </a:lvl3pPr>
            <a:lvl4pPr marL="0" indent="0">
              <a:spcAft>
                <a:spcPts val="3000"/>
              </a:spcAft>
              <a:buNone/>
              <a:defRPr sz="2400" b="0" i="0">
                <a:latin typeface="Amazon Ember Display" panose="020F0603020204020204" pitchFamily="34" charset="0"/>
              </a:defRPr>
            </a:lvl4pPr>
            <a:lvl5pPr marL="0" indent="0">
              <a:spcAft>
                <a:spcPts val="3000"/>
              </a:spcAft>
              <a:buNone/>
              <a:defRPr sz="2400" b="0" i="0">
                <a:latin typeface="Amazon Ember Display" panose="020F0603020204020204" pitchFamily="34" charset="0"/>
              </a:defRPr>
            </a:lvl5pPr>
          </a:lstStyle>
          <a:p>
            <a:pPr lvl="0"/>
            <a:r>
              <a:rPr lang="en-US" dirty="0"/>
              <a:t>Enter high-level agenda items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Date Placeholder 2">
            <a:extLst>
              <a:ext uri="{FF2B5EF4-FFF2-40B4-BE49-F238E27FC236}">
                <a16:creationId xmlns:a16="http://schemas.microsoft.com/office/drawing/2014/main" id="{CF5A1D86-6A7C-4718-BC8A-729563F7E07F}"/>
              </a:ext>
            </a:extLst>
          </p:cNvPr>
          <p:cNvSpPr>
            <a:spLocks noGrp="1"/>
          </p:cNvSpPr>
          <p:nvPr>
            <p:ph type="dt" sz="half" idx="11"/>
          </p:nvPr>
        </p:nvSpPr>
        <p:spPr/>
        <p:txBody>
          <a:bodyPr/>
          <a:lstStyle>
            <a:lvl1pPr>
              <a:defRPr b="0" i="0">
                <a:latin typeface="Amazon Ember Display" panose="020F0603020204020204" pitchFamily="34" charset="0"/>
              </a:defRPr>
            </a:lvl1pPr>
          </a:lstStyle>
          <a:p>
            <a:fld id="{0DF1397A-188B-E44C-8056-19F1377F0177}" type="datetime1">
              <a:rPr lang="ja-JP" altLang="en-US" smtClean="0"/>
              <a:t>2026/1/26</a:t>
            </a:fld>
            <a:endParaRPr lang="en-US" dirty="0"/>
          </a:p>
        </p:txBody>
      </p:sp>
      <p:sp>
        <p:nvSpPr>
          <p:cNvPr id="4" name="Footer Placeholder 3">
            <a:extLst>
              <a:ext uri="{FF2B5EF4-FFF2-40B4-BE49-F238E27FC236}">
                <a16:creationId xmlns:a16="http://schemas.microsoft.com/office/drawing/2014/main" id="{AC5447C4-003F-49F1-92D9-AA8E16018146}"/>
              </a:ext>
            </a:extLst>
          </p:cNvPr>
          <p:cNvSpPr>
            <a:spLocks noGrp="1"/>
          </p:cNvSpPr>
          <p:nvPr>
            <p:ph type="ftr" sz="quarter" idx="12"/>
          </p:nvPr>
        </p:nvSpPr>
        <p:spPr/>
        <p:txBody>
          <a:bodyPr/>
          <a:lstStyle>
            <a:lvl1pPr>
              <a:defRPr b="0" i="0">
                <a:latin typeface="Amazon Ember Display" panose="020F0603020204020204" pitchFamily="34" charset="0"/>
              </a:defRPr>
            </a:lvl1pPr>
          </a:lstStyle>
          <a:p>
            <a:endParaRPr lang="en-US" dirty="0"/>
          </a:p>
        </p:txBody>
      </p:sp>
      <p:sp>
        <p:nvSpPr>
          <p:cNvPr id="5" name="Slide Number Placeholder 4">
            <a:extLst>
              <a:ext uri="{FF2B5EF4-FFF2-40B4-BE49-F238E27FC236}">
                <a16:creationId xmlns:a16="http://schemas.microsoft.com/office/drawing/2014/main" id="{784C0F27-F073-46C5-99AA-D6BC67A40F51}"/>
              </a:ext>
            </a:extLst>
          </p:cNvPr>
          <p:cNvSpPr>
            <a:spLocks noGrp="1"/>
          </p:cNvSpPr>
          <p:nvPr>
            <p:ph type="sldNum" sz="quarter" idx="13"/>
          </p:nvPr>
        </p:nvSpPr>
        <p:spPr/>
        <p:txBody>
          <a:bodyPr/>
          <a:lstStyle>
            <a:lvl1pPr>
              <a:defRPr b="0" i="0">
                <a:latin typeface="Amazon Ember Display" panose="020F0603020204020204" pitchFamily="34" charset="0"/>
              </a:defRPr>
            </a:lvl1pPr>
          </a:lstStyle>
          <a:p>
            <a:fld id="{EB4B8DE2-A4E8-46E4-8BBF-D75455EFF32C}" type="slidenum">
              <a:rPr lang="en-US" smtClean="0"/>
              <a:pPr/>
              <a:t>‹#›</a:t>
            </a:fld>
            <a:endParaRPr lang="en-US" dirty="0"/>
          </a:p>
        </p:txBody>
      </p:sp>
      <p:sp>
        <p:nvSpPr>
          <p:cNvPr id="8" name="タイトル 7">
            <a:extLst>
              <a:ext uri="{FF2B5EF4-FFF2-40B4-BE49-F238E27FC236}">
                <a16:creationId xmlns:a16="http://schemas.microsoft.com/office/drawing/2014/main" id="{C0EBA330-A9BA-D5D8-37AC-B5CABD7B7FFE}"/>
              </a:ext>
            </a:extLst>
          </p:cNvPr>
          <p:cNvSpPr>
            <a:spLocks noGrp="1"/>
          </p:cNvSpPr>
          <p:nvPr>
            <p:ph type="title"/>
          </p:nvPr>
        </p:nvSpPr>
        <p:spPr/>
        <p:txBody>
          <a:bodyPr/>
          <a:lstStyle/>
          <a:p>
            <a:r>
              <a:rPr kumimoji="1" lang="ja-JP" altLang="en-US"/>
              <a:t>マスター タイトルの書式設定</a:t>
            </a:r>
          </a:p>
        </p:txBody>
      </p:sp>
      <p:sp>
        <p:nvSpPr>
          <p:cNvPr id="2" name="TextBox 12">
            <a:extLst>
              <a:ext uri="{FF2B5EF4-FFF2-40B4-BE49-F238E27FC236}">
                <a16:creationId xmlns:a16="http://schemas.microsoft.com/office/drawing/2014/main" id="{7CEE6E54-3D0F-78E5-9860-69B73337B8BF}"/>
              </a:ext>
            </a:extLst>
          </p:cNvPr>
          <p:cNvSpPr txBox="1"/>
          <p:nvPr userDrawn="1"/>
        </p:nvSpPr>
        <p:spPr>
          <a:xfrm>
            <a:off x="1141084" y="6389813"/>
            <a:ext cx="2621230" cy="184666"/>
          </a:xfrm>
          <a:prstGeom prst="rect">
            <a:avLst/>
          </a:prstGeom>
          <a:noFill/>
        </p:spPr>
        <p:txBody>
          <a:bodyPr wrap="none" rtlCol="0">
            <a:spAutoFit/>
          </a:bodyPr>
          <a:lstStyle/>
          <a:p>
            <a:pPr algn="l"/>
            <a:r>
              <a:rPr lang="en-US" sz="600" b="0" i="0" dirty="0">
                <a:solidFill>
                  <a:schemeClr val="tx2"/>
                </a:solidFill>
                <a:latin typeface="Amazon Ember Display" panose="020F0603020204020204" pitchFamily="34" charset="0"/>
              </a:rPr>
              <a:t>© 2025, Amazon Web Services, Inc. or its affiliates. All rights reserved.</a:t>
            </a:r>
          </a:p>
        </p:txBody>
      </p:sp>
      <p:pic>
        <p:nvPicPr>
          <p:cNvPr id="6" name="Picture 7">
            <a:extLst>
              <a:ext uri="{FF2B5EF4-FFF2-40B4-BE49-F238E27FC236}">
                <a16:creationId xmlns:a16="http://schemas.microsoft.com/office/drawing/2014/main" id="{FB5520A7-B5F3-E043-402C-C6C6417C3314}"/>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595295" y="6338002"/>
            <a:ext cx="365760" cy="219048"/>
          </a:xfrm>
          <a:prstGeom prst="rect">
            <a:avLst/>
          </a:prstGeom>
        </p:spPr>
      </p:pic>
    </p:spTree>
    <p:extLst>
      <p:ext uri="{BB962C8B-B14F-4D97-AF65-F5344CB8AC3E}">
        <p14:creationId xmlns:p14="http://schemas.microsoft.com/office/powerpoint/2010/main" val="10707938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Agenda Slide 3">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DB267722-074B-A21B-E711-8760B52945C3}"/>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3" name="Date Placeholder 2">
            <a:extLst>
              <a:ext uri="{FF2B5EF4-FFF2-40B4-BE49-F238E27FC236}">
                <a16:creationId xmlns:a16="http://schemas.microsoft.com/office/drawing/2014/main" id="{CF5A1D86-6A7C-4718-BC8A-729563F7E07F}"/>
              </a:ext>
            </a:extLst>
          </p:cNvPr>
          <p:cNvSpPr>
            <a:spLocks noGrp="1"/>
          </p:cNvSpPr>
          <p:nvPr>
            <p:ph type="dt" sz="half" idx="11"/>
          </p:nvPr>
        </p:nvSpPr>
        <p:spPr/>
        <p:txBody>
          <a:bodyPr/>
          <a:lstStyle>
            <a:lvl1pPr>
              <a:defRPr b="0" i="0">
                <a:latin typeface="Amazon Ember Display" panose="020F0603020204020204" pitchFamily="34" charset="0"/>
              </a:defRPr>
            </a:lvl1pPr>
          </a:lstStyle>
          <a:p>
            <a:fld id="{FA2C8ABB-0507-9F46-BC97-23700EAD8347}" type="datetime1">
              <a:rPr lang="ja-JP" altLang="en-US" smtClean="0"/>
              <a:t>2026/1/26</a:t>
            </a:fld>
            <a:endParaRPr lang="en-US" dirty="0"/>
          </a:p>
        </p:txBody>
      </p:sp>
      <p:sp>
        <p:nvSpPr>
          <p:cNvPr id="4" name="Footer Placeholder 3">
            <a:extLst>
              <a:ext uri="{FF2B5EF4-FFF2-40B4-BE49-F238E27FC236}">
                <a16:creationId xmlns:a16="http://schemas.microsoft.com/office/drawing/2014/main" id="{AC5447C4-003F-49F1-92D9-AA8E16018146}"/>
              </a:ext>
            </a:extLst>
          </p:cNvPr>
          <p:cNvSpPr>
            <a:spLocks noGrp="1"/>
          </p:cNvSpPr>
          <p:nvPr>
            <p:ph type="ftr" sz="quarter" idx="12"/>
          </p:nvPr>
        </p:nvSpPr>
        <p:spPr/>
        <p:txBody>
          <a:bodyPr/>
          <a:lstStyle>
            <a:lvl1pPr>
              <a:defRPr b="0" i="0">
                <a:latin typeface="Amazon Ember Display" panose="020F0603020204020204" pitchFamily="34" charset="0"/>
              </a:defRPr>
            </a:lvl1pPr>
          </a:lstStyle>
          <a:p>
            <a:endParaRPr lang="en-US" dirty="0"/>
          </a:p>
        </p:txBody>
      </p:sp>
      <p:sp>
        <p:nvSpPr>
          <p:cNvPr id="5" name="Slide Number Placeholder 4">
            <a:extLst>
              <a:ext uri="{FF2B5EF4-FFF2-40B4-BE49-F238E27FC236}">
                <a16:creationId xmlns:a16="http://schemas.microsoft.com/office/drawing/2014/main" id="{784C0F27-F073-46C5-99AA-D6BC67A40F51}"/>
              </a:ext>
            </a:extLst>
          </p:cNvPr>
          <p:cNvSpPr>
            <a:spLocks noGrp="1"/>
          </p:cNvSpPr>
          <p:nvPr>
            <p:ph type="sldNum" sz="quarter" idx="13"/>
          </p:nvPr>
        </p:nvSpPr>
        <p:spPr/>
        <p:txBody>
          <a:bodyPr/>
          <a:lstStyle>
            <a:lvl1pPr>
              <a:defRPr b="0" i="0">
                <a:latin typeface="Amazon Ember Display" panose="020F0603020204020204" pitchFamily="34" charset="0"/>
              </a:defRPr>
            </a:lvl1pPr>
          </a:lstStyle>
          <a:p>
            <a:fld id="{EB4B8DE2-A4E8-46E4-8BBF-D75455EFF32C}" type="slidenum">
              <a:rPr lang="en-US" smtClean="0"/>
              <a:pPr/>
              <a:t>‹#›</a:t>
            </a:fld>
            <a:endParaRPr lang="en-US" dirty="0"/>
          </a:p>
        </p:txBody>
      </p:sp>
      <p:sp>
        <p:nvSpPr>
          <p:cNvPr id="6" name="Text Placeholder 6">
            <a:extLst>
              <a:ext uri="{FF2B5EF4-FFF2-40B4-BE49-F238E27FC236}">
                <a16:creationId xmlns:a16="http://schemas.microsoft.com/office/drawing/2014/main" id="{9FC45F5C-9AFC-F8A2-A854-1526E2038314}"/>
              </a:ext>
            </a:extLst>
          </p:cNvPr>
          <p:cNvSpPr>
            <a:spLocks noGrp="1"/>
          </p:cNvSpPr>
          <p:nvPr>
            <p:ph type="body" sz="quarter" idx="10" hasCustomPrompt="1"/>
          </p:nvPr>
        </p:nvSpPr>
        <p:spPr>
          <a:xfrm>
            <a:off x="609600" y="1376363"/>
            <a:ext cx="11247438" cy="3293209"/>
          </a:xfrm>
        </p:spPr>
        <p:txBody>
          <a:bodyPr/>
          <a:lstStyle>
            <a:lvl1pPr marL="0" indent="0">
              <a:spcAft>
                <a:spcPts val="3000"/>
              </a:spcAft>
              <a:buNone/>
              <a:defRPr sz="2400" b="0" i="0">
                <a:latin typeface="Amazon Ember Display" panose="020F0603020204020204" pitchFamily="34" charset="0"/>
              </a:defRPr>
            </a:lvl1pPr>
            <a:lvl2pPr marL="0" indent="0">
              <a:spcAft>
                <a:spcPts val="3000"/>
              </a:spcAft>
              <a:buNone/>
              <a:defRPr sz="2400" b="0" i="0">
                <a:latin typeface="Amazon Ember Display" panose="020F0603020204020204" pitchFamily="34" charset="0"/>
              </a:defRPr>
            </a:lvl2pPr>
            <a:lvl3pPr marL="0" indent="0">
              <a:spcAft>
                <a:spcPts val="3000"/>
              </a:spcAft>
              <a:buNone/>
              <a:defRPr sz="2400" b="0" i="0">
                <a:latin typeface="Amazon Ember Display" panose="020F0603020204020204" pitchFamily="34" charset="0"/>
              </a:defRPr>
            </a:lvl3pPr>
            <a:lvl4pPr marL="0" indent="0">
              <a:spcAft>
                <a:spcPts val="3000"/>
              </a:spcAft>
              <a:buNone/>
              <a:defRPr sz="2400" b="0" i="0">
                <a:latin typeface="Amazon Ember Display" panose="020F0603020204020204" pitchFamily="34" charset="0"/>
              </a:defRPr>
            </a:lvl4pPr>
            <a:lvl5pPr marL="0" indent="0">
              <a:spcAft>
                <a:spcPts val="3000"/>
              </a:spcAft>
              <a:buNone/>
              <a:defRPr sz="2400" b="0" i="0">
                <a:latin typeface="Amazon Ember Display" panose="020F0603020204020204" pitchFamily="34" charset="0"/>
              </a:defRPr>
            </a:lvl5pPr>
          </a:lstStyle>
          <a:p>
            <a:pPr lvl="0"/>
            <a:r>
              <a:rPr lang="en-US" dirty="0"/>
              <a:t>Enter high-level agenda items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タイトル 6">
            <a:extLst>
              <a:ext uri="{FF2B5EF4-FFF2-40B4-BE49-F238E27FC236}">
                <a16:creationId xmlns:a16="http://schemas.microsoft.com/office/drawing/2014/main" id="{4A46B114-7DC1-3BD6-D7DD-5F5581F9C749}"/>
              </a:ext>
            </a:extLst>
          </p:cNvPr>
          <p:cNvSpPr>
            <a:spLocks noGrp="1"/>
          </p:cNvSpPr>
          <p:nvPr>
            <p:ph type="title"/>
          </p:nvPr>
        </p:nvSpPr>
        <p:spPr/>
        <p:txBody>
          <a:bodyPr/>
          <a:lstStyle/>
          <a:p>
            <a:r>
              <a:rPr kumimoji="1" lang="ja-JP" altLang="en-US"/>
              <a:t>マスター タイトルの書式設定</a:t>
            </a:r>
          </a:p>
        </p:txBody>
      </p:sp>
      <p:sp>
        <p:nvSpPr>
          <p:cNvPr id="2" name="TextBox 12">
            <a:extLst>
              <a:ext uri="{FF2B5EF4-FFF2-40B4-BE49-F238E27FC236}">
                <a16:creationId xmlns:a16="http://schemas.microsoft.com/office/drawing/2014/main" id="{94A1FC8D-EBC8-93AF-7653-CF2935912F77}"/>
              </a:ext>
            </a:extLst>
          </p:cNvPr>
          <p:cNvSpPr txBox="1"/>
          <p:nvPr userDrawn="1"/>
        </p:nvSpPr>
        <p:spPr>
          <a:xfrm>
            <a:off x="1141084" y="6389813"/>
            <a:ext cx="2621230" cy="184666"/>
          </a:xfrm>
          <a:prstGeom prst="rect">
            <a:avLst/>
          </a:prstGeom>
          <a:noFill/>
        </p:spPr>
        <p:txBody>
          <a:bodyPr wrap="none" rtlCol="0">
            <a:spAutoFit/>
          </a:bodyPr>
          <a:lstStyle/>
          <a:p>
            <a:pPr algn="l"/>
            <a:r>
              <a:rPr lang="en-US" sz="600" b="0" i="0" dirty="0">
                <a:solidFill>
                  <a:schemeClr val="tx2"/>
                </a:solidFill>
                <a:latin typeface="Amazon Ember Display" panose="020F0603020204020204" pitchFamily="34" charset="0"/>
              </a:rPr>
              <a:t>© 2025, Amazon Web Services, Inc. or its affiliates. All rights reserved.</a:t>
            </a:r>
          </a:p>
        </p:txBody>
      </p:sp>
      <p:pic>
        <p:nvPicPr>
          <p:cNvPr id="8" name="Picture 7">
            <a:extLst>
              <a:ext uri="{FF2B5EF4-FFF2-40B4-BE49-F238E27FC236}">
                <a16:creationId xmlns:a16="http://schemas.microsoft.com/office/drawing/2014/main" id="{9DE306E4-A541-9621-99D8-DF0F72019EC7}"/>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595295" y="6338002"/>
            <a:ext cx="365760" cy="219048"/>
          </a:xfrm>
          <a:prstGeom prst="rect">
            <a:avLst/>
          </a:prstGeom>
        </p:spPr>
      </p:pic>
    </p:spTree>
    <p:extLst>
      <p:ext uri="{BB962C8B-B14F-4D97-AF65-F5344CB8AC3E}">
        <p14:creationId xmlns:p14="http://schemas.microsoft.com/office/powerpoint/2010/main" val="18930515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 Only Gradient 1">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832C0AD3-8E0A-E268-62C3-C4FC5A4FB672}"/>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7" name="Date Placeholder 6">
            <a:extLst>
              <a:ext uri="{FF2B5EF4-FFF2-40B4-BE49-F238E27FC236}">
                <a16:creationId xmlns:a16="http://schemas.microsoft.com/office/drawing/2014/main" id="{9FF00575-76B9-4D8B-9903-136ED9A42301}"/>
              </a:ext>
            </a:extLst>
          </p:cNvPr>
          <p:cNvSpPr>
            <a:spLocks noGrp="1"/>
          </p:cNvSpPr>
          <p:nvPr>
            <p:ph type="dt" sz="half" idx="10"/>
          </p:nvPr>
        </p:nvSpPr>
        <p:spPr/>
        <p:txBody>
          <a:bodyPr/>
          <a:lstStyle>
            <a:lvl1pPr>
              <a:defRPr b="0" i="0">
                <a:latin typeface="Amazon Ember Display" panose="020F0603020204020204" pitchFamily="34" charset="0"/>
              </a:defRPr>
            </a:lvl1pPr>
          </a:lstStyle>
          <a:p>
            <a:fld id="{69C94132-084E-5749-9241-E3954A6E053E}" type="datetime1">
              <a:rPr lang="ja-JP" altLang="en-US" smtClean="0"/>
              <a:t>2026/1/26</a:t>
            </a:fld>
            <a:endParaRPr lang="en-US" dirty="0"/>
          </a:p>
        </p:txBody>
      </p:sp>
      <p:sp>
        <p:nvSpPr>
          <p:cNvPr id="8" name="Footer Placeholder 7">
            <a:extLst>
              <a:ext uri="{FF2B5EF4-FFF2-40B4-BE49-F238E27FC236}">
                <a16:creationId xmlns:a16="http://schemas.microsoft.com/office/drawing/2014/main" id="{56CDB515-1F55-4916-8897-BD5A83C12C05}"/>
              </a:ext>
            </a:extLst>
          </p:cNvPr>
          <p:cNvSpPr>
            <a:spLocks noGrp="1"/>
          </p:cNvSpPr>
          <p:nvPr>
            <p:ph type="ftr" sz="quarter" idx="11"/>
          </p:nvPr>
        </p:nvSpPr>
        <p:spPr/>
        <p:txBody>
          <a:bodyPr/>
          <a:lstStyle>
            <a:lvl1pPr>
              <a:defRPr b="0" i="0">
                <a:latin typeface="Amazon Ember Display" panose="020F0603020204020204" pitchFamily="34" charset="0"/>
              </a:defRPr>
            </a:lvl1pPr>
          </a:lstStyle>
          <a:p>
            <a:endParaRPr lang="en-US" dirty="0"/>
          </a:p>
        </p:txBody>
      </p:sp>
      <p:sp>
        <p:nvSpPr>
          <p:cNvPr id="9" name="Slide Number Placeholder 8">
            <a:extLst>
              <a:ext uri="{FF2B5EF4-FFF2-40B4-BE49-F238E27FC236}">
                <a16:creationId xmlns:a16="http://schemas.microsoft.com/office/drawing/2014/main" id="{2A0F2630-6040-4D96-BE1B-D7C27F2C1B9C}"/>
              </a:ext>
            </a:extLst>
          </p:cNvPr>
          <p:cNvSpPr>
            <a:spLocks noGrp="1"/>
          </p:cNvSpPr>
          <p:nvPr>
            <p:ph type="sldNum" sz="quarter" idx="12"/>
          </p:nvPr>
        </p:nvSpPr>
        <p:spPr/>
        <p:txBody>
          <a:bodyPr/>
          <a:lstStyle>
            <a:lvl1pPr>
              <a:defRPr b="0" i="0">
                <a:solidFill>
                  <a:schemeClr val="tx2"/>
                </a:solidFill>
                <a:latin typeface="Amazon Ember Display" panose="020F0603020204020204" pitchFamily="34" charset="0"/>
              </a:defRPr>
            </a:lvl1pPr>
          </a:lstStyle>
          <a:p>
            <a:fld id="{EB4B8DE2-A4E8-46E4-8BBF-D75455EFF32C}" type="slidenum">
              <a:rPr lang="en-US" smtClean="0"/>
              <a:pPr/>
              <a:t>‹#›</a:t>
            </a:fld>
            <a:endParaRPr lang="en-US" dirty="0"/>
          </a:p>
        </p:txBody>
      </p:sp>
      <p:pic>
        <p:nvPicPr>
          <p:cNvPr id="4" name="Picture 3">
            <a:extLst>
              <a:ext uri="{FF2B5EF4-FFF2-40B4-BE49-F238E27FC236}">
                <a16:creationId xmlns:a16="http://schemas.microsoft.com/office/drawing/2014/main" id="{5B337A45-3492-46BC-9D48-C3D405117133}"/>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595295" y="6338002"/>
            <a:ext cx="365760" cy="218756"/>
          </a:xfrm>
          <a:prstGeom prst="rect">
            <a:avLst/>
          </a:prstGeom>
        </p:spPr>
      </p:pic>
      <p:pic>
        <p:nvPicPr>
          <p:cNvPr id="16" name="Picture 15">
            <a:extLst>
              <a:ext uri="{FF2B5EF4-FFF2-40B4-BE49-F238E27FC236}">
                <a16:creationId xmlns:a16="http://schemas.microsoft.com/office/drawing/2014/main" id="{74FB8723-8ACA-4EE1-B41C-61357DA12BFF}"/>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595295" y="6338002"/>
            <a:ext cx="365760" cy="219048"/>
          </a:xfrm>
          <a:prstGeom prst="rect">
            <a:avLst/>
          </a:prstGeom>
        </p:spPr>
      </p:pic>
      <p:sp>
        <p:nvSpPr>
          <p:cNvPr id="3" name="TextBox 2">
            <a:extLst>
              <a:ext uri="{FF2B5EF4-FFF2-40B4-BE49-F238E27FC236}">
                <a16:creationId xmlns:a16="http://schemas.microsoft.com/office/drawing/2014/main" id="{4428B6B8-8E5D-CCC5-1806-0A8018C1A944}"/>
              </a:ext>
            </a:extLst>
          </p:cNvPr>
          <p:cNvSpPr txBox="1"/>
          <p:nvPr userDrawn="1"/>
        </p:nvSpPr>
        <p:spPr>
          <a:xfrm>
            <a:off x="1141084" y="6389813"/>
            <a:ext cx="2621230" cy="184666"/>
          </a:xfrm>
          <a:prstGeom prst="rect">
            <a:avLst/>
          </a:prstGeom>
          <a:noFill/>
        </p:spPr>
        <p:txBody>
          <a:bodyPr wrap="none" rtlCol="0">
            <a:spAutoFit/>
          </a:bodyPr>
          <a:lstStyle/>
          <a:p>
            <a:pPr algn="l"/>
            <a:r>
              <a:rPr lang="en-US" sz="600" b="0" i="0" dirty="0">
                <a:solidFill>
                  <a:schemeClr val="tx2"/>
                </a:solidFill>
                <a:latin typeface="Amazon Ember Display" panose="020F0603020204020204" pitchFamily="34" charset="0"/>
              </a:rPr>
              <a:t>© 2025, Amazon Web Services, Inc. or its affiliates. All rights reserved.</a:t>
            </a:r>
          </a:p>
        </p:txBody>
      </p:sp>
      <p:sp>
        <p:nvSpPr>
          <p:cNvPr id="5" name="タイトル 4">
            <a:extLst>
              <a:ext uri="{FF2B5EF4-FFF2-40B4-BE49-F238E27FC236}">
                <a16:creationId xmlns:a16="http://schemas.microsoft.com/office/drawing/2014/main" id="{D209D7CF-DD7F-9A42-8EAA-D52D3DF8CB05}"/>
              </a:ext>
            </a:extLst>
          </p:cNvPr>
          <p:cNvSpPr>
            <a:spLocks noGrp="1"/>
          </p:cNvSpPr>
          <p:nvPr>
            <p:ph type="title"/>
          </p:nvPr>
        </p:nvSpPr>
        <p:spPr/>
        <p:txBody>
          <a:bodyPr/>
          <a:lstStyle/>
          <a:p>
            <a:r>
              <a:rPr kumimoji="1" lang="ja-JP" altLang="en-US"/>
              <a:t>マスター タイトルの書式設定</a:t>
            </a:r>
          </a:p>
        </p:txBody>
      </p:sp>
    </p:spTree>
    <p:extLst>
      <p:ext uri="{BB962C8B-B14F-4D97-AF65-F5344CB8AC3E}">
        <p14:creationId xmlns:p14="http://schemas.microsoft.com/office/powerpoint/2010/main" val="34016889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itle Only Gradient 2">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A80C3FBB-5E23-AF69-9744-2F6B8EFD3C05}"/>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7" name="Date Placeholder 6">
            <a:extLst>
              <a:ext uri="{FF2B5EF4-FFF2-40B4-BE49-F238E27FC236}">
                <a16:creationId xmlns:a16="http://schemas.microsoft.com/office/drawing/2014/main" id="{9FF00575-76B9-4D8B-9903-136ED9A42301}"/>
              </a:ext>
            </a:extLst>
          </p:cNvPr>
          <p:cNvSpPr>
            <a:spLocks noGrp="1"/>
          </p:cNvSpPr>
          <p:nvPr>
            <p:ph type="dt" sz="half" idx="10"/>
          </p:nvPr>
        </p:nvSpPr>
        <p:spPr/>
        <p:txBody>
          <a:bodyPr/>
          <a:lstStyle>
            <a:lvl1pPr>
              <a:defRPr b="0" i="0">
                <a:latin typeface="Amazon Ember Display" panose="020F0603020204020204" pitchFamily="34" charset="0"/>
              </a:defRPr>
            </a:lvl1pPr>
          </a:lstStyle>
          <a:p>
            <a:fld id="{1BFD7CDE-BD1F-0848-896F-812B7EE6F296}" type="datetime1">
              <a:rPr lang="ja-JP" altLang="en-US" smtClean="0"/>
              <a:t>2026/1/26</a:t>
            </a:fld>
            <a:endParaRPr lang="en-US" dirty="0"/>
          </a:p>
        </p:txBody>
      </p:sp>
      <p:sp>
        <p:nvSpPr>
          <p:cNvPr id="8" name="Footer Placeholder 7">
            <a:extLst>
              <a:ext uri="{FF2B5EF4-FFF2-40B4-BE49-F238E27FC236}">
                <a16:creationId xmlns:a16="http://schemas.microsoft.com/office/drawing/2014/main" id="{56CDB515-1F55-4916-8897-BD5A83C12C05}"/>
              </a:ext>
            </a:extLst>
          </p:cNvPr>
          <p:cNvSpPr>
            <a:spLocks noGrp="1"/>
          </p:cNvSpPr>
          <p:nvPr>
            <p:ph type="ftr" sz="quarter" idx="11"/>
          </p:nvPr>
        </p:nvSpPr>
        <p:spPr/>
        <p:txBody>
          <a:bodyPr/>
          <a:lstStyle>
            <a:lvl1pPr>
              <a:defRPr b="0" i="0">
                <a:latin typeface="Amazon Ember Display" panose="020F0603020204020204" pitchFamily="34" charset="0"/>
              </a:defRPr>
            </a:lvl1pPr>
          </a:lstStyle>
          <a:p>
            <a:endParaRPr lang="en-US" dirty="0"/>
          </a:p>
        </p:txBody>
      </p:sp>
      <p:sp>
        <p:nvSpPr>
          <p:cNvPr id="9" name="Slide Number Placeholder 8">
            <a:extLst>
              <a:ext uri="{FF2B5EF4-FFF2-40B4-BE49-F238E27FC236}">
                <a16:creationId xmlns:a16="http://schemas.microsoft.com/office/drawing/2014/main" id="{2A0F2630-6040-4D96-BE1B-D7C27F2C1B9C}"/>
              </a:ext>
            </a:extLst>
          </p:cNvPr>
          <p:cNvSpPr>
            <a:spLocks noGrp="1"/>
          </p:cNvSpPr>
          <p:nvPr>
            <p:ph type="sldNum" sz="quarter" idx="12"/>
          </p:nvPr>
        </p:nvSpPr>
        <p:spPr/>
        <p:txBody>
          <a:bodyPr/>
          <a:lstStyle>
            <a:lvl1pPr>
              <a:defRPr b="0" i="0">
                <a:solidFill>
                  <a:schemeClr val="tx2"/>
                </a:solidFill>
                <a:latin typeface="Amazon Ember Display" panose="020F0603020204020204" pitchFamily="34" charset="0"/>
              </a:defRPr>
            </a:lvl1pPr>
          </a:lstStyle>
          <a:p>
            <a:fld id="{EB4B8DE2-A4E8-46E4-8BBF-D75455EFF32C}" type="slidenum">
              <a:rPr lang="en-US" smtClean="0"/>
              <a:pPr/>
              <a:t>‹#›</a:t>
            </a:fld>
            <a:endParaRPr lang="en-US" dirty="0"/>
          </a:p>
        </p:txBody>
      </p:sp>
      <p:pic>
        <p:nvPicPr>
          <p:cNvPr id="4" name="Picture 3">
            <a:extLst>
              <a:ext uri="{FF2B5EF4-FFF2-40B4-BE49-F238E27FC236}">
                <a16:creationId xmlns:a16="http://schemas.microsoft.com/office/drawing/2014/main" id="{5B337A45-3492-46BC-9D48-C3D405117133}"/>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595295" y="6338002"/>
            <a:ext cx="365760" cy="218756"/>
          </a:xfrm>
          <a:prstGeom prst="rect">
            <a:avLst/>
          </a:prstGeom>
        </p:spPr>
      </p:pic>
      <p:pic>
        <p:nvPicPr>
          <p:cNvPr id="16" name="Picture 15">
            <a:extLst>
              <a:ext uri="{FF2B5EF4-FFF2-40B4-BE49-F238E27FC236}">
                <a16:creationId xmlns:a16="http://schemas.microsoft.com/office/drawing/2014/main" id="{74FB8723-8ACA-4EE1-B41C-61357DA12BFF}"/>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595295" y="6338002"/>
            <a:ext cx="365760" cy="219048"/>
          </a:xfrm>
          <a:prstGeom prst="rect">
            <a:avLst/>
          </a:prstGeom>
        </p:spPr>
      </p:pic>
      <p:sp>
        <p:nvSpPr>
          <p:cNvPr id="3" name="TextBox 2">
            <a:extLst>
              <a:ext uri="{FF2B5EF4-FFF2-40B4-BE49-F238E27FC236}">
                <a16:creationId xmlns:a16="http://schemas.microsoft.com/office/drawing/2014/main" id="{F9F4A711-3A53-0556-7C8C-BBE097FED1A5}"/>
              </a:ext>
            </a:extLst>
          </p:cNvPr>
          <p:cNvSpPr txBox="1"/>
          <p:nvPr userDrawn="1"/>
        </p:nvSpPr>
        <p:spPr>
          <a:xfrm>
            <a:off x="1141084" y="6389813"/>
            <a:ext cx="2621230" cy="184666"/>
          </a:xfrm>
          <a:prstGeom prst="rect">
            <a:avLst/>
          </a:prstGeom>
          <a:noFill/>
        </p:spPr>
        <p:txBody>
          <a:bodyPr wrap="none" rtlCol="0">
            <a:spAutoFit/>
          </a:bodyPr>
          <a:lstStyle/>
          <a:p>
            <a:pPr algn="l"/>
            <a:r>
              <a:rPr lang="en-US" sz="600" b="0" i="0" dirty="0">
                <a:solidFill>
                  <a:schemeClr val="tx2"/>
                </a:solidFill>
                <a:latin typeface="Amazon Ember Display" panose="020F0603020204020204" pitchFamily="34" charset="0"/>
              </a:rPr>
              <a:t>© 2025, Amazon Web Services, Inc. or its affiliates. All rights reserved.</a:t>
            </a:r>
          </a:p>
        </p:txBody>
      </p:sp>
      <p:sp>
        <p:nvSpPr>
          <p:cNvPr id="10" name="タイトル 9">
            <a:extLst>
              <a:ext uri="{FF2B5EF4-FFF2-40B4-BE49-F238E27FC236}">
                <a16:creationId xmlns:a16="http://schemas.microsoft.com/office/drawing/2014/main" id="{71AD1362-9648-3D35-80EE-637DB8C452A1}"/>
              </a:ext>
            </a:extLst>
          </p:cNvPr>
          <p:cNvSpPr>
            <a:spLocks noGrp="1"/>
          </p:cNvSpPr>
          <p:nvPr>
            <p:ph type="title"/>
          </p:nvPr>
        </p:nvSpPr>
        <p:spPr/>
        <p:txBody>
          <a:bodyPr/>
          <a:lstStyle/>
          <a:p>
            <a:r>
              <a:rPr kumimoji="1" lang="ja-JP" altLang="en-US"/>
              <a:t>マスター タイトルの書式設定</a:t>
            </a:r>
          </a:p>
        </p:txBody>
      </p:sp>
    </p:spTree>
    <p:extLst>
      <p:ext uri="{BB962C8B-B14F-4D97-AF65-F5344CB8AC3E}">
        <p14:creationId xmlns:p14="http://schemas.microsoft.com/office/powerpoint/2010/main" val="31654446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itle Only Gradient 3">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989A2D94-1136-E0D2-3E6B-F8762074B8ED}"/>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7" name="Date Placeholder 6">
            <a:extLst>
              <a:ext uri="{FF2B5EF4-FFF2-40B4-BE49-F238E27FC236}">
                <a16:creationId xmlns:a16="http://schemas.microsoft.com/office/drawing/2014/main" id="{9FF00575-76B9-4D8B-9903-136ED9A42301}"/>
              </a:ext>
            </a:extLst>
          </p:cNvPr>
          <p:cNvSpPr>
            <a:spLocks noGrp="1"/>
          </p:cNvSpPr>
          <p:nvPr>
            <p:ph type="dt" sz="half" idx="10"/>
          </p:nvPr>
        </p:nvSpPr>
        <p:spPr/>
        <p:txBody>
          <a:bodyPr/>
          <a:lstStyle>
            <a:lvl1pPr>
              <a:defRPr b="0" i="0">
                <a:latin typeface="Amazon Ember Display" panose="020F0603020204020204" pitchFamily="34" charset="0"/>
              </a:defRPr>
            </a:lvl1pPr>
          </a:lstStyle>
          <a:p>
            <a:fld id="{5B50349A-6C40-AF41-9408-7F29CF1ECDB1}" type="datetime1">
              <a:rPr lang="ja-JP" altLang="en-US" smtClean="0"/>
              <a:t>2026/1/26</a:t>
            </a:fld>
            <a:endParaRPr lang="en-US" dirty="0"/>
          </a:p>
        </p:txBody>
      </p:sp>
      <p:sp>
        <p:nvSpPr>
          <p:cNvPr id="8" name="Footer Placeholder 7">
            <a:extLst>
              <a:ext uri="{FF2B5EF4-FFF2-40B4-BE49-F238E27FC236}">
                <a16:creationId xmlns:a16="http://schemas.microsoft.com/office/drawing/2014/main" id="{56CDB515-1F55-4916-8897-BD5A83C12C05}"/>
              </a:ext>
            </a:extLst>
          </p:cNvPr>
          <p:cNvSpPr>
            <a:spLocks noGrp="1"/>
          </p:cNvSpPr>
          <p:nvPr>
            <p:ph type="ftr" sz="quarter" idx="11"/>
          </p:nvPr>
        </p:nvSpPr>
        <p:spPr/>
        <p:txBody>
          <a:bodyPr/>
          <a:lstStyle>
            <a:lvl1pPr>
              <a:defRPr b="0" i="0">
                <a:latin typeface="Amazon Ember Display" panose="020F0603020204020204" pitchFamily="34" charset="0"/>
              </a:defRPr>
            </a:lvl1pPr>
          </a:lstStyle>
          <a:p>
            <a:endParaRPr lang="en-US" dirty="0"/>
          </a:p>
        </p:txBody>
      </p:sp>
      <p:sp>
        <p:nvSpPr>
          <p:cNvPr id="9" name="Slide Number Placeholder 8">
            <a:extLst>
              <a:ext uri="{FF2B5EF4-FFF2-40B4-BE49-F238E27FC236}">
                <a16:creationId xmlns:a16="http://schemas.microsoft.com/office/drawing/2014/main" id="{2A0F2630-6040-4D96-BE1B-D7C27F2C1B9C}"/>
              </a:ext>
            </a:extLst>
          </p:cNvPr>
          <p:cNvSpPr>
            <a:spLocks noGrp="1"/>
          </p:cNvSpPr>
          <p:nvPr>
            <p:ph type="sldNum" sz="quarter" idx="12"/>
          </p:nvPr>
        </p:nvSpPr>
        <p:spPr/>
        <p:txBody>
          <a:bodyPr/>
          <a:lstStyle>
            <a:lvl1pPr>
              <a:defRPr b="0" i="0">
                <a:solidFill>
                  <a:schemeClr val="tx2"/>
                </a:solidFill>
                <a:latin typeface="Amazon Ember Display" panose="020F0603020204020204" pitchFamily="34" charset="0"/>
              </a:defRPr>
            </a:lvl1pPr>
          </a:lstStyle>
          <a:p>
            <a:fld id="{EB4B8DE2-A4E8-46E4-8BBF-D75455EFF32C}" type="slidenum">
              <a:rPr lang="en-US" smtClean="0"/>
              <a:pPr/>
              <a:t>‹#›</a:t>
            </a:fld>
            <a:endParaRPr lang="en-US" dirty="0"/>
          </a:p>
        </p:txBody>
      </p:sp>
      <p:pic>
        <p:nvPicPr>
          <p:cNvPr id="4" name="Picture 3">
            <a:extLst>
              <a:ext uri="{FF2B5EF4-FFF2-40B4-BE49-F238E27FC236}">
                <a16:creationId xmlns:a16="http://schemas.microsoft.com/office/drawing/2014/main" id="{5B337A45-3492-46BC-9D48-C3D405117133}"/>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595295" y="6338002"/>
            <a:ext cx="365760" cy="218756"/>
          </a:xfrm>
          <a:prstGeom prst="rect">
            <a:avLst/>
          </a:prstGeom>
        </p:spPr>
      </p:pic>
      <p:pic>
        <p:nvPicPr>
          <p:cNvPr id="16" name="Picture 15">
            <a:extLst>
              <a:ext uri="{FF2B5EF4-FFF2-40B4-BE49-F238E27FC236}">
                <a16:creationId xmlns:a16="http://schemas.microsoft.com/office/drawing/2014/main" id="{74FB8723-8ACA-4EE1-B41C-61357DA12BFF}"/>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595295" y="6338002"/>
            <a:ext cx="365760" cy="219048"/>
          </a:xfrm>
          <a:prstGeom prst="rect">
            <a:avLst/>
          </a:prstGeom>
        </p:spPr>
      </p:pic>
      <p:sp>
        <p:nvSpPr>
          <p:cNvPr id="3" name="TextBox 2">
            <a:extLst>
              <a:ext uri="{FF2B5EF4-FFF2-40B4-BE49-F238E27FC236}">
                <a16:creationId xmlns:a16="http://schemas.microsoft.com/office/drawing/2014/main" id="{1D5991EA-CAC1-E0F6-9D55-149B6A0AE199}"/>
              </a:ext>
            </a:extLst>
          </p:cNvPr>
          <p:cNvSpPr txBox="1"/>
          <p:nvPr userDrawn="1"/>
        </p:nvSpPr>
        <p:spPr>
          <a:xfrm>
            <a:off x="1141084" y="6389813"/>
            <a:ext cx="2621230" cy="184666"/>
          </a:xfrm>
          <a:prstGeom prst="rect">
            <a:avLst/>
          </a:prstGeom>
          <a:noFill/>
        </p:spPr>
        <p:txBody>
          <a:bodyPr wrap="none" rtlCol="0">
            <a:spAutoFit/>
          </a:bodyPr>
          <a:lstStyle/>
          <a:p>
            <a:pPr algn="l"/>
            <a:r>
              <a:rPr lang="en-US" sz="600" b="0" i="0" dirty="0">
                <a:solidFill>
                  <a:schemeClr val="tx2"/>
                </a:solidFill>
                <a:latin typeface="Amazon Ember Display" panose="020F0603020204020204" pitchFamily="34" charset="0"/>
              </a:rPr>
              <a:t>© 2025, Amazon Web Services, Inc. or its affiliates. All rights reserved.</a:t>
            </a:r>
          </a:p>
        </p:txBody>
      </p:sp>
      <p:sp>
        <p:nvSpPr>
          <p:cNvPr id="11" name="タイトル 10">
            <a:extLst>
              <a:ext uri="{FF2B5EF4-FFF2-40B4-BE49-F238E27FC236}">
                <a16:creationId xmlns:a16="http://schemas.microsoft.com/office/drawing/2014/main" id="{B16C4EC3-9DB9-5D26-6067-2CE0ACAF0E2B}"/>
              </a:ext>
            </a:extLst>
          </p:cNvPr>
          <p:cNvSpPr>
            <a:spLocks noGrp="1"/>
          </p:cNvSpPr>
          <p:nvPr>
            <p:ph type="title"/>
          </p:nvPr>
        </p:nvSpPr>
        <p:spPr/>
        <p:txBody>
          <a:bodyPr/>
          <a:lstStyle/>
          <a:p>
            <a:r>
              <a:rPr kumimoji="1" lang="ja-JP" altLang="en-US"/>
              <a:t>マスター タイトルの書式設定</a:t>
            </a:r>
          </a:p>
        </p:txBody>
      </p:sp>
    </p:spTree>
    <p:extLst>
      <p:ext uri="{BB962C8B-B14F-4D97-AF65-F5344CB8AC3E}">
        <p14:creationId xmlns:p14="http://schemas.microsoft.com/office/powerpoint/2010/main" val="22260236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itle and Subtitle">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466213DF-CEC6-4F46-9CD4-5ED4A416AF59}"/>
              </a:ext>
            </a:extLst>
          </p:cNvPr>
          <p:cNvSpPr>
            <a:spLocks noGrp="1"/>
          </p:cNvSpPr>
          <p:nvPr>
            <p:ph type="body" sz="quarter" idx="10" hasCustomPrompt="1"/>
          </p:nvPr>
        </p:nvSpPr>
        <p:spPr>
          <a:xfrm>
            <a:off x="407988" y="914400"/>
            <a:ext cx="11449050" cy="341632"/>
          </a:xfrm>
        </p:spPr>
        <p:txBody>
          <a:bodyPr/>
          <a:lstStyle>
            <a:lvl1pPr marL="0" indent="0">
              <a:buNone/>
              <a:defRPr sz="1800" b="0" i="0" cap="none" spc="0" baseline="0">
                <a:latin typeface="Amazon Ember Display" panose="020F0603020204020204" pitchFamily="34" charset="0"/>
              </a:defRPr>
            </a:lvl1pPr>
          </a:lstStyle>
          <a:p>
            <a:pPr lvl="0"/>
            <a:r>
              <a:rPr lang="en-US" dirty="0"/>
              <a:t>Enter subtitle</a:t>
            </a:r>
          </a:p>
        </p:txBody>
      </p:sp>
      <p:sp>
        <p:nvSpPr>
          <p:cNvPr id="3" name="Date Placeholder 2">
            <a:extLst>
              <a:ext uri="{FF2B5EF4-FFF2-40B4-BE49-F238E27FC236}">
                <a16:creationId xmlns:a16="http://schemas.microsoft.com/office/drawing/2014/main" id="{A312CB8C-58A4-4758-8C91-E8641A9F6DCF}"/>
              </a:ext>
            </a:extLst>
          </p:cNvPr>
          <p:cNvSpPr>
            <a:spLocks noGrp="1"/>
          </p:cNvSpPr>
          <p:nvPr>
            <p:ph type="dt" sz="half" idx="11"/>
          </p:nvPr>
        </p:nvSpPr>
        <p:spPr/>
        <p:txBody>
          <a:bodyPr/>
          <a:lstStyle>
            <a:lvl1pPr>
              <a:defRPr b="0" i="0">
                <a:latin typeface="Amazon Ember Display" panose="020F0603020204020204" pitchFamily="34" charset="0"/>
              </a:defRPr>
            </a:lvl1pPr>
          </a:lstStyle>
          <a:p>
            <a:fld id="{A23351B6-224F-FE4F-80D6-18D9DF7628E1}" type="datetime1">
              <a:rPr lang="ja-JP" altLang="en-US" smtClean="0"/>
              <a:t>2026/1/26</a:t>
            </a:fld>
            <a:endParaRPr lang="en-US" dirty="0"/>
          </a:p>
        </p:txBody>
      </p:sp>
      <p:sp>
        <p:nvSpPr>
          <p:cNvPr id="5" name="Footer Placeholder 4">
            <a:extLst>
              <a:ext uri="{FF2B5EF4-FFF2-40B4-BE49-F238E27FC236}">
                <a16:creationId xmlns:a16="http://schemas.microsoft.com/office/drawing/2014/main" id="{50444248-408B-4052-8B56-17F469F98EA1}"/>
              </a:ext>
            </a:extLst>
          </p:cNvPr>
          <p:cNvSpPr>
            <a:spLocks noGrp="1"/>
          </p:cNvSpPr>
          <p:nvPr>
            <p:ph type="ftr" sz="quarter" idx="12"/>
          </p:nvPr>
        </p:nvSpPr>
        <p:spPr/>
        <p:txBody>
          <a:bodyPr/>
          <a:lstStyle>
            <a:lvl1pPr>
              <a:defRPr b="0" i="0">
                <a:latin typeface="Amazon Ember Display" panose="020F0603020204020204" pitchFamily="34" charset="0"/>
              </a:defRPr>
            </a:lvl1pPr>
          </a:lstStyle>
          <a:p>
            <a:endParaRPr lang="en-US" dirty="0"/>
          </a:p>
        </p:txBody>
      </p:sp>
      <p:sp>
        <p:nvSpPr>
          <p:cNvPr id="6" name="Slide Number Placeholder 5">
            <a:extLst>
              <a:ext uri="{FF2B5EF4-FFF2-40B4-BE49-F238E27FC236}">
                <a16:creationId xmlns:a16="http://schemas.microsoft.com/office/drawing/2014/main" id="{88178479-5E5D-4B94-9958-5C40D64BED65}"/>
              </a:ext>
            </a:extLst>
          </p:cNvPr>
          <p:cNvSpPr>
            <a:spLocks noGrp="1"/>
          </p:cNvSpPr>
          <p:nvPr>
            <p:ph type="sldNum" sz="quarter" idx="13"/>
          </p:nvPr>
        </p:nvSpPr>
        <p:spPr/>
        <p:txBody>
          <a:bodyPr/>
          <a:lstStyle>
            <a:lvl1pPr>
              <a:defRPr b="0" i="0">
                <a:latin typeface="Amazon Ember Display" panose="020F0603020204020204" pitchFamily="34" charset="0"/>
              </a:defRPr>
            </a:lvl1pPr>
          </a:lstStyle>
          <a:p>
            <a:fld id="{EB4B8DE2-A4E8-46E4-8BBF-D75455EFF32C}" type="slidenum">
              <a:rPr lang="en-US" smtClean="0"/>
              <a:pPr/>
              <a:t>‹#›</a:t>
            </a:fld>
            <a:endParaRPr lang="en-US" dirty="0"/>
          </a:p>
        </p:txBody>
      </p:sp>
      <p:sp>
        <p:nvSpPr>
          <p:cNvPr id="7" name="タイトル 6">
            <a:extLst>
              <a:ext uri="{FF2B5EF4-FFF2-40B4-BE49-F238E27FC236}">
                <a16:creationId xmlns:a16="http://schemas.microsoft.com/office/drawing/2014/main" id="{E1D695E9-9AD0-BBDB-0094-A37D71F20ED9}"/>
              </a:ext>
            </a:extLst>
          </p:cNvPr>
          <p:cNvSpPr>
            <a:spLocks noGrp="1"/>
          </p:cNvSpPr>
          <p:nvPr>
            <p:ph type="title"/>
          </p:nvPr>
        </p:nvSpPr>
        <p:spPr/>
        <p:txBody>
          <a:bodyPr/>
          <a:lstStyle/>
          <a:p>
            <a:r>
              <a:rPr kumimoji="1" lang="ja-JP" altLang="en-US"/>
              <a:t>マスター タイトルの書式設定</a:t>
            </a:r>
          </a:p>
        </p:txBody>
      </p:sp>
    </p:spTree>
    <p:extLst>
      <p:ext uri="{BB962C8B-B14F-4D97-AF65-F5344CB8AC3E}">
        <p14:creationId xmlns:p14="http://schemas.microsoft.com/office/powerpoint/2010/main" val="102420473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840" userDrawn="1">
          <p15:clr>
            <a:srgbClr val="9FCC3B"/>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F86B726-34C0-4C1C-A252-97930DC77EE4}"/>
              </a:ext>
            </a:extLst>
          </p:cNvPr>
          <p:cNvSpPr>
            <a:spLocks noGrp="1"/>
          </p:cNvSpPr>
          <p:nvPr>
            <p:ph type="dt" sz="half" idx="10"/>
          </p:nvPr>
        </p:nvSpPr>
        <p:spPr/>
        <p:txBody>
          <a:bodyPr/>
          <a:lstStyle>
            <a:lvl1pPr>
              <a:defRPr b="0" i="0">
                <a:latin typeface="Amazon Ember Display" panose="020F0603020204020204" pitchFamily="34" charset="0"/>
              </a:defRPr>
            </a:lvl1pPr>
          </a:lstStyle>
          <a:p>
            <a:fld id="{7BD694A3-209C-F746-B827-3AEE80A7841A}" type="datetime1">
              <a:rPr lang="ja-JP" altLang="en-US" smtClean="0"/>
              <a:t>2026/1/26</a:t>
            </a:fld>
            <a:endParaRPr lang="en-US" dirty="0"/>
          </a:p>
        </p:txBody>
      </p:sp>
      <p:sp>
        <p:nvSpPr>
          <p:cNvPr id="3" name="Footer Placeholder 2">
            <a:extLst>
              <a:ext uri="{FF2B5EF4-FFF2-40B4-BE49-F238E27FC236}">
                <a16:creationId xmlns:a16="http://schemas.microsoft.com/office/drawing/2014/main" id="{883103B0-BAC9-4248-BF05-F8F64F81D313}"/>
              </a:ext>
            </a:extLst>
          </p:cNvPr>
          <p:cNvSpPr>
            <a:spLocks noGrp="1"/>
          </p:cNvSpPr>
          <p:nvPr>
            <p:ph type="ftr" sz="quarter" idx="11"/>
          </p:nvPr>
        </p:nvSpPr>
        <p:spPr/>
        <p:txBody>
          <a:bodyPr/>
          <a:lstStyle>
            <a:lvl1pPr>
              <a:defRPr b="0" i="0">
                <a:latin typeface="Amazon Ember Display" panose="020F0603020204020204" pitchFamily="34" charset="0"/>
              </a:defRPr>
            </a:lvl1pPr>
          </a:lstStyle>
          <a:p>
            <a:endParaRPr lang="en-US" dirty="0"/>
          </a:p>
        </p:txBody>
      </p:sp>
      <p:sp>
        <p:nvSpPr>
          <p:cNvPr id="4" name="Slide Number Placeholder 3">
            <a:extLst>
              <a:ext uri="{FF2B5EF4-FFF2-40B4-BE49-F238E27FC236}">
                <a16:creationId xmlns:a16="http://schemas.microsoft.com/office/drawing/2014/main" id="{36BB167B-71A0-4735-93B6-5A034F89FE21}"/>
              </a:ext>
            </a:extLst>
          </p:cNvPr>
          <p:cNvSpPr>
            <a:spLocks noGrp="1"/>
          </p:cNvSpPr>
          <p:nvPr>
            <p:ph type="sldNum" sz="quarter" idx="12"/>
          </p:nvPr>
        </p:nvSpPr>
        <p:spPr/>
        <p:txBody>
          <a:bodyPr/>
          <a:lstStyle>
            <a:lvl1pPr>
              <a:defRPr b="0" i="0">
                <a:latin typeface="Amazon Ember Display" panose="020F0603020204020204" pitchFamily="34" charset="0"/>
              </a:defRPr>
            </a:lvl1pPr>
          </a:lstStyle>
          <a:p>
            <a:fld id="{EB4B8DE2-A4E8-46E4-8BBF-D75455EFF32C}" type="slidenum">
              <a:rPr lang="en-US" smtClean="0"/>
              <a:pPr/>
              <a:t>‹#›</a:t>
            </a:fld>
            <a:endParaRPr lang="en-US" dirty="0"/>
          </a:p>
        </p:txBody>
      </p:sp>
    </p:spTree>
    <p:extLst>
      <p:ext uri="{BB962C8B-B14F-4D97-AF65-F5344CB8AC3E}">
        <p14:creationId xmlns:p14="http://schemas.microsoft.com/office/powerpoint/2010/main" val="2493395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タイトルとコンテンツ">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0BB02A07-9279-4389-95B8-CFF5307F9EBB}"/>
              </a:ext>
            </a:extLst>
          </p:cNvPr>
          <p:cNvSpPr>
            <a:spLocks noGrp="1"/>
          </p:cNvSpPr>
          <p:nvPr>
            <p:ph type="dt" sz="half" idx="10"/>
          </p:nvPr>
        </p:nvSpPr>
        <p:spPr/>
        <p:txBody>
          <a:bodyPr/>
          <a:lstStyle>
            <a:lvl1pPr>
              <a:defRPr b="0" i="0">
                <a:latin typeface="Amazon Ember Display" panose="020F0603020204020204" pitchFamily="34" charset="0"/>
              </a:defRPr>
            </a:lvl1pPr>
          </a:lstStyle>
          <a:p>
            <a:fld id="{518FCA6E-0F0D-5B4E-AFC7-58FBEA64C921}" type="datetime1">
              <a:rPr lang="ja-JP" altLang="en-US" smtClean="0"/>
              <a:t>2026/1/26</a:t>
            </a:fld>
            <a:endParaRPr lang="en-US" dirty="0"/>
          </a:p>
        </p:txBody>
      </p:sp>
      <p:sp>
        <p:nvSpPr>
          <p:cNvPr id="5" name="Footer Placeholder 4">
            <a:extLst>
              <a:ext uri="{FF2B5EF4-FFF2-40B4-BE49-F238E27FC236}">
                <a16:creationId xmlns:a16="http://schemas.microsoft.com/office/drawing/2014/main" id="{5D24D072-A634-4E51-88E3-AFF4BBF53F8F}"/>
              </a:ext>
            </a:extLst>
          </p:cNvPr>
          <p:cNvSpPr>
            <a:spLocks noGrp="1"/>
          </p:cNvSpPr>
          <p:nvPr>
            <p:ph type="ftr" sz="quarter" idx="11"/>
          </p:nvPr>
        </p:nvSpPr>
        <p:spPr/>
        <p:txBody>
          <a:bodyPr/>
          <a:lstStyle>
            <a:lvl1pPr>
              <a:defRPr b="0" i="0">
                <a:latin typeface="Amazon Ember Display" panose="020F0603020204020204" pitchFamily="34" charset="0"/>
              </a:defRPr>
            </a:lvl1pPr>
          </a:lstStyle>
          <a:p>
            <a:endParaRPr lang="en-US" dirty="0"/>
          </a:p>
        </p:txBody>
      </p:sp>
      <p:sp>
        <p:nvSpPr>
          <p:cNvPr id="6" name="Slide Number Placeholder 5">
            <a:extLst>
              <a:ext uri="{FF2B5EF4-FFF2-40B4-BE49-F238E27FC236}">
                <a16:creationId xmlns:a16="http://schemas.microsoft.com/office/drawing/2014/main" id="{02391B74-659E-4EB1-8DB0-B962093F0B4C}"/>
              </a:ext>
            </a:extLst>
          </p:cNvPr>
          <p:cNvSpPr>
            <a:spLocks noGrp="1"/>
          </p:cNvSpPr>
          <p:nvPr>
            <p:ph type="sldNum" sz="quarter" idx="12"/>
          </p:nvPr>
        </p:nvSpPr>
        <p:spPr/>
        <p:txBody>
          <a:bodyPr/>
          <a:lstStyle>
            <a:lvl1pPr>
              <a:defRPr b="0" i="0">
                <a:latin typeface="Amazon Ember Display" panose="020F0603020204020204" pitchFamily="34" charset="0"/>
              </a:defRPr>
            </a:lvl1pPr>
          </a:lstStyle>
          <a:p>
            <a:fld id="{EB4B8DE2-A4E8-46E4-8BBF-D75455EFF32C}" type="slidenum">
              <a:rPr lang="en-US" smtClean="0"/>
              <a:pPr/>
              <a:t>‹#›</a:t>
            </a:fld>
            <a:endParaRPr lang="en-US" dirty="0"/>
          </a:p>
        </p:txBody>
      </p:sp>
      <p:sp>
        <p:nvSpPr>
          <p:cNvPr id="9" name="タイトル 8">
            <a:extLst>
              <a:ext uri="{FF2B5EF4-FFF2-40B4-BE49-F238E27FC236}">
                <a16:creationId xmlns:a16="http://schemas.microsoft.com/office/drawing/2014/main" id="{9F003766-63B8-A344-A39C-4692C5638DDC}"/>
              </a:ext>
            </a:extLst>
          </p:cNvPr>
          <p:cNvSpPr>
            <a:spLocks noGrp="1"/>
          </p:cNvSpPr>
          <p:nvPr>
            <p:ph type="title"/>
          </p:nvPr>
        </p:nvSpPr>
        <p:spPr/>
        <p:txBody>
          <a:bodyPr/>
          <a:lstStyle/>
          <a:p>
            <a:r>
              <a:rPr kumimoji="1" lang="ja-JP" altLang="en-US"/>
              <a:t>マスター タイトルの書式設定</a:t>
            </a:r>
          </a:p>
        </p:txBody>
      </p:sp>
      <p:sp>
        <p:nvSpPr>
          <p:cNvPr id="11" name="コンテンツ プレースホルダー 10">
            <a:extLst>
              <a:ext uri="{FF2B5EF4-FFF2-40B4-BE49-F238E27FC236}">
                <a16:creationId xmlns:a16="http://schemas.microsoft.com/office/drawing/2014/main" id="{068ED4C5-7753-0A2C-75BA-AA89D2EAF588}"/>
              </a:ext>
            </a:extLst>
          </p:cNvPr>
          <p:cNvSpPr>
            <a:spLocks noGrp="1"/>
          </p:cNvSpPr>
          <p:nvPr>
            <p:ph sz="quarter" idx="13"/>
          </p:nvPr>
        </p:nvSpPr>
        <p:spPr>
          <a:xfrm>
            <a:off x="407988" y="1376363"/>
            <a:ext cx="11449050" cy="2062103"/>
          </a:xfrm>
        </p:spPr>
        <p:txBody>
          <a:bodyPr/>
          <a:lstStyle>
            <a:lvl1pPr marL="0" indent="0">
              <a:buNone/>
              <a:defRPr/>
            </a:lvl1pPr>
            <a:lvl2pPr marL="279450" indent="0">
              <a:buNone/>
              <a:defRPr/>
            </a:lvl2pPr>
            <a:lvl3pPr marL="622350" indent="0">
              <a:buNone/>
              <a:defRPr/>
            </a:lvl3pPr>
            <a:lvl4pPr marL="795388" indent="0">
              <a:buNone/>
              <a:defRPr/>
            </a:lvl4pPr>
            <a:lvl5pPr marL="966838" indent="0">
              <a:buNone/>
              <a:defRPr/>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Tree>
    <p:extLst>
      <p:ext uri="{BB962C8B-B14F-4D97-AF65-F5344CB8AC3E}">
        <p14:creationId xmlns:p14="http://schemas.microsoft.com/office/powerpoint/2010/main" val="25973222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itle and Bulleted Content">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5428ABEB-87DF-4979-B8D5-38D09C158222}"/>
              </a:ext>
            </a:extLst>
          </p:cNvPr>
          <p:cNvSpPr>
            <a:spLocks noGrp="1"/>
          </p:cNvSpPr>
          <p:nvPr>
            <p:ph type="dt" sz="half" idx="10"/>
          </p:nvPr>
        </p:nvSpPr>
        <p:spPr/>
        <p:txBody>
          <a:bodyPr/>
          <a:lstStyle>
            <a:lvl1pPr>
              <a:defRPr b="0" i="0">
                <a:latin typeface="Amazon Ember Display" panose="020F0603020204020204" pitchFamily="34" charset="0"/>
              </a:defRPr>
            </a:lvl1pPr>
          </a:lstStyle>
          <a:p>
            <a:fld id="{B366A7C9-DE41-C84B-86A7-1002C32E5BE7}" type="datetime1">
              <a:rPr lang="ja-JP" altLang="en-US" smtClean="0"/>
              <a:t>2026/1/26</a:t>
            </a:fld>
            <a:endParaRPr lang="en-US" dirty="0"/>
          </a:p>
        </p:txBody>
      </p:sp>
      <p:sp>
        <p:nvSpPr>
          <p:cNvPr id="5" name="Footer Placeholder 4">
            <a:extLst>
              <a:ext uri="{FF2B5EF4-FFF2-40B4-BE49-F238E27FC236}">
                <a16:creationId xmlns:a16="http://schemas.microsoft.com/office/drawing/2014/main" id="{B67DE3A9-1F3C-45F4-9F53-543C4B62D7F6}"/>
              </a:ext>
            </a:extLst>
          </p:cNvPr>
          <p:cNvSpPr>
            <a:spLocks noGrp="1"/>
          </p:cNvSpPr>
          <p:nvPr>
            <p:ph type="ftr" sz="quarter" idx="11"/>
          </p:nvPr>
        </p:nvSpPr>
        <p:spPr/>
        <p:txBody>
          <a:bodyPr/>
          <a:lstStyle>
            <a:lvl1pPr>
              <a:defRPr b="0" i="0">
                <a:latin typeface="Amazon Ember Display" panose="020F0603020204020204" pitchFamily="34" charset="0"/>
              </a:defRPr>
            </a:lvl1pPr>
          </a:lstStyle>
          <a:p>
            <a:endParaRPr lang="en-US" dirty="0"/>
          </a:p>
        </p:txBody>
      </p:sp>
      <p:sp>
        <p:nvSpPr>
          <p:cNvPr id="6" name="Slide Number Placeholder 5">
            <a:extLst>
              <a:ext uri="{FF2B5EF4-FFF2-40B4-BE49-F238E27FC236}">
                <a16:creationId xmlns:a16="http://schemas.microsoft.com/office/drawing/2014/main" id="{8827DE2B-5658-4ECD-9AB5-497E1D05E00C}"/>
              </a:ext>
            </a:extLst>
          </p:cNvPr>
          <p:cNvSpPr>
            <a:spLocks noGrp="1"/>
          </p:cNvSpPr>
          <p:nvPr>
            <p:ph type="sldNum" sz="quarter" idx="12"/>
          </p:nvPr>
        </p:nvSpPr>
        <p:spPr/>
        <p:txBody>
          <a:bodyPr/>
          <a:lstStyle>
            <a:lvl1pPr>
              <a:defRPr b="0" i="0">
                <a:latin typeface="Amazon Ember Display" panose="020F0603020204020204" pitchFamily="34" charset="0"/>
              </a:defRPr>
            </a:lvl1pPr>
          </a:lstStyle>
          <a:p>
            <a:fld id="{EB4B8DE2-A4E8-46E4-8BBF-D75455EFF32C}" type="slidenum">
              <a:rPr lang="en-US" smtClean="0"/>
              <a:pPr/>
              <a:t>‹#›</a:t>
            </a:fld>
            <a:endParaRPr lang="en-US" dirty="0"/>
          </a:p>
        </p:txBody>
      </p:sp>
      <p:sp>
        <p:nvSpPr>
          <p:cNvPr id="8" name="タイトル 7">
            <a:extLst>
              <a:ext uri="{FF2B5EF4-FFF2-40B4-BE49-F238E27FC236}">
                <a16:creationId xmlns:a16="http://schemas.microsoft.com/office/drawing/2014/main" id="{7AFCBCE2-8E19-4BBF-FA80-FD6FBECEE0DA}"/>
              </a:ext>
            </a:extLst>
          </p:cNvPr>
          <p:cNvSpPr>
            <a:spLocks noGrp="1"/>
          </p:cNvSpPr>
          <p:nvPr>
            <p:ph type="title"/>
          </p:nvPr>
        </p:nvSpPr>
        <p:spPr/>
        <p:txBody>
          <a:bodyPr/>
          <a:lstStyle/>
          <a:p>
            <a:r>
              <a:rPr kumimoji="1" lang="ja-JP" altLang="en-US"/>
              <a:t>マスター タイトルの書式設定</a:t>
            </a:r>
          </a:p>
        </p:txBody>
      </p:sp>
      <p:sp>
        <p:nvSpPr>
          <p:cNvPr id="10" name="コンテンツ プレースホルダー 9">
            <a:extLst>
              <a:ext uri="{FF2B5EF4-FFF2-40B4-BE49-F238E27FC236}">
                <a16:creationId xmlns:a16="http://schemas.microsoft.com/office/drawing/2014/main" id="{C07B3CE8-DEC0-5E27-421B-DF6607987CD0}"/>
              </a:ext>
            </a:extLst>
          </p:cNvPr>
          <p:cNvSpPr>
            <a:spLocks noGrp="1"/>
          </p:cNvSpPr>
          <p:nvPr>
            <p:ph sz="quarter" idx="13"/>
          </p:nvPr>
        </p:nvSpPr>
        <p:spPr>
          <a:xfrm>
            <a:off x="407988" y="1376363"/>
            <a:ext cx="11449050" cy="914400"/>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Tree>
    <p:extLst>
      <p:ext uri="{BB962C8B-B14F-4D97-AF65-F5344CB8AC3E}">
        <p14:creationId xmlns:p14="http://schemas.microsoft.com/office/powerpoint/2010/main" val="31741977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itle, Subtitle, and Content">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942CBB3C-A513-466E-B53F-E5E5781263EA}"/>
              </a:ext>
            </a:extLst>
          </p:cNvPr>
          <p:cNvSpPr>
            <a:spLocks noGrp="1"/>
          </p:cNvSpPr>
          <p:nvPr>
            <p:ph type="body" sz="quarter" idx="10" hasCustomPrompt="1"/>
          </p:nvPr>
        </p:nvSpPr>
        <p:spPr>
          <a:xfrm>
            <a:off x="407988" y="914400"/>
            <a:ext cx="11449050" cy="341632"/>
          </a:xfrm>
        </p:spPr>
        <p:txBody>
          <a:bodyPr/>
          <a:lstStyle>
            <a:lvl1pPr marL="0" indent="0">
              <a:buNone/>
              <a:defRPr lang="en-US" sz="1800" b="0" i="0" kern="1200" cap="none" spc="0" baseline="0" dirty="0">
                <a:solidFill>
                  <a:schemeClr val="tx2"/>
                </a:solidFill>
                <a:latin typeface="Amazon Ember Display" panose="020F0603020204020204" pitchFamily="34" charset="0"/>
                <a:ea typeface="+mn-ea"/>
                <a:cs typeface="+mn-cs"/>
              </a:defRPr>
            </a:lvl1pPr>
          </a:lstStyle>
          <a:p>
            <a:pPr marL="0" lvl="0" indent="0" algn="l" defTabSz="914400" rtl="0" eaLnBrk="1" latinLnBrk="0" hangingPunct="1">
              <a:lnSpc>
                <a:spcPct val="90000"/>
              </a:lnSpc>
              <a:spcBef>
                <a:spcPts val="0"/>
              </a:spcBef>
              <a:spcAft>
                <a:spcPts val="1200"/>
              </a:spcAft>
              <a:buSzPct val="90000"/>
              <a:buFont typeface="Arial" panose="020B0604020202020204" pitchFamily="34" charset="0"/>
              <a:buNone/>
            </a:pPr>
            <a:r>
              <a:rPr lang="en-US" dirty="0"/>
              <a:t>Enter subtitle</a:t>
            </a:r>
          </a:p>
        </p:txBody>
      </p:sp>
      <p:sp>
        <p:nvSpPr>
          <p:cNvPr id="4" name="Date Placeholder 3">
            <a:extLst>
              <a:ext uri="{FF2B5EF4-FFF2-40B4-BE49-F238E27FC236}">
                <a16:creationId xmlns:a16="http://schemas.microsoft.com/office/drawing/2014/main" id="{876D2500-AAFD-4464-92DE-45442731C6FD}"/>
              </a:ext>
            </a:extLst>
          </p:cNvPr>
          <p:cNvSpPr>
            <a:spLocks noGrp="1"/>
          </p:cNvSpPr>
          <p:nvPr>
            <p:ph type="dt" sz="half" idx="11"/>
          </p:nvPr>
        </p:nvSpPr>
        <p:spPr/>
        <p:txBody>
          <a:bodyPr/>
          <a:lstStyle>
            <a:lvl1pPr>
              <a:defRPr b="0" i="0">
                <a:latin typeface="Amazon Ember Display" panose="020F0603020204020204" pitchFamily="34" charset="0"/>
              </a:defRPr>
            </a:lvl1pPr>
          </a:lstStyle>
          <a:p>
            <a:fld id="{31AD9039-7D4C-AD4B-95C3-184255BA011D}" type="datetime1">
              <a:rPr lang="ja-JP" altLang="en-US" smtClean="0"/>
              <a:t>2026/1/26</a:t>
            </a:fld>
            <a:endParaRPr lang="en-US" dirty="0"/>
          </a:p>
        </p:txBody>
      </p:sp>
      <p:sp>
        <p:nvSpPr>
          <p:cNvPr id="6" name="Footer Placeholder 5">
            <a:extLst>
              <a:ext uri="{FF2B5EF4-FFF2-40B4-BE49-F238E27FC236}">
                <a16:creationId xmlns:a16="http://schemas.microsoft.com/office/drawing/2014/main" id="{77A7C935-E20D-482F-89A5-4255E88216F0}"/>
              </a:ext>
            </a:extLst>
          </p:cNvPr>
          <p:cNvSpPr>
            <a:spLocks noGrp="1"/>
          </p:cNvSpPr>
          <p:nvPr>
            <p:ph type="ftr" sz="quarter" idx="12"/>
          </p:nvPr>
        </p:nvSpPr>
        <p:spPr/>
        <p:txBody>
          <a:bodyPr/>
          <a:lstStyle>
            <a:lvl1pPr>
              <a:defRPr b="0" i="0">
                <a:latin typeface="Amazon Ember Display" panose="020F0603020204020204" pitchFamily="34" charset="0"/>
              </a:defRPr>
            </a:lvl1pPr>
          </a:lstStyle>
          <a:p>
            <a:endParaRPr lang="en-US" dirty="0"/>
          </a:p>
        </p:txBody>
      </p:sp>
      <p:sp>
        <p:nvSpPr>
          <p:cNvPr id="7" name="Slide Number Placeholder 6">
            <a:extLst>
              <a:ext uri="{FF2B5EF4-FFF2-40B4-BE49-F238E27FC236}">
                <a16:creationId xmlns:a16="http://schemas.microsoft.com/office/drawing/2014/main" id="{0E19C1A1-91E5-46D2-97FB-94E48C63B96F}"/>
              </a:ext>
            </a:extLst>
          </p:cNvPr>
          <p:cNvSpPr>
            <a:spLocks noGrp="1"/>
          </p:cNvSpPr>
          <p:nvPr>
            <p:ph type="sldNum" sz="quarter" idx="13"/>
          </p:nvPr>
        </p:nvSpPr>
        <p:spPr/>
        <p:txBody>
          <a:bodyPr/>
          <a:lstStyle>
            <a:lvl1pPr>
              <a:defRPr b="0" i="0">
                <a:latin typeface="Amazon Ember Display" panose="020F0603020204020204" pitchFamily="34" charset="0"/>
              </a:defRPr>
            </a:lvl1pPr>
          </a:lstStyle>
          <a:p>
            <a:fld id="{EB4B8DE2-A4E8-46E4-8BBF-D75455EFF32C}" type="slidenum">
              <a:rPr lang="en-US" smtClean="0"/>
              <a:pPr/>
              <a:t>‹#›</a:t>
            </a:fld>
            <a:endParaRPr lang="en-US" dirty="0"/>
          </a:p>
        </p:txBody>
      </p:sp>
      <p:sp>
        <p:nvSpPr>
          <p:cNvPr id="8" name="タイトル 7">
            <a:extLst>
              <a:ext uri="{FF2B5EF4-FFF2-40B4-BE49-F238E27FC236}">
                <a16:creationId xmlns:a16="http://schemas.microsoft.com/office/drawing/2014/main" id="{1CEB8CBB-898A-6B83-9413-3CFAFF895E3E}"/>
              </a:ext>
            </a:extLst>
          </p:cNvPr>
          <p:cNvSpPr>
            <a:spLocks noGrp="1"/>
          </p:cNvSpPr>
          <p:nvPr>
            <p:ph type="title"/>
          </p:nvPr>
        </p:nvSpPr>
        <p:spPr/>
        <p:txBody>
          <a:bodyPr/>
          <a:lstStyle/>
          <a:p>
            <a:r>
              <a:rPr kumimoji="1" lang="ja-JP" altLang="en-US"/>
              <a:t>マスター タイトルの書式設定</a:t>
            </a:r>
          </a:p>
        </p:txBody>
      </p:sp>
      <p:sp>
        <p:nvSpPr>
          <p:cNvPr id="11" name="コンテンツ プレースホルダー 10">
            <a:extLst>
              <a:ext uri="{FF2B5EF4-FFF2-40B4-BE49-F238E27FC236}">
                <a16:creationId xmlns:a16="http://schemas.microsoft.com/office/drawing/2014/main" id="{71E6FD42-A84E-4B97-F34D-3BE0025F3A97}"/>
              </a:ext>
            </a:extLst>
          </p:cNvPr>
          <p:cNvSpPr>
            <a:spLocks noGrp="1"/>
          </p:cNvSpPr>
          <p:nvPr>
            <p:ph sz="quarter" idx="14"/>
          </p:nvPr>
        </p:nvSpPr>
        <p:spPr>
          <a:xfrm>
            <a:off x="407988" y="1376363"/>
            <a:ext cx="11449050" cy="2062103"/>
          </a:xfrm>
        </p:spPr>
        <p:txBody>
          <a:bodyPr/>
          <a:lstStyle>
            <a:lvl1pPr marL="0" indent="0">
              <a:buNone/>
              <a:defRPr/>
            </a:lvl1pPr>
            <a:lvl2pPr marL="279450" indent="0">
              <a:buNone/>
              <a:defRPr/>
            </a:lvl2pPr>
            <a:lvl3pPr marL="622350" indent="0">
              <a:buNone/>
              <a:defRPr/>
            </a:lvl3pPr>
            <a:lvl4pPr marL="795388" indent="0">
              <a:buNone/>
              <a:defRPr/>
            </a:lvl4pPr>
            <a:lvl5pPr marL="966838" indent="0">
              <a:buNone/>
              <a:defRPr/>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Tree>
    <p:extLst>
      <p:ext uri="{BB962C8B-B14F-4D97-AF65-F5344CB8AC3E}">
        <p14:creationId xmlns:p14="http://schemas.microsoft.com/office/powerpoint/2010/main" val="1416493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840" userDrawn="1">
          <p15:clr>
            <a:srgbClr val="9FCC3B"/>
          </p15:clr>
        </p15:guide>
        <p15:guide id="2" orient="horz" pos="1128" userDrawn="1">
          <p15:clr>
            <a:srgbClr val="9FCC3B"/>
          </p15:clr>
        </p15:guide>
        <p15:guide id="3" orient="horz" pos="1344" userDrawn="1">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itle, Subtitle, and Bulleted Content">
    <p:bg>
      <p:bgRef idx="1001">
        <a:schemeClr val="bg1"/>
      </p:bgRef>
    </p:bg>
    <p:spTree>
      <p:nvGrpSpPr>
        <p:cNvPr id="1" name=""/>
        <p:cNvGrpSpPr/>
        <p:nvPr/>
      </p:nvGrpSpPr>
      <p:grpSpPr>
        <a:xfrm>
          <a:off x="0" y="0"/>
          <a:ext cx="0" cy="0"/>
          <a:chOff x="0" y="0"/>
          <a:chExt cx="0" cy="0"/>
        </a:xfrm>
      </p:grpSpPr>
      <p:sp>
        <p:nvSpPr>
          <p:cNvPr id="4" name="Text Placeholder 4">
            <a:extLst>
              <a:ext uri="{FF2B5EF4-FFF2-40B4-BE49-F238E27FC236}">
                <a16:creationId xmlns:a16="http://schemas.microsoft.com/office/drawing/2014/main" id="{C73DDF9C-7004-4F4E-8707-3F8553760CAE}"/>
              </a:ext>
            </a:extLst>
          </p:cNvPr>
          <p:cNvSpPr>
            <a:spLocks noGrp="1"/>
          </p:cNvSpPr>
          <p:nvPr>
            <p:ph type="body" sz="quarter" idx="10" hasCustomPrompt="1"/>
          </p:nvPr>
        </p:nvSpPr>
        <p:spPr>
          <a:xfrm>
            <a:off x="407988" y="914400"/>
            <a:ext cx="11449050" cy="341632"/>
          </a:xfrm>
        </p:spPr>
        <p:txBody>
          <a:bodyPr/>
          <a:lstStyle>
            <a:lvl1pPr marL="0" indent="0">
              <a:buNone/>
              <a:defRPr lang="en-US" sz="1800" b="0" i="0" kern="1200" cap="none" spc="0" baseline="0" dirty="0">
                <a:solidFill>
                  <a:schemeClr val="tx2"/>
                </a:solidFill>
                <a:latin typeface="Amazon Ember Display" panose="020F0603020204020204" pitchFamily="34" charset="0"/>
                <a:ea typeface="+mn-ea"/>
                <a:cs typeface="+mn-cs"/>
              </a:defRPr>
            </a:lvl1pPr>
          </a:lstStyle>
          <a:p>
            <a:pPr marL="0" lvl="0" indent="0" algn="l" defTabSz="914400" rtl="0" eaLnBrk="1" latinLnBrk="0" hangingPunct="1">
              <a:lnSpc>
                <a:spcPct val="90000"/>
              </a:lnSpc>
              <a:spcBef>
                <a:spcPts val="0"/>
              </a:spcBef>
              <a:spcAft>
                <a:spcPts val="1200"/>
              </a:spcAft>
              <a:buSzPct val="90000"/>
              <a:buFont typeface="Arial" panose="020B0604020202020204" pitchFamily="34" charset="0"/>
              <a:buNone/>
            </a:pPr>
            <a:r>
              <a:rPr lang="en-US" dirty="0"/>
              <a:t>Enter subtitle</a:t>
            </a:r>
          </a:p>
        </p:txBody>
      </p:sp>
      <p:sp>
        <p:nvSpPr>
          <p:cNvPr id="5" name="Date Placeholder 4">
            <a:extLst>
              <a:ext uri="{FF2B5EF4-FFF2-40B4-BE49-F238E27FC236}">
                <a16:creationId xmlns:a16="http://schemas.microsoft.com/office/drawing/2014/main" id="{91E9B8C3-36CA-4A97-B3FF-2FCDD97E1A02}"/>
              </a:ext>
            </a:extLst>
          </p:cNvPr>
          <p:cNvSpPr>
            <a:spLocks noGrp="1"/>
          </p:cNvSpPr>
          <p:nvPr>
            <p:ph type="dt" sz="half" idx="11"/>
          </p:nvPr>
        </p:nvSpPr>
        <p:spPr/>
        <p:txBody>
          <a:bodyPr/>
          <a:lstStyle>
            <a:lvl1pPr>
              <a:defRPr b="0" i="0">
                <a:latin typeface="Amazon Ember Display" panose="020F0603020204020204" pitchFamily="34" charset="0"/>
              </a:defRPr>
            </a:lvl1pPr>
          </a:lstStyle>
          <a:p>
            <a:fld id="{893BD501-BB25-DF4A-8462-41C9AFFE015C}" type="datetime1">
              <a:rPr lang="ja-JP" altLang="en-US" smtClean="0"/>
              <a:t>2026/1/26</a:t>
            </a:fld>
            <a:endParaRPr lang="en-US" dirty="0"/>
          </a:p>
        </p:txBody>
      </p:sp>
      <p:sp>
        <p:nvSpPr>
          <p:cNvPr id="6" name="Footer Placeholder 5">
            <a:extLst>
              <a:ext uri="{FF2B5EF4-FFF2-40B4-BE49-F238E27FC236}">
                <a16:creationId xmlns:a16="http://schemas.microsoft.com/office/drawing/2014/main" id="{9AEEE534-0361-47D3-8F92-2D7522A226D4}"/>
              </a:ext>
            </a:extLst>
          </p:cNvPr>
          <p:cNvSpPr>
            <a:spLocks noGrp="1"/>
          </p:cNvSpPr>
          <p:nvPr>
            <p:ph type="ftr" sz="quarter" idx="12"/>
          </p:nvPr>
        </p:nvSpPr>
        <p:spPr/>
        <p:txBody>
          <a:bodyPr/>
          <a:lstStyle>
            <a:lvl1pPr>
              <a:defRPr b="0" i="0">
                <a:latin typeface="Amazon Ember Display" panose="020F0603020204020204" pitchFamily="34" charset="0"/>
              </a:defRPr>
            </a:lvl1pPr>
          </a:lstStyle>
          <a:p>
            <a:endParaRPr lang="en-US" dirty="0"/>
          </a:p>
        </p:txBody>
      </p:sp>
      <p:sp>
        <p:nvSpPr>
          <p:cNvPr id="7" name="Slide Number Placeholder 6">
            <a:extLst>
              <a:ext uri="{FF2B5EF4-FFF2-40B4-BE49-F238E27FC236}">
                <a16:creationId xmlns:a16="http://schemas.microsoft.com/office/drawing/2014/main" id="{A34270F7-2BCA-4119-8F34-BD17AB29E14B}"/>
              </a:ext>
            </a:extLst>
          </p:cNvPr>
          <p:cNvSpPr>
            <a:spLocks noGrp="1"/>
          </p:cNvSpPr>
          <p:nvPr>
            <p:ph type="sldNum" sz="quarter" idx="13"/>
          </p:nvPr>
        </p:nvSpPr>
        <p:spPr/>
        <p:txBody>
          <a:bodyPr/>
          <a:lstStyle>
            <a:lvl1pPr>
              <a:defRPr b="0" i="0">
                <a:latin typeface="Amazon Ember Display" panose="020F0603020204020204" pitchFamily="34" charset="0"/>
              </a:defRPr>
            </a:lvl1pPr>
          </a:lstStyle>
          <a:p>
            <a:fld id="{EB4B8DE2-A4E8-46E4-8BBF-D75455EFF32C}" type="slidenum">
              <a:rPr lang="en-US" smtClean="0"/>
              <a:pPr/>
              <a:t>‹#›</a:t>
            </a:fld>
            <a:endParaRPr lang="en-US" dirty="0"/>
          </a:p>
        </p:txBody>
      </p:sp>
      <p:sp>
        <p:nvSpPr>
          <p:cNvPr id="8" name="タイトル 7">
            <a:extLst>
              <a:ext uri="{FF2B5EF4-FFF2-40B4-BE49-F238E27FC236}">
                <a16:creationId xmlns:a16="http://schemas.microsoft.com/office/drawing/2014/main" id="{C574A7A9-D8FD-29F4-B30E-1890D28ECAC9}"/>
              </a:ext>
            </a:extLst>
          </p:cNvPr>
          <p:cNvSpPr>
            <a:spLocks noGrp="1"/>
          </p:cNvSpPr>
          <p:nvPr>
            <p:ph type="title"/>
          </p:nvPr>
        </p:nvSpPr>
        <p:spPr/>
        <p:txBody>
          <a:bodyPr/>
          <a:lstStyle/>
          <a:p>
            <a:r>
              <a:rPr kumimoji="1" lang="ja-JP" altLang="en-US"/>
              <a:t>マスター タイトルの書式設定</a:t>
            </a:r>
          </a:p>
        </p:txBody>
      </p:sp>
      <p:sp>
        <p:nvSpPr>
          <p:cNvPr id="9" name="コンテンツ プレースホルダー 9">
            <a:extLst>
              <a:ext uri="{FF2B5EF4-FFF2-40B4-BE49-F238E27FC236}">
                <a16:creationId xmlns:a16="http://schemas.microsoft.com/office/drawing/2014/main" id="{F620BE75-E250-A737-AFAB-9783E2CAE730}"/>
              </a:ext>
            </a:extLst>
          </p:cNvPr>
          <p:cNvSpPr>
            <a:spLocks noGrp="1"/>
          </p:cNvSpPr>
          <p:nvPr>
            <p:ph sz="quarter" idx="14"/>
          </p:nvPr>
        </p:nvSpPr>
        <p:spPr>
          <a:xfrm>
            <a:off x="407988" y="1376363"/>
            <a:ext cx="11449050" cy="914400"/>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Tree>
    <p:extLst>
      <p:ext uri="{BB962C8B-B14F-4D97-AF65-F5344CB8AC3E}">
        <p14:creationId xmlns:p14="http://schemas.microsoft.com/office/powerpoint/2010/main" val="4094173681"/>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840" userDrawn="1">
          <p15:clr>
            <a:srgbClr val="9FCC3B"/>
          </p15:clr>
        </p15:guide>
        <p15:guide id="2" orient="horz" pos="1128" userDrawn="1">
          <p15:clr>
            <a:srgbClr val="9FCC3B"/>
          </p15:clr>
        </p15:guide>
        <p15:guide id="3" orient="horz" pos="1248" userDrawn="1">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Title, Content, and Image">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FD5368F4-2030-03F3-1497-C6D85632C886}"/>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4" name="Date Placeholder 3">
            <a:extLst>
              <a:ext uri="{FF2B5EF4-FFF2-40B4-BE49-F238E27FC236}">
                <a16:creationId xmlns:a16="http://schemas.microsoft.com/office/drawing/2014/main" id="{FC3FE715-EC87-4B8E-9C5A-5A9D588BB97F}"/>
              </a:ext>
            </a:extLst>
          </p:cNvPr>
          <p:cNvSpPr>
            <a:spLocks noGrp="1"/>
          </p:cNvSpPr>
          <p:nvPr>
            <p:ph type="dt" sz="half" idx="11"/>
          </p:nvPr>
        </p:nvSpPr>
        <p:spPr/>
        <p:txBody>
          <a:bodyPr/>
          <a:lstStyle>
            <a:lvl1pPr>
              <a:defRPr b="0" i="0">
                <a:latin typeface="Amazon Ember Display" panose="020F0603020204020204" pitchFamily="34" charset="0"/>
              </a:defRPr>
            </a:lvl1pPr>
          </a:lstStyle>
          <a:p>
            <a:fld id="{28977DF7-5A31-B843-BBE0-610F133AC79B}" type="datetime1">
              <a:rPr lang="ja-JP" altLang="en-US" smtClean="0"/>
              <a:t>2026/1/26</a:t>
            </a:fld>
            <a:endParaRPr lang="en-US" dirty="0"/>
          </a:p>
        </p:txBody>
      </p:sp>
      <p:sp>
        <p:nvSpPr>
          <p:cNvPr id="6" name="Footer Placeholder 5">
            <a:extLst>
              <a:ext uri="{FF2B5EF4-FFF2-40B4-BE49-F238E27FC236}">
                <a16:creationId xmlns:a16="http://schemas.microsoft.com/office/drawing/2014/main" id="{18D5F6CD-847A-4EBE-9BAA-72269373CEED}"/>
              </a:ext>
            </a:extLst>
          </p:cNvPr>
          <p:cNvSpPr>
            <a:spLocks noGrp="1"/>
          </p:cNvSpPr>
          <p:nvPr>
            <p:ph type="ftr" sz="quarter" idx="12"/>
          </p:nvPr>
        </p:nvSpPr>
        <p:spPr/>
        <p:txBody>
          <a:bodyPr/>
          <a:lstStyle>
            <a:lvl1pPr>
              <a:defRPr b="0" i="0">
                <a:latin typeface="Amazon Ember Display" panose="020F0603020204020204" pitchFamily="34" charset="0"/>
              </a:defRPr>
            </a:lvl1pPr>
          </a:lstStyle>
          <a:p>
            <a:endParaRPr lang="en-US" dirty="0"/>
          </a:p>
        </p:txBody>
      </p:sp>
      <p:sp>
        <p:nvSpPr>
          <p:cNvPr id="7" name="Slide Number Placeholder 6">
            <a:extLst>
              <a:ext uri="{FF2B5EF4-FFF2-40B4-BE49-F238E27FC236}">
                <a16:creationId xmlns:a16="http://schemas.microsoft.com/office/drawing/2014/main" id="{E1C972F2-75D0-4C1D-B2C9-D4DDBBA7EBAC}"/>
              </a:ext>
            </a:extLst>
          </p:cNvPr>
          <p:cNvSpPr>
            <a:spLocks noGrp="1"/>
          </p:cNvSpPr>
          <p:nvPr>
            <p:ph type="sldNum" sz="quarter" idx="13"/>
          </p:nvPr>
        </p:nvSpPr>
        <p:spPr/>
        <p:txBody>
          <a:bodyPr/>
          <a:lstStyle>
            <a:lvl1pPr>
              <a:defRPr b="0" i="0">
                <a:latin typeface="Amazon Ember Display" panose="020F0603020204020204" pitchFamily="34" charset="0"/>
              </a:defRPr>
            </a:lvl1pPr>
          </a:lstStyle>
          <a:p>
            <a:fld id="{EB4B8DE2-A4E8-46E4-8BBF-D75455EFF32C}" type="slidenum">
              <a:rPr lang="en-US" smtClean="0"/>
              <a:pPr/>
              <a:t>‹#›</a:t>
            </a:fld>
            <a:endParaRPr lang="en-US" dirty="0"/>
          </a:p>
        </p:txBody>
      </p:sp>
      <p:sp>
        <p:nvSpPr>
          <p:cNvPr id="5" name="TextBox 4">
            <a:extLst>
              <a:ext uri="{FF2B5EF4-FFF2-40B4-BE49-F238E27FC236}">
                <a16:creationId xmlns:a16="http://schemas.microsoft.com/office/drawing/2014/main" id="{5F1FFFB4-FF6D-9545-8FF8-67BC87137E26}"/>
              </a:ext>
            </a:extLst>
          </p:cNvPr>
          <p:cNvSpPr txBox="1"/>
          <p:nvPr userDrawn="1"/>
        </p:nvSpPr>
        <p:spPr>
          <a:xfrm>
            <a:off x="1141084" y="6389813"/>
            <a:ext cx="2621230" cy="184666"/>
          </a:xfrm>
          <a:prstGeom prst="rect">
            <a:avLst/>
          </a:prstGeom>
          <a:noFill/>
        </p:spPr>
        <p:txBody>
          <a:bodyPr wrap="none" rtlCol="0">
            <a:spAutoFit/>
          </a:bodyPr>
          <a:lstStyle/>
          <a:p>
            <a:pPr algn="l"/>
            <a:r>
              <a:rPr lang="en-US" sz="600" b="0" i="0" dirty="0">
                <a:solidFill>
                  <a:schemeClr val="tx2"/>
                </a:solidFill>
                <a:latin typeface="Amazon Ember Display" panose="020F0603020204020204" pitchFamily="34" charset="0"/>
              </a:rPr>
              <a:t>© 2025, Amazon Web Services, Inc. or its affiliates. All rights reserved.</a:t>
            </a:r>
          </a:p>
        </p:txBody>
      </p:sp>
      <p:pic>
        <p:nvPicPr>
          <p:cNvPr id="8" name="Picture 7">
            <a:extLst>
              <a:ext uri="{FF2B5EF4-FFF2-40B4-BE49-F238E27FC236}">
                <a16:creationId xmlns:a16="http://schemas.microsoft.com/office/drawing/2014/main" id="{0B6EB6BB-732B-826B-70F6-0884CC3AB26A}"/>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595295" y="6338002"/>
            <a:ext cx="365760" cy="219048"/>
          </a:xfrm>
          <a:prstGeom prst="rect">
            <a:avLst/>
          </a:prstGeom>
        </p:spPr>
      </p:pic>
      <p:sp>
        <p:nvSpPr>
          <p:cNvPr id="10" name="タイトル 9">
            <a:extLst>
              <a:ext uri="{FF2B5EF4-FFF2-40B4-BE49-F238E27FC236}">
                <a16:creationId xmlns:a16="http://schemas.microsoft.com/office/drawing/2014/main" id="{A3C6DF14-D6EE-381B-A0BC-D52B55B0BDF4}"/>
              </a:ext>
            </a:extLst>
          </p:cNvPr>
          <p:cNvSpPr>
            <a:spLocks noGrp="1"/>
          </p:cNvSpPr>
          <p:nvPr>
            <p:ph type="title"/>
          </p:nvPr>
        </p:nvSpPr>
        <p:spPr>
          <a:xfrm>
            <a:off x="407988" y="296409"/>
            <a:ext cx="5688012" cy="617991"/>
          </a:xfrm>
        </p:spPr>
        <p:txBody>
          <a:bodyPr/>
          <a:lstStyle/>
          <a:p>
            <a:r>
              <a:rPr kumimoji="1" lang="ja-JP" altLang="en-US"/>
              <a:t>マスター タイトルの書式設定</a:t>
            </a:r>
          </a:p>
        </p:txBody>
      </p:sp>
      <p:sp>
        <p:nvSpPr>
          <p:cNvPr id="11" name="コンテンツ プレースホルダー 10">
            <a:extLst>
              <a:ext uri="{FF2B5EF4-FFF2-40B4-BE49-F238E27FC236}">
                <a16:creationId xmlns:a16="http://schemas.microsoft.com/office/drawing/2014/main" id="{1D1271BA-5394-F4E1-BD9E-537D69782CFA}"/>
              </a:ext>
            </a:extLst>
          </p:cNvPr>
          <p:cNvSpPr>
            <a:spLocks noGrp="1"/>
          </p:cNvSpPr>
          <p:nvPr>
            <p:ph sz="quarter" idx="14"/>
          </p:nvPr>
        </p:nvSpPr>
        <p:spPr>
          <a:xfrm>
            <a:off x="407988" y="1376363"/>
            <a:ext cx="5688012" cy="2062103"/>
          </a:xfrm>
        </p:spPr>
        <p:txBody>
          <a:bodyPr/>
          <a:lstStyle>
            <a:lvl1pPr marL="0" indent="0">
              <a:buNone/>
              <a:defRPr/>
            </a:lvl1pPr>
            <a:lvl2pPr marL="279450" indent="0">
              <a:buNone/>
              <a:defRPr/>
            </a:lvl2pPr>
            <a:lvl3pPr marL="622350" indent="0">
              <a:buNone/>
              <a:defRPr/>
            </a:lvl3pPr>
            <a:lvl4pPr marL="795388" indent="0">
              <a:buNone/>
              <a:defRPr/>
            </a:lvl4pPr>
            <a:lvl5pPr marL="966838" indent="0">
              <a:buNone/>
              <a:defRPr/>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Tree>
    <p:extLst>
      <p:ext uri="{BB962C8B-B14F-4D97-AF65-F5344CB8AC3E}">
        <p14:creationId xmlns:p14="http://schemas.microsoft.com/office/powerpoint/2010/main" val="41729123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orient="horz" pos="1368" userDrawn="1">
          <p15:clr>
            <a:srgbClr val="FBAE4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1_Title, Content, and Image">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9A572058-8A2F-63B1-24B9-FF2FF1B0200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4" name="Date Placeholder 3">
            <a:extLst>
              <a:ext uri="{FF2B5EF4-FFF2-40B4-BE49-F238E27FC236}">
                <a16:creationId xmlns:a16="http://schemas.microsoft.com/office/drawing/2014/main" id="{FC3FE715-EC87-4B8E-9C5A-5A9D588BB97F}"/>
              </a:ext>
            </a:extLst>
          </p:cNvPr>
          <p:cNvSpPr>
            <a:spLocks noGrp="1"/>
          </p:cNvSpPr>
          <p:nvPr>
            <p:ph type="dt" sz="half" idx="11"/>
          </p:nvPr>
        </p:nvSpPr>
        <p:spPr/>
        <p:txBody>
          <a:bodyPr/>
          <a:lstStyle>
            <a:lvl1pPr>
              <a:defRPr b="0" i="0">
                <a:latin typeface="Amazon Ember Display" panose="020F0603020204020204" pitchFamily="34" charset="0"/>
              </a:defRPr>
            </a:lvl1pPr>
          </a:lstStyle>
          <a:p>
            <a:fld id="{1378C26D-FEA4-074F-8344-D38276C4AB3A}" type="datetime1">
              <a:rPr lang="ja-JP" altLang="en-US" smtClean="0"/>
              <a:t>2026/1/26</a:t>
            </a:fld>
            <a:endParaRPr lang="en-US" dirty="0"/>
          </a:p>
        </p:txBody>
      </p:sp>
      <p:sp>
        <p:nvSpPr>
          <p:cNvPr id="6" name="Footer Placeholder 5">
            <a:extLst>
              <a:ext uri="{FF2B5EF4-FFF2-40B4-BE49-F238E27FC236}">
                <a16:creationId xmlns:a16="http://schemas.microsoft.com/office/drawing/2014/main" id="{18D5F6CD-847A-4EBE-9BAA-72269373CEED}"/>
              </a:ext>
            </a:extLst>
          </p:cNvPr>
          <p:cNvSpPr>
            <a:spLocks noGrp="1"/>
          </p:cNvSpPr>
          <p:nvPr>
            <p:ph type="ftr" sz="quarter" idx="12"/>
          </p:nvPr>
        </p:nvSpPr>
        <p:spPr/>
        <p:txBody>
          <a:bodyPr/>
          <a:lstStyle>
            <a:lvl1pPr>
              <a:defRPr b="0" i="0">
                <a:latin typeface="Amazon Ember Display" panose="020F0603020204020204" pitchFamily="34" charset="0"/>
              </a:defRPr>
            </a:lvl1pPr>
          </a:lstStyle>
          <a:p>
            <a:endParaRPr lang="en-US" dirty="0"/>
          </a:p>
        </p:txBody>
      </p:sp>
      <p:sp>
        <p:nvSpPr>
          <p:cNvPr id="7" name="Slide Number Placeholder 6">
            <a:extLst>
              <a:ext uri="{FF2B5EF4-FFF2-40B4-BE49-F238E27FC236}">
                <a16:creationId xmlns:a16="http://schemas.microsoft.com/office/drawing/2014/main" id="{E1C972F2-75D0-4C1D-B2C9-D4DDBBA7EBAC}"/>
              </a:ext>
            </a:extLst>
          </p:cNvPr>
          <p:cNvSpPr>
            <a:spLocks noGrp="1"/>
          </p:cNvSpPr>
          <p:nvPr>
            <p:ph type="sldNum" sz="quarter" idx="13"/>
          </p:nvPr>
        </p:nvSpPr>
        <p:spPr/>
        <p:txBody>
          <a:bodyPr/>
          <a:lstStyle>
            <a:lvl1pPr>
              <a:defRPr b="0" i="0">
                <a:latin typeface="Amazon Ember Display" panose="020F0603020204020204" pitchFamily="34" charset="0"/>
              </a:defRPr>
            </a:lvl1pPr>
          </a:lstStyle>
          <a:p>
            <a:fld id="{EB4B8DE2-A4E8-46E4-8BBF-D75455EFF32C}" type="slidenum">
              <a:rPr lang="en-US" smtClean="0"/>
              <a:pPr/>
              <a:t>‹#›</a:t>
            </a:fld>
            <a:endParaRPr lang="en-US" dirty="0"/>
          </a:p>
        </p:txBody>
      </p:sp>
      <p:sp>
        <p:nvSpPr>
          <p:cNvPr id="9" name="TextBox 8">
            <a:extLst>
              <a:ext uri="{FF2B5EF4-FFF2-40B4-BE49-F238E27FC236}">
                <a16:creationId xmlns:a16="http://schemas.microsoft.com/office/drawing/2014/main" id="{BF3EF575-8224-DA14-5D32-515D4952C561}"/>
              </a:ext>
            </a:extLst>
          </p:cNvPr>
          <p:cNvSpPr txBox="1"/>
          <p:nvPr userDrawn="1"/>
        </p:nvSpPr>
        <p:spPr>
          <a:xfrm>
            <a:off x="1141084" y="6389813"/>
            <a:ext cx="2621230" cy="184666"/>
          </a:xfrm>
          <a:prstGeom prst="rect">
            <a:avLst/>
          </a:prstGeom>
          <a:noFill/>
        </p:spPr>
        <p:txBody>
          <a:bodyPr wrap="none" rtlCol="0">
            <a:spAutoFit/>
          </a:bodyPr>
          <a:lstStyle/>
          <a:p>
            <a:pPr algn="l"/>
            <a:r>
              <a:rPr lang="en-US" sz="600" b="0" i="0" dirty="0">
                <a:solidFill>
                  <a:schemeClr val="tx2"/>
                </a:solidFill>
                <a:latin typeface="Amazon Ember Display" panose="020F0603020204020204" pitchFamily="34" charset="0"/>
              </a:rPr>
              <a:t>© 2025, Amazon Web Services, Inc. or its affiliates. All rights reserved.</a:t>
            </a:r>
          </a:p>
        </p:txBody>
      </p:sp>
      <p:pic>
        <p:nvPicPr>
          <p:cNvPr id="10" name="Picture 9">
            <a:extLst>
              <a:ext uri="{FF2B5EF4-FFF2-40B4-BE49-F238E27FC236}">
                <a16:creationId xmlns:a16="http://schemas.microsoft.com/office/drawing/2014/main" id="{73D20E4C-9187-3688-70E3-A4C82F7586D2}"/>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595295" y="6338002"/>
            <a:ext cx="365760" cy="219048"/>
          </a:xfrm>
          <a:prstGeom prst="rect">
            <a:avLst/>
          </a:prstGeom>
        </p:spPr>
      </p:pic>
      <p:sp>
        <p:nvSpPr>
          <p:cNvPr id="14" name="タイトル 9">
            <a:extLst>
              <a:ext uri="{FF2B5EF4-FFF2-40B4-BE49-F238E27FC236}">
                <a16:creationId xmlns:a16="http://schemas.microsoft.com/office/drawing/2014/main" id="{733FFED9-F143-5163-605B-87BB49BA3745}"/>
              </a:ext>
            </a:extLst>
          </p:cNvPr>
          <p:cNvSpPr>
            <a:spLocks noGrp="1"/>
          </p:cNvSpPr>
          <p:nvPr>
            <p:ph type="title"/>
          </p:nvPr>
        </p:nvSpPr>
        <p:spPr>
          <a:xfrm>
            <a:off x="407988" y="296409"/>
            <a:ext cx="5688012" cy="617991"/>
          </a:xfrm>
        </p:spPr>
        <p:txBody>
          <a:bodyPr/>
          <a:lstStyle/>
          <a:p>
            <a:r>
              <a:rPr kumimoji="1" lang="ja-JP" altLang="en-US"/>
              <a:t>マスター タイトルの書式設定</a:t>
            </a:r>
          </a:p>
        </p:txBody>
      </p:sp>
      <p:sp>
        <p:nvSpPr>
          <p:cNvPr id="15" name="コンテンツ プレースホルダー 10">
            <a:extLst>
              <a:ext uri="{FF2B5EF4-FFF2-40B4-BE49-F238E27FC236}">
                <a16:creationId xmlns:a16="http://schemas.microsoft.com/office/drawing/2014/main" id="{FE3D3566-27D8-A2AD-CBED-BF6487806963}"/>
              </a:ext>
            </a:extLst>
          </p:cNvPr>
          <p:cNvSpPr>
            <a:spLocks noGrp="1"/>
          </p:cNvSpPr>
          <p:nvPr>
            <p:ph sz="quarter" idx="14"/>
          </p:nvPr>
        </p:nvSpPr>
        <p:spPr>
          <a:xfrm>
            <a:off x="407988" y="1376363"/>
            <a:ext cx="5688012" cy="2062103"/>
          </a:xfrm>
        </p:spPr>
        <p:txBody>
          <a:bodyPr/>
          <a:lstStyle>
            <a:lvl1pPr marL="0" indent="0">
              <a:buNone/>
              <a:defRPr/>
            </a:lvl1pPr>
            <a:lvl2pPr marL="279450" indent="0">
              <a:buNone/>
              <a:defRPr/>
            </a:lvl2pPr>
            <a:lvl3pPr marL="622350" indent="0">
              <a:buNone/>
              <a:defRPr/>
            </a:lvl3pPr>
            <a:lvl4pPr marL="795388" indent="0">
              <a:buNone/>
              <a:defRPr/>
            </a:lvl4pPr>
            <a:lvl5pPr marL="966838" indent="0">
              <a:buNone/>
              <a:defRPr/>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Tree>
    <p:extLst>
      <p:ext uri="{BB962C8B-B14F-4D97-AF65-F5344CB8AC3E}">
        <p14:creationId xmlns:p14="http://schemas.microsoft.com/office/powerpoint/2010/main" val="38255807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orient="horz" pos="1368" userDrawn="1">
          <p15:clr>
            <a:srgbClr val="FBAE4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2 つのコンテンツ">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5568B873-04D3-AF11-8C29-6653AFF10636}"/>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5" name="Date Placeholder 4">
            <a:extLst>
              <a:ext uri="{FF2B5EF4-FFF2-40B4-BE49-F238E27FC236}">
                <a16:creationId xmlns:a16="http://schemas.microsoft.com/office/drawing/2014/main" id="{8B8530C4-DC55-4C62-84CC-692229E78516}"/>
              </a:ext>
            </a:extLst>
          </p:cNvPr>
          <p:cNvSpPr>
            <a:spLocks noGrp="1"/>
          </p:cNvSpPr>
          <p:nvPr>
            <p:ph type="dt" sz="half" idx="10"/>
          </p:nvPr>
        </p:nvSpPr>
        <p:spPr/>
        <p:txBody>
          <a:bodyPr/>
          <a:lstStyle>
            <a:lvl1pPr>
              <a:defRPr b="0" i="0">
                <a:latin typeface="Amazon Ember Display" panose="020F0603020204020204" pitchFamily="34" charset="0"/>
              </a:defRPr>
            </a:lvl1pPr>
          </a:lstStyle>
          <a:p>
            <a:fld id="{52F18F55-D172-6041-A5A9-743BA2A8FE05}" type="datetime1">
              <a:rPr lang="ja-JP" altLang="en-US" smtClean="0"/>
              <a:t>2026/1/26</a:t>
            </a:fld>
            <a:endParaRPr lang="en-US" dirty="0"/>
          </a:p>
        </p:txBody>
      </p:sp>
      <p:sp>
        <p:nvSpPr>
          <p:cNvPr id="6" name="Footer Placeholder 5">
            <a:extLst>
              <a:ext uri="{FF2B5EF4-FFF2-40B4-BE49-F238E27FC236}">
                <a16:creationId xmlns:a16="http://schemas.microsoft.com/office/drawing/2014/main" id="{A64B8C68-5C05-4F96-9FF2-B531F83A5392}"/>
              </a:ext>
            </a:extLst>
          </p:cNvPr>
          <p:cNvSpPr>
            <a:spLocks noGrp="1"/>
          </p:cNvSpPr>
          <p:nvPr>
            <p:ph type="ftr" sz="quarter" idx="11"/>
          </p:nvPr>
        </p:nvSpPr>
        <p:spPr/>
        <p:txBody>
          <a:bodyPr/>
          <a:lstStyle>
            <a:lvl1pPr>
              <a:defRPr b="0" i="0">
                <a:latin typeface="Amazon Ember Display" panose="020F0603020204020204" pitchFamily="34" charset="0"/>
              </a:defRPr>
            </a:lvl1pPr>
          </a:lstStyle>
          <a:p>
            <a:endParaRPr lang="en-US" dirty="0"/>
          </a:p>
        </p:txBody>
      </p:sp>
      <p:sp>
        <p:nvSpPr>
          <p:cNvPr id="7" name="Slide Number Placeholder 6">
            <a:extLst>
              <a:ext uri="{FF2B5EF4-FFF2-40B4-BE49-F238E27FC236}">
                <a16:creationId xmlns:a16="http://schemas.microsoft.com/office/drawing/2014/main" id="{A6B81369-2E97-4C0B-9762-D765E28372D1}"/>
              </a:ext>
            </a:extLst>
          </p:cNvPr>
          <p:cNvSpPr>
            <a:spLocks noGrp="1"/>
          </p:cNvSpPr>
          <p:nvPr>
            <p:ph type="sldNum" sz="quarter" idx="12"/>
          </p:nvPr>
        </p:nvSpPr>
        <p:spPr/>
        <p:txBody>
          <a:bodyPr/>
          <a:lstStyle>
            <a:lvl1pPr>
              <a:defRPr b="0" i="0">
                <a:latin typeface="Amazon Ember Display" panose="020F0603020204020204" pitchFamily="34" charset="0"/>
              </a:defRPr>
            </a:lvl1pPr>
          </a:lstStyle>
          <a:p>
            <a:fld id="{EB4B8DE2-A4E8-46E4-8BBF-D75455EFF32C}" type="slidenum">
              <a:rPr lang="en-US" smtClean="0"/>
              <a:pPr/>
              <a:t>‹#›</a:t>
            </a:fld>
            <a:endParaRPr lang="en-US" dirty="0"/>
          </a:p>
        </p:txBody>
      </p:sp>
      <p:sp>
        <p:nvSpPr>
          <p:cNvPr id="8" name="タイトル 7">
            <a:extLst>
              <a:ext uri="{FF2B5EF4-FFF2-40B4-BE49-F238E27FC236}">
                <a16:creationId xmlns:a16="http://schemas.microsoft.com/office/drawing/2014/main" id="{10BDB074-DB97-4028-D275-5DD70D0CF3FE}"/>
              </a:ext>
            </a:extLst>
          </p:cNvPr>
          <p:cNvSpPr>
            <a:spLocks noGrp="1"/>
          </p:cNvSpPr>
          <p:nvPr>
            <p:ph type="title"/>
          </p:nvPr>
        </p:nvSpPr>
        <p:spPr/>
        <p:txBody>
          <a:bodyPr/>
          <a:lstStyle/>
          <a:p>
            <a:r>
              <a:rPr kumimoji="1" lang="ja-JP" altLang="en-US"/>
              <a:t>マスター タイトルの書式設定</a:t>
            </a:r>
          </a:p>
        </p:txBody>
      </p:sp>
      <p:sp>
        <p:nvSpPr>
          <p:cNvPr id="11" name="コンテンツ プレースホルダー 10">
            <a:extLst>
              <a:ext uri="{FF2B5EF4-FFF2-40B4-BE49-F238E27FC236}">
                <a16:creationId xmlns:a16="http://schemas.microsoft.com/office/drawing/2014/main" id="{70D136CB-8F17-EA3E-E835-54E63DA640F7}"/>
              </a:ext>
            </a:extLst>
          </p:cNvPr>
          <p:cNvSpPr>
            <a:spLocks noGrp="1"/>
          </p:cNvSpPr>
          <p:nvPr>
            <p:ph sz="quarter" idx="13"/>
          </p:nvPr>
        </p:nvSpPr>
        <p:spPr>
          <a:xfrm>
            <a:off x="407988" y="1376363"/>
            <a:ext cx="5248274" cy="2062103"/>
          </a:xfrm>
        </p:spPr>
        <p:txBody>
          <a:bodyPr/>
          <a:lstStyle>
            <a:lvl1pPr marL="0" indent="0">
              <a:buNone/>
              <a:defRPr/>
            </a:lvl1pPr>
            <a:lvl2pPr marL="279450" indent="0">
              <a:buNone/>
              <a:defRPr/>
            </a:lvl2pPr>
            <a:lvl3pPr marL="622350" indent="0">
              <a:buNone/>
              <a:defRPr/>
            </a:lvl3pPr>
            <a:lvl4pPr marL="795388" indent="0">
              <a:buNone/>
              <a:defRPr/>
            </a:lvl4pPr>
            <a:lvl5pPr marL="966838" indent="0">
              <a:buNone/>
              <a:defRPr/>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12" name="コンテンツ プレースホルダー 10">
            <a:extLst>
              <a:ext uri="{FF2B5EF4-FFF2-40B4-BE49-F238E27FC236}">
                <a16:creationId xmlns:a16="http://schemas.microsoft.com/office/drawing/2014/main" id="{5DB4EBEE-E438-F3BB-215D-168C0DE6E195}"/>
              </a:ext>
            </a:extLst>
          </p:cNvPr>
          <p:cNvSpPr>
            <a:spLocks noGrp="1"/>
          </p:cNvSpPr>
          <p:nvPr>
            <p:ph sz="quarter" idx="14"/>
          </p:nvPr>
        </p:nvSpPr>
        <p:spPr>
          <a:xfrm>
            <a:off x="6096000" y="1376363"/>
            <a:ext cx="5248274" cy="2062103"/>
          </a:xfrm>
        </p:spPr>
        <p:txBody>
          <a:bodyPr/>
          <a:lstStyle>
            <a:lvl1pPr marL="0" indent="0">
              <a:buNone/>
              <a:defRPr/>
            </a:lvl1pPr>
            <a:lvl2pPr marL="279450" indent="0">
              <a:buNone/>
              <a:defRPr/>
            </a:lvl2pPr>
            <a:lvl3pPr marL="622350" indent="0">
              <a:buNone/>
              <a:defRPr/>
            </a:lvl3pPr>
            <a:lvl4pPr marL="795388" indent="0">
              <a:buNone/>
              <a:defRPr/>
            </a:lvl4pPr>
            <a:lvl5pPr marL="966838" indent="0">
              <a:buNone/>
              <a:defRPr/>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Tree>
    <p:extLst>
      <p:ext uri="{BB962C8B-B14F-4D97-AF65-F5344CB8AC3E}">
        <p14:creationId xmlns:p14="http://schemas.microsoft.com/office/powerpoint/2010/main" val="23448133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3840">
          <p15:clr>
            <a:srgbClr val="FBAE4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1_Two Content">
    <p:spTree>
      <p:nvGrpSpPr>
        <p:cNvPr id="1" name=""/>
        <p:cNvGrpSpPr/>
        <p:nvPr/>
      </p:nvGrpSpPr>
      <p:grpSpPr>
        <a:xfrm>
          <a:off x="0" y="0"/>
          <a:ext cx="0" cy="0"/>
          <a:chOff x="0" y="0"/>
          <a:chExt cx="0" cy="0"/>
        </a:xfrm>
      </p:grpSpPr>
      <p:sp>
        <p:nvSpPr>
          <p:cNvPr id="5" name="Date Placeholder 4">
            <a:extLst>
              <a:ext uri="{FF2B5EF4-FFF2-40B4-BE49-F238E27FC236}">
                <a16:creationId xmlns:a16="http://schemas.microsoft.com/office/drawing/2014/main" id="{8B8530C4-DC55-4C62-84CC-692229E78516}"/>
              </a:ext>
            </a:extLst>
          </p:cNvPr>
          <p:cNvSpPr>
            <a:spLocks noGrp="1"/>
          </p:cNvSpPr>
          <p:nvPr>
            <p:ph type="dt" sz="half" idx="10"/>
          </p:nvPr>
        </p:nvSpPr>
        <p:spPr/>
        <p:txBody>
          <a:bodyPr/>
          <a:lstStyle>
            <a:lvl1pPr>
              <a:defRPr b="0" i="0">
                <a:latin typeface="Amazon Ember Display" panose="020F0603020204020204" pitchFamily="34" charset="0"/>
              </a:defRPr>
            </a:lvl1pPr>
          </a:lstStyle>
          <a:p>
            <a:fld id="{8DDAE40B-1F35-8049-BC7C-08375A29BB64}" type="datetime1">
              <a:rPr lang="ja-JP" altLang="en-US" smtClean="0"/>
              <a:t>2026/1/26</a:t>
            </a:fld>
            <a:endParaRPr lang="en-US" dirty="0"/>
          </a:p>
        </p:txBody>
      </p:sp>
      <p:sp>
        <p:nvSpPr>
          <p:cNvPr id="6" name="Footer Placeholder 5">
            <a:extLst>
              <a:ext uri="{FF2B5EF4-FFF2-40B4-BE49-F238E27FC236}">
                <a16:creationId xmlns:a16="http://schemas.microsoft.com/office/drawing/2014/main" id="{A64B8C68-5C05-4F96-9FF2-B531F83A5392}"/>
              </a:ext>
            </a:extLst>
          </p:cNvPr>
          <p:cNvSpPr>
            <a:spLocks noGrp="1"/>
          </p:cNvSpPr>
          <p:nvPr>
            <p:ph type="ftr" sz="quarter" idx="11"/>
          </p:nvPr>
        </p:nvSpPr>
        <p:spPr/>
        <p:txBody>
          <a:bodyPr/>
          <a:lstStyle>
            <a:lvl1pPr>
              <a:defRPr b="0" i="0">
                <a:latin typeface="Amazon Ember Display" panose="020F0603020204020204" pitchFamily="34" charset="0"/>
              </a:defRPr>
            </a:lvl1pPr>
          </a:lstStyle>
          <a:p>
            <a:endParaRPr lang="en-US" dirty="0"/>
          </a:p>
        </p:txBody>
      </p:sp>
      <p:sp>
        <p:nvSpPr>
          <p:cNvPr id="7" name="Slide Number Placeholder 6">
            <a:extLst>
              <a:ext uri="{FF2B5EF4-FFF2-40B4-BE49-F238E27FC236}">
                <a16:creationId xmlns:a16="http://schemas.microsoft.com/office/drawing/2014/main" id="{A6B81369-2E97-4C0B-9762-D765E28372D1}"/>
              </a:ext>
            </a:extLst>
          </p:cNvPr>
          <p:cNvSpPr>
            <a:spLocks noGrp="1"/>
          </p:cNvSpPr>
          <p:nvPr>
            <p:ph type="sldNum" sz="quarter" idx="12"/>
          </p:nvPr>
        </p:nvSpPr>
        <p:spPr/>
        <p:txBody>
          <a:bodyPr/>
          <a:lstStyle>
            <a:lvl1pPr>
              <a:defRPr b="0" i="0">
                <a:latin typeface="Amazon Ember Display" panose="020F0603020204020204" pitchFamily="34" charset="0"/>
              </a:defRPr>
            </a:lvl1pPr>
          </a:lstStyle>
          <a:p>
            <a:fld id="{EB4B8DE2-A4E8-46E4-8BBF-D75455EFF32C}" type="slidenum">
              <a:rPr lang="en-US" smtClean="0"/>
              <a:pPr/>
              <a:t>‹#›</a:t>
            </a:fld>
            <a:endParaRPr lang="en-US" dirty="0"/>
          </a:p>
        </p:txBody>
      </p:sp>
      <p:sp>
        <p:nvSpPr>
          <p:cNvPr id="8" name="タイトル 7">
            <a:extLst>
              <a:ext uri="{FF2B5EF4-FFF2-40B4-BE49-F238E27FC236}">
                <a16:creationId xmlns:a16="http://schemas.microsoft.com/office/drawing/2014/main" id="{210BB3C9-9A0D-AE47-08BB-B2285E010588}"/>
              </a:ext>
            </a:extLst>
          </p:cNvPr>
          <p:cNvSpPr>
            <a:spLocks noGrp="1"/>
          </p:cNvSpPr>
          <p:nvPr>
            <p:ph type="title"/>
          </p:nvPr>
        </p:nvSpPr>
        <p:spPr/>
        <p:txBody>
          <a:bodyPr/>
          <a:lstStyle/>
          <a:p>
            <a:r>
              <a:rPr kumimoji="1" lang="ja-JP" altLang="en-US"/>
              <a:t>マスター タイトルの書式設定</a:t>
            </a:r>
          </a:p>
        </p:txBody>
      </p:sp>
      <p:sp>
        <p:nvSpPr>
          <p:cNvPr id="9" name="コンテンツ プレースホルダー 10">
            <a:extLst>
              <a:ext uri="{FF2B5EF4-FFF2-40B4-BE49-F238E27FC236}">
                <a16:creationId xmlns:a16="http://schemas.microsoft.com/office/drawing/2014/main" id="{F4A576BE-8714-8681-25BB-B80E6C482036}"/>
              </a:ext>
            </a:extLst>
          </p:cNvPr>
          <p:cNvSpPr>
            <a:spLocks noGrp="1"/>
          </p:cNvSpPr>
          <p:nvPr>
            <p:ph sz="quarter" idx="13"/>
          </p:nvPr>
        </p:nvSpPr>
        <p:spPr>
          <a:xfrm>
            <a:off x="407988" y="1376363"/>
            <a:ext cx="5248274" cy="2062103"/>
          </a:xfrm>
        </p:spPr>
        <p:txBody>
          <a:bodyPr/>
          <a:lstStyle>
            <a:lvl1pPr marL="0" indent="0">
              <a:buNone/>
              <a:defRPr/>
            </a:lvl1pPr>
            <a:lvl2pPr marL="279450" indent="0">
              <a:buNone/>
              <a:defRPr/>
            </a:lvl2pPr>
            <a:lvl3pPr marL="622350" indent="0">
              <a:buNone/>
              <a:defRPr/>
            </a:lvl3pPr>
            <a:lvl4pPr marL="795388" indent="0">
              <a:buNone/>
              <a:defRPr/>
            </a:lvl4pPr>
            <a:lvl5pPr marL="966838" indent="0">
              <a:buNone/>
              <a:defRPr/>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10" name="コンテンツ プレースホルダー 10">
            <a:extLst>
              <a:ext uri="{FF2B5EF4-FFF2-40B4-BE49-F238E27FC236}">
                <a16:creationId xmlns:a16="http://schemas.microsoft.com/office/drawing/2014/main" id="{97738474-9C32-2D28-C7C2-6F9E21905AB9}"/>
              </a:ext>
            </a:extLst>
          </p:cNvPr>
          <p:cNvSpPr>
            <a:spLocks noGrp="1"/>
          </p:cNvSpPr>
          <p:nvPr>
            <p:ph sz="quarter" idx="14"/>
          </p:nvPr>
        </p:nvSpPr>
        <p:spPr>
          <a:xfrm>
            <a:off x="6096000" y="1376363"/>
            <a:ext cx="5248274" cy="2062103"/>
          </a:xfrm>
        </p:spPr>
        <p:txBody>
          <a:bodyPr/>
          <a:lstStyle>
            <a:lvl1pPr marL="0" indent="0">
              <a:buNone/>
              <a:defRPr/>
            </a:lvl1pPr>
            <a:lvl2pPr marL="279450" indent="0">
              <a:buNone/>
              <a:defRPr/>
            </a:lvl2pPr>
            <a:lvl3pPr marL="622350" indent="0">
              <a:buNone/>
              <a:defRPr/>
            </a:lvl3pPr>
            <a:lvl4pPr marL="795388" indent="0">
              <a:buNone/>
              <a:defRPr/>
            </a:lvl4pPr>
            <a:lvl5pPr marL="966838" indent="0">
              <a:buNone/>
              <a:defRPr/>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Tree>
    <p:extLst>
      <p:ext uri="{BB962C8B-B14F-4D97-AF65-F5344CB8AC3E}">
        <p14:creationId xmlns:p14="http://schemas.microsoft.com/office/powerpoint/2010/main" val="40964097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3840">
          <p15:clr>
            <a:srgbClr val="FBAE4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比較">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BC1CA65A-3F20-4CCD-AE7B-297E975BC0E8}"/>
              </a:ext>
            </a:extLst>
          </p:cNvPr>
          <p:cNvSpPr>
            <a:spLocks noGrp="1"/>
          </p:cNvSpPr>
          <p:nvPr>
            <p:ph type="body" idx="1" hasCustomPrompt="1"/>
          </p:nvPr>
        </p:nvSpPr>
        <p:spPr>
          <a:xfrm>
            <a:off x="407988" y="1376363"/>
            <a:ext cx="5248656" cy="369332"/>
          </a:xfrm>
        </p:spPr>
        <p:txBody>
          <a:bodyPr anchor="t"/>
          <a:lstStyle>
            <a:lvl1pPr marL="0" indent="0">
              <a:buNone/>
              <a:defRPr sz="2000" b="0" i="0">
                <a:solidFill>
                  <a:schemeClr val="accent1"/>
                </a:solidFill>
                <a:latin typeface="Amazon Ember Display" panose="020F0603020204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Enter heading here</a:t>
            </a:r>
          </a:p>
        </p:txBody>
      </p:sp>
      <p:sp>
        <p:nvSpPr>
          <p:cNvPr id="5" name="Text Placeholder 4">
            <a:extLst>
              <a:ext uri="{FF2B5EF4-FFF2-40B4-BE49-F238E27FC236}">
                <a16:creationId xmlns:a16="http://schemas.microsoft.com/office/drawing/2014/main" id="{7BCE1A54-1330-4A91-B63D-5CFA63F9FFDF}"/>
              </a:ext>
            </a:extLst>
          </p:cNvPr>
          <p:cNvSpPr>
            <a:spLocks noGrp="1"/>
          </p:cNvSpPr>
          <p:nvPr>
            <p:ph type="body" sz="quarter" idx="3" hasCustomPrompt="1"/>
          </p:nvPr>
        </p:nvSpPr>
        <p:spPr>
          <a:xfrm>
            <a:off x="6096000" y="1376363"/>
            <a:ext cx="5248656" cy="369332"/>
          </a:xfrm>
        </p:spPr>
        <p:txBody>
          <a:bodyPr anchor="t"/>
          <a:lstStyle>
            <a:lvl1pPr marL="0" indent="0">
              <a:buNone/>
              <a:defRPr sz="2000" b="0" i="0">
                <a:solidFill>
                  <a:schemeClr val="accent1"/>
                </a:solidFill>
                <a:latin typeface="Amazon Ember Display" panose="020F0603020204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Enter heading here</a:t>
            </a:r>
          </a:p>
        </p:txBody>
      </p:sp>
      <p:sp>
        <p:nvSpPr>
          <p:cNvPr id="7" name="Date Placeholder 6">
            <a:extLst>
              <a:ext uri="{FF2B5EF4-FFF2-40B4-BE49-F238E27FC236}">
                <a16:creationId xmlns:a16="http://schemas.microsoft.com/office/drawing/2014/main" id="{996D1DC3-FE4E-4BC2-8CA3-4ED12B138031}"/>
              </a:ext>
            </a:extLst>
          </p:cNvPr>
          <p:cNvSpPr>
            <a:spLocks noGrp="1"/>
          </p:cNvSpPr>
          <p:nvPr>
            <p:ph type="dt" sz="half" idx="10"/>
          </p:nvPr>
        </p:nvSpPr>
        <p:spPr/>
        <p:txBody>
          <a:bodyPr/>
          <a:lstStyle>
            <a:lvl1pPr>
              <a:defRPr b="0" i="0">
                <a:latin typeface="Amazon Ember Display" panose="020F0603020204020204" pitchFamily="34" charset="0"/>
              </a:defRPr>
            </a:lvl1pPr>
          </a:lstStyle>
          <a:p>
            <a:fld id="{3630CC50-7AA9-DF44-A478-5366FACF038D}" type="datetime1">
              <a:rPr lang="ja-JP" altLang="en-US" smtClean="0"/>
              <a:t>2026/1/26</a:t>
            </a:fld>
            <a:endParaRPr lang="en-US" dirty="0"/>
          </a:p>
        </p:txBody>
      </p:sp>
      <p:sp>
        <p:nvSpPr>
          <p:cNvPr id="8" name="Footer Placeholder 7">
            <a:extLst>
              <a:ext uri="{FF2B5EF4-FFF2-40B4-BE49-F238E27FC236}">
                <a16:creationId xmlns:a16="http://schemas.microsoft.com/office/drawing/2014/main" id="{E24AE993-84F9-4B17-BB98-5AAAFAF3EAE6}"/>
              </a:ext>
            </a:extLst>
          </p:cNvPr>
          <p:cNvSpPr>
            <a:spLocks noGrp="1"/>
          </p:cNvSpPr>
          <p:nvPr>
            <p:ph type="ftr" sz="quarter" idx="11"/>
          </p:nvPr>
        </p:nvSpPr>
        <p:spPr/>
        <p:txBody>
          <a:bodyPr/>
          <a:lstStyle>
            <a:lvl1pPr>
              <a:defRPr b="0" i="0">
                <a:latin typeface="Amazon Ember Display" panose="020F0603020204020204" pitchFamily="34" charset="0"/>
              </a:defRPr>
            </a:lvl1pPr>
          </a:lstStyle>
          <a:p>
            <a:endParaRPr lang="en-US" dirty="0"/>
          </a:p>
        </p:txBody>
      </p:sp>
      <p:sp>
        <p:nvSpPr>
          <p:cNvPr id="9" name="Slide Number Placeholder 8">
            <a:extLst>
              <a:ext uri="{FF2B5EF4-FFF2-40B4-BE49-F238E27FC236}">
                <a16:creationId xmlns:a16="http://schemas.microsoft.com/office/drawing/2014/main" id="{DE2CB0EC-BB93-4417-89BD-8704180EA225}"/>
              </a:ext>
            </a:extLst>
          </p:cNvPr>
          <p:cNvSpPr>
            <a:spLocks noGrp="1"/>
          </p:cNvSpPr>
          <p:nvPr>
            <p:ph type="sldNum" sz="quarter" idx="12"/>
          </p:nvPr>
        </p:nvSpPr>
        <p:spPr/>
        <p:txBody>
          <a:bodyPr/>
          <a:lstStyle>
            <a:lvl1pPr>
              <a:defRPr b="0" i="0">
                <a:latin typeface="Amazon Ember Display" panose="020F0603020204020204" pitchFamily="34" charset="0"/>
              </a:defRPr>
            </a:lvl1pPr>
          </a:lstStyle>
          <a:p>
            <a:fld id="{EB4B8DE2-A4E8-46E4-8BBF-D75455EFF32C}" type="slidenum">
              <a:rPr lang="en-US" smtClean="0"/>
              <a:pPr/>
              <a:t>‹#›</a:t>
            </a:fld>
            <a:endParaRPr lang="en-US" dirty="0"/>
          </a:p>
        </p:txBody>
      </p:sp>
      <p:sp>
        <p:nvSpPr>
          <p:cNvPr id="10" name="タイトル 9">
            <a:extLst>
              <a:ext uri="{FF2B5EF4-FFF2-40B4-BE49-F238E27FC236}">
                <a16:creationId xmlns:a16="http://schemas.microsoft.com/office/drawing/2014/main" id="{9F94CF74-2003-FC08-4F30-7B41D2BD8077}"/>
              </a:ext>
            </a:extLst>
          </p:cNvPr>
          <p:cNvSpPr>
            <a:spLocks noGrp="1"/>
          </p:cNvSpPr>
          <p:nvPr>
            <p:ph type="title"/>
          </p:nvPr>
        </p:nvSpPr>
        <p:spPr/>
        <p:txBody>
          <a:bodyPr/>
          <a:lstStyle/>
          <a:p>
            <a:r>
              <a:rPr kumimoji="1" lang="ja-JP" altLang="en-US"/>
              <a:t>マスター タイトルの書式設定</a:t>
            </a:r>
          </a:p>
        </p:txBody>
      </p:sp>
      <p:sp>
        <p:nvSpPr>
          <p:cNvPr id="11" name="コンテンツ プレースホルダー 10">
            <a:extLst>
              <a:ext uri="{FF2B5EF4-FFF2-40B4-BE49-F238E27FC236}">
                <a16:creationId xmlns:a16="http://schemas.microsoft.com/office/drawing/2014/main" id="{ED09891B-94DA-077D-6E1C-035647D9802C}"/>
              </a:ext>
            </a:extLst>
          </p:cNvPr>
          <p:cNvSpPr>
            <a:spLocks noGrp="1"/>
          </p:cNvSpPr>
          <p:nvPr>
            <p:ph sz="quarter" idx="13"/>
          </p:nvPr>
        </p:nvSpPr>
        <p:spPr>
          <a:xfrm>
            <a:off x="407988" y="2133600"/>
            <a:ext cx="5248274" cy="2062103"/>
          </a:xfrm>
        </p:spPr>
        <p:txBody>
          <a:bodyPr/>
          <a:lstStyle>
            <a:lvl1pPr marL="0" indent="0">
              <a:buNone/>
              <a:defRPr/>
            </a:lvl1pPr>
            <a:lvl2pPr marL="279450" indent="0">
              <a:buNone/>
              <a:defRPr/>
            </a:lvl2pPr>
            <a:lvl3pPr marL="622350" indent="0">
              <a:buNone/>
              <a:defRPr/>
            </a:lvl3pPr>
            <a:lvl4pPr marL="795388" indent="0">
              <a:buNone/>
              <a:defRPr/>
            </a:lvl4pPr>
            <a:lvl5pPr marL="966838" indent="0">
              <a:buNone/>
              <a:defRPr/>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12" name="コンテンツ プレースホルダー 10">
            <a:extLst>
              <a:ext uri="{FF2B5EF4-FFF2-40B4-BE49-F238E27FC236}">
                <a16:creationId xmlns:a16="http://schemas.microsoft.com/office/drawing/2014/main" id="{840D78B8-84B6-0D8B-2029-3FBC4E419175}"/>
              </a:ext>
            </a:extLst>
          </p:cNvPr>
          <p:cNvSpPr>
            <a:spLocks noGrp="1"/>
          </p:cNvSpPr>
          <p:nvPr>
            <p:ph sz="quarter" idx="14"/>
          </p:nvPr>
        </p:nvSpPr>
        <p:spPr>
          <a:xfrm>
            <a:off x="6096000" y="2133600"/>
            <a:ext cx="5248274" cy="2062103"/>
          </a:xfrm>
        </p:spPr>
        <p:txBody>
          <a:bodyPr/>
          <a:lstStyle>
            <a:lvl1pPr marL="0" indent="0">
              <a:buNone/>
              <a:defRPr/>
            </a:lvl1pPr>
            <a:lvl2pPr marL="279450" indent="0">
              <a:buNone/>
              <a:defRPr/>
            </a:lvl2pPr>
            <a:lvl3pPr marL="622350" indent="0">
              <a:buNone/>
              <a:defRPr/>
            </a:lvl3pPr>
            <a:lvl4pPr marL="795388" indent="0">
              <a:buNone/>
              <a:defRPr/>
            </a:lvl4pPr>
            <a:lvl5pPr marL="966838" indent="0">
              <a:buNone/>
              <a:defRPr/>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Tree>
    <p:extLst>
      <p:ext uri="{BB962C8B-B14F-4D97-AF65-F5344CB8AC3E}">
        <p14:creationId xmlns:p14="http://schemas.microsoft.com/office/powerpoint/2010/main" val="23104097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344" userDrawn="1">
          <p15:clr>
            <a:srgbClr val="FBAE40"/>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Three column with subheadings">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BC1CA65A-3F20-4CCD-AE7B-297E975BC0E8}"/>
              </a:ext>
            </a:extLst>
          </p:cNvPr>
          <p:cNvSpPr>
            <a:spLocks noGrp="1"/>
          </p:cNvSpPr>
          <p:nvPr>
            <p:ph type="body" idx="1" hasCustomPrompt="1"/>
          </p:nvPr>
        </p:nvSpPr>
        <p:spPr>
          <a:xfrm>
            <a:off x="609599" y="1385224"/>
            <a:ext cx="3483864" cy="369332"/>
          </a:xfrm>
        </p:spPr>
        <p:txBody>
          <a:bodyPr anchor="t"/>
          <a:lstStyle>
            <a:lvl1pPr marL="0" indent="0">
              <a:buNone/>
              <a:defRPr sz="2000" b="0" i="0">
                <a:solidFill>
                  <a:schemeClr val="accent1"/>
                </a:solidFill>
                <a:latin typeface="Amazon Ember Display" panose="020F0603020204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Enter heading here</a:t>
            </a:r>
          </a:p>
        </p:txBody>
      </p:sp>
      <p:sp>
        <p:nvSpPr>
          <p:cNvPr id="5" name="Text Placeholder 4">
            <a:extLst>
              <a:ext uri="{FF2B5EF4-FFF2-40B4-BE49-F238E27FC236}">
                <a16:creationId xmlns:a16="http://schemas.microsoft.com/office/drawing/2014/main" id="{7BCE1A54-1330-4A91-B63D-5CFA63F9FFDF}"/>
              </a:ext>
            </a:extLst>
          </p:cNvPr>
          <p:cNvSpPr>
            <a:spLocks noGrp="1"/>
          </p:cNvSpPr>
          <p:nvPr>
            <p:ph type="body" sz="quarter" idx="3" hasCustomPrompt="1"/>
          </p:nvPr>
        </p:nvSpPr>
        <p:spPr>
          <a:xfrm>
            <a:off x="4354068" y="1385224"/>
            <a:ext cx="3483864" cy="369332"/>
          </a:xfrm>
        </p:spPr>
        <p:txBody>
          <a:bodyPr anchor="t"/>
          <a:lstStyle>
            <a:lvl1pPr marL="0" indent="0">
              <a:buNone/>
              <a:defRPr sz="2000" b="0" i="0">
                <a:solidFill>
                  <a:schemeClr val="accent1"/>
                </a:solidFill>
                <a:latin typeface="Amazon Ember Display" panose="020F0603020204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Enter heading here</a:t>
            </a:r>
          </a:p>
        </p:txBody>
      </p:sp>
      <p:sp>
        <p:nvSpPr>
          <p:cNvPr id="7" name="Text Placeholder 4">
            <a:extLst>
              <a:ext uri="{FF2B5EF4-FFF2-40B4-BE49-F238E27FC236}">
                <a16:creationId xmlns:a16="http://schemas.microsoft.com/office/drawing/2014/main" id="{EB7A6272-EB3F-49FE-8293-213DA74B26E7}"/>
              </a:ext>
            </a:extLst>
          </p:cNvPr>
          <p:cNvSpPr>
            <a:spLocks noGrp="1"/>
          </p:cNvSpPr>
          <p:nvPr>
            <p:ph type="body" sz="quarter" idx="10" hasCustomPrompt="1"/>
          </p:nvPr>
        </p:nvSpPr>
        <p:spPr>
          <a:xfrm>
            <a:off x="8098536" y="1385224"/>
            <a:ext cx="3483864" cy="369332"/>
          </a:xfrm>
        </p:spPr>
        <p:txBody>
          <a:bodyPr anchor="t"/>
          <a:lstStyle>
            <a:lvl1pPr marL="0" indent="0">
              <a:buNone/>
              <a:defRPr sz="2000" b="0" i="0">
                <a:solidFill>
                  <a:schemeClr val="accent1"/>
                </a:solidFill>
                <a:latin typeface="Amazon Ember Display" panose="020F0603020204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Enter heading here</a:t>
            </a:r>
          </a:p>
        </p:txBody>
      </p:sp>
      <p:sp>
        <p:nvSpPr>
          <p:cNvPr id="9" name="Date Placeholder 8">
            <a:extLst>
              <a:ext uri="{FF2B5EF4-FFF2-40B4-BE49-F238E27FC236}">
                <a16:creationId xmlns:a16="http://schemas.microsoft.com/office/drawing/2014/main" id="{4B58E081-E30E-4521-AEC0-F25E96B2F80B}"/>
              </a:ext>
            </a:extLst>
          </p:cNvPr>
          <p:cNvSpPr>
            <a:spLocks noGrp="1"/>
          </p:cNvSpPr>
          <p:nvPr>
            <p:ph type="dt" sz="half" idx="12"/>
          </p:nvPr>
        </p:nvSpPr>
        <p:spPr/>
        <p:txBody>
          <a:bodyPr/>
          <a:lstStyle>
            <a:lvl1pPr>
              <a:defRPr b="0" i="0">
                <a:latin typeface="Amazon Ember Display" panose="020F0603020204020204" pitchFamily="34" charset="0"/>
              </a:defRPr>
            </a:lvl1pPr>
          </a:lstStyle>
          <a:p>
            <a:fld id="{4DC8B4FE-456C-074C-AAE4-932665FC33CE}" type="datetime1">
              <a:rPr lang="ja-JP" altLang="en-US" smtClean="0"/>
              <a:t>2026/1/26</a:t>
            </a:fld>
            <a:endParaRPr lang="en-US" dirty="0"/>
          </a:p>
        </p:txBody>
      </p:sp>
      <p:sp>
        <p:nvSpPr>
          <p:cNvPr id="10" name="Footer Placeholder 9">
            <a:extLst>
              <a:ext uri="{FF2B5EF4-FFF2-40B4-BE49-F238E27FC236}">
                <a16:creationId xmlns:a16="http://schemas.microsoft.com/office/drawing/2014/main" id="{8E5D495B-454B-46AE-A85D-594A0B9FDDCC}"/>
              </a:ext>
            </a:extLst>
          </p:cNvPr>
          <p:cNvSpPr>
            <a:spLocks noGrp="1"/>
          </p:cNvSpPr>
          <p:nvPr>
            <p:ph type="ftr" sz="quarter" idx="13"/>
          </p:nvPr>
        </p:nvSpPr>
        <p:spPr/>
        <p:txBody>
          <a:bodyPr/>
          <a:lstStyle>
            <a:lvl1pPr>
              <a:defRPr b="0" i="0">
                <a:latin typeface="Amazon Ember Display" panose="020F0603020204020204" pitchFamily="34" charset="0"/>
              </a:defRPr>
            </a:lvl1pPr>
          </a:lstStyle>
          <a:p>
            <a:endParaRPr lang="en-US" dirty="0"/>
          </a:p>
        </p:txBody>
      </p:sp>
      <p:sp>
        <p:nvSpPr>
          <p:cNvPr id="11" name="Slide Number Placeholder 10">
            <a:extLst>
              <a:ext uri="{FF2B5EF4-FFF2-40B4-BE49-F238E27FC236}">
                <a16:creationId xmlns:a16="http://schemas.microsoft.com/office/drawing/2014/main" id="{7F05D547-F845-48C9-979D-DD2269BB9C80}"/>
              </a:ext>
            </a:extLst>
          </p:cNvPr>
          <p:cNvSpPr>
            <a:spLocks noGrp="1"/>
          </p:cNvSpPr>
          <p:nvPr>
            <p:ph type="sldNum" sz="quarter" idx="14"/>
          </p:nvPr>
        </p:nvSpPr>
        <p:spPr/>
        <p:txBody>
          <a:bodyPr/>
          <a:lstStyle>
            <a:lvl1pPr>
              <a:defRPr b="0" i="0">
                <a:latin typeface="Amazon Ember Display" panose="020F0603020204020204" pitchFamily="34" charset="0"/>
              </a:defRPr>
            </a:lvl1pPr>
          </a:lstStyle>
          <a:p>
            <a:fld id="{EB4B8DE2-A4E8-46E4-8BBF-D75455EFF32C}" type="slidenum">
              <a:rPr lang="en-US" smtClean="0"/>
              <a:pPr/>
              <a:t>‹#›</a:t>
            </a:fld>
            <a:endParaRPr lang="en-US" dirty="0"/>
          </a:p>
        </p:txBody>
      </p:sp>
      <p:sp>
        <p:nvSpPr>
          <p:cNvPr id="12" name="タイトル 11">
            <a:extLst>
              <a:ext uri="{FF2B5EF4-FFF2-40B4-BE49-F238E27FC236}">
                <a16:creationId xmlns:a16="http://schemas.microsoft.com/office/drawing/2014/main" id="{DC7E5FB8-166B-3408-7984-DE22F152E037}"/>
              </a:ext>
            </a:extLst>
          </p:cNvPr>
          <p:cNvSpPr>
            <a:spLocks noGrp="1"/>
          </p:cNvSpPr>
          <p:nvPr>
            <p:ph type="title"/>
          </p:nvPr>
        </p:nvSpPr>
        <p:spPr/>
        <p:txBody>
          <a:bodyPr/>
          <a:lstStyle/>
          <a:p>
            <a:r>
              <a:rPr kumimoji="1" lang="ja-JP" altLang="en-US"/>
              <a:t>マスター タイトルの書式設定</a:t>
            </a:r>
          </a:p>
        </p:txBody>
      </p:sp>
      <p:sp>
        <p:nvSpPr>
          <p:cNvPr id="13" name="コンテンツ プレースホルダー 10">
            <a:extLst>
              <a:ext uri="{FF2B5EF4-FFF2-40B4-BE49-F238E27FC236}">
                <a16:creationId xmlns:a16="http://schemas.microsoft.com/office/drawing/2014/main" id="{E0652899-B90B-1F88-DDC4-7B02952C3E89}"/>
              </a:ext>
            </a:extLst>
          </p:cNvPr>
          <p:cNvSpPr>
            <a:spLocks noGrp="1"/>
          </p:cNvSpPr>
          <p:nvPr>
            <p:ph sz="quarter" idx="15"/>
          </p:nvPr>
        </p:nvSpPr>
        <p:spPr>
          <a:xfrm>
            <a:off x="609598" y="1754556"/>
            <a:ext cx="3483864" cy="2062103"/>
          </a:xfrm>
        </p:spPr>
        <p:txBody>
          <a:bodyPr/>
          <a:lstStyle>
            <a:lvl1pPr marL="0" indent="0">
              <a:buNone/>
              <a:defRPr/>
            </a:lvl1pPr>
            <a:lvl2pPr marL="279450" indent="0">
              <a:buNone/>
              <a:defRPr/>
            </a:lvl2pPr>
            <a:lvl3pPr marL="622350" indent="0">
              <a:buNone/>
              <a:defRPr/>
            </a:lvl3pPr>
            <a:lvl4pPr marL="795388" indent="0">
              <a:buNone/>
              <a:defRPr/>
            </a:lvl4pPr>
            <a:lvl5pPr marL="966838" indent="0">
              <a:buNone/>
              <a:defRPr/>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14" name="コンテンツ プレースホルダー 10">
            <a:extLst>
              <a:ext uri="{FF2B5EF4-FFF2-40B4-BE49-F238E27FC236}">
                <a16:creationId xmlns:a16="http://schemas.microsoft.com/office/drawing/2014/main" id="{7F7B737A-5BE4-57D1-26B4-D50E825E5D9A}"/>
              </a:ext>
            </a:extLst>
          </p:cNvPr>
          <p:cNvSpPr>
            <a:spLocks noGrp="1"/>
          </p:cNvSpPr>
          <p:nvPr>
            <p:ph sz="quarter" idx="16"/>
          </p:nvPr>
        </p:nvSpPr>
        <p:spPr>
          <a:xfrm>
            <a:off x="4354066" y="1754556"/>
            <a:ext cx="3483864" cy="2062103"/>
          </a:xfrm>
        </p:spPr>
        <p:txBody>
          <a:bodyPr/>
          <a:lstStyle>
            <a:lvl1pPr marL="0" indent="0">
              <a:buNone/>
              <a:defRPr/>
            </a:lvl1pPr>
            <a:lvl2pPr marL="279450" indent="0">
              <a:buNone/>
              <a:defRPr/>
            </a:lvl2pPr>
            <a:lvl3pPr marL="622350" indent="0">
              <a:buNone/>
              <a:defRPr/>
            </a:lvl3pPr>
            <a:lvl4pPr marL="795388" indent="0">
              <a:buNone/>
              <a:defRPr/>
            </a:lvl4pPr>
            <a:lvl5pPr marL="966838" indent="0">
              <a:buNone/>
              <a:defRPr/>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15" name="コンテンツ プレースホルダー 10">
            <a:extLst>
              <a:ext uri="{FF2B5EF4-FFF2-40B4-BE49-F238E27FC236}">
                <a16:creationId xmlns:a16="http://schemas.microsoft.com/office/drawing/2014/main" id="{0E6344A3-930F-BFF8-C4C9-6613B92375CD}"/>
              </a:ext>
            </a:extLst>
          </p:cNvPr>
          <p:cNvSpPr>
            <a:spLocks noGrp="1"/>
          </p:cNvSpPr>
          <p:nvPr>
            <p:ph sz="quarter" idx="17"/>
          </p:nvPr>
        </p:nvSpPr>
        <p:spPr>
          <a:xfrm>
            <a:off x="8093308" y="1754556"/>
            <a:ext cx="3483864" cy="2062103"/>
          </a:xfrm>
        </p:spPr>
        <p:txBody>
          <a:bodyPr/>
          <a:lstStyle>
            <a:lvl1pPr marL="0" indent="0">
              <a:buNone/>
              <a:defRPr/>
            </a:lvl1pPr>
            <a:lvl2pPr marL="279450" indent="0">
              <a:buNone/>
              <a:defRPr/>
            </a:lvl2pPr>
            <a:lvl3pPr marL="622350" indent="0">
              <a:buNone/>
              <a:defRPr/>
            </a:lvl3pPr>
            <a:lvl4pPr marL="795388" indent="0">
              <a:buNone/>
              <a:defRPr/>
            </a:lvl4pPr>
            <a:lvl5pPr marL="966838" indent="0">
              <a:buNone/>
              <a:defRPr/>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Tree>
    <p:extLst>
      <p:ext uri="{BB962C8B-B14F-4D97-AF65-F5344CB8AC3E}">
        <p14:creationId xmlns:p14="http://schemas.microsoft.com/office/powerpoint/2010/main" val="7045033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344">
          <p15:clr>
            <a:srgbClr val="FBAE40"/>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1_Three column with subheadings">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BC1CA65A-3F20-4CCD-AE7B-297E975BC0E8}"/>
              </a:ext>
            </a:extLst>
          </p:cNvPr>
          <p:cNvSpPr>
            <a:spLocks noGrp="1"/>
          </p:cNvSpPr>
          <p:nvPr>
            <p:ph type="body" idx="1" hasCustomPrompt="1"/>
          </p:nvPr>
        </p:nvSpPr>
        <p:spPr>
          <a:xfrm>
            <a:off x="609599" y="3286697"/>
            <a:ext cx="3483864" cy="369332"/>
          </a:xfrm>
        </p:spPr>
        <p:txBody>
          <a:bodyPr anchor="t"/>
          <a:lstStyle>
            <a:lvl1pPr marL="0" indent="0">
              <a:buNone/>
              <a:defRPr sz="2000" b="0" i="0">
                <a:solidFill>
                  <a:schemeClr val="accent1"/>
                </a:solidFill>
                <a:latin typeface="Amazon Ember Display" panose="020F0603020204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Enter heading here</a:t>
            </a:r>
          </a:p>
        </p:txBody>
      </p:sp>
      <p:sp>
        <p:nvSpPr>
          <p:cNvPr id="5" name="Text Placeholder 4">
            <a:extLst>
              <a:ext uri="{FF2B5EF4-FFF2-40B4-BE49-F238E27FC236}">
                <a16:creationId xmlns:a16="http://schemas.microsoft.com/office/drawing/2014/main" id="{7BCE1A54-1330-4A91-B63D-5CFA63F9FFDF}"/>
              </a:ext>
            </a:extLst>
          </p:cNvPr>
          <p:cNvSpPr>
            <a:spLocks noGrp="1"/>
          </p:cNvSpPr>
          <p:nvPr>
            <p:ph type="body" sz="quarter" idx="3" hasCustomPrompt="1"/>
          </p:nvPr>
        </p:nvSpPr>
        <p:spPr>
          <a:xfrm>
            <a:off x="4354068" y="3286697"/>
            <a:ext cx="3483864" cy="369332"/>
          </a:xfrm>
        </p:spPr>
        <p:txBody>
          <a:bodyPr anchor="t"/>
          <a:lstStyle>
            <a:lvl1pPr marL="0" indent="0">
              <a:buNone/>
              <a:defRPr sz="2000" b="0" i="0">
                <a:solidFill>
                  <a:schemeClr val="accent1"/>
                </a:solidFill>
                <a:latin typeface="Amazon Ember Display" panose="020F0603020204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Enter heading here</a:t>
            </a:r>
          </a:p>
        </p:txBody>
      </p:sp>
      <p:sp>
        <p:nvSpPr>
          <p:cNvPr id="7" name="Text Placeholder 4">
            <a:extLst>
              <a:ext uri="{FF2B5EF4-FFF2-40B4-BE49-F238E27FC236}">
                <a16:creationId xmlns:a16="http://schemas.microsoft.com/office/drawing/2014/main" id="{EB7A6272-EB3F-49FE-8293-213DA74B26E7}"/>
              </a:ext>
            </a:extLst>
          </p:cNvPr>
          <p:cNvSpPr>
            <a:spLocks noGrp="1"/>
          </p:cNvSpPr>
          <p:nvPr>
            <p:ph type="body" sz="quarter" idx="10" hasCustomPrompt="1"/>
          </p:nvPr>
        </p:nvSpPr>
        <p:spPr>
          <a:xfrm>
            <a:off x="8098536" y="3286697"/>
            <a:ext cx="3483864" cy="369332"/>
          </a:xfrm>
        </p:spPr>
        <p:txBody>
          <a:bodyPr anchor="t"/>
          <a:lstStyle>
            <a:lvl1pPr marL="0" indent="0">
              <a:buNone/>
              <a:defRPr sz="2000" b="0" i="0">
                <a:solidFill>
                  <a:schemeClr val="accent1"/>
                </a:solidFill>
                <a:latin typeface="Amazon Ember Display" panose="020F0603020204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Enter heading here</a:t>
            </a:r>
          </a:p>
        </p:txBody>
      </p:sp>
      <p:sp>
        <p:nvSpPr>
          <p:cNvPr id="9" name="Date Placeholder 8">
            <a:extLst>
              <a:ext uri="{FF2B5EF4-FFF2-40B4-BE49-F238E27FC236}">
                <a16:creationId xmlns:a16="http://schemas.microsoft.com/office/drawing/2014/main" id="{FFCFB8E8-C9F0-4143-9378-EA7F6C76665B}"/>
              </a:ext>
            </a:extLst>
          </p:cNvPr>
          <p:cNvSpPr>
            <a:spLocks noGrp="1"/>
          </p:cNvSpPr>
          <p:nvPr>
            <p:ph type="dt" sz="half" idx="12"/>
          </p:nvPr>
        </p:nvSpPr>
        <p:spPr/>
        <p:txBody>
          <a:bodyPr/>
          <a:lstStyle>
            <a:lvl1pPr>
              <a:defRPr b="0" i="0">
                <a:latin typeface="Amazon Ember Display" panose="020F0603020204020204" pitchFamily="34" charset="0"/>
              </a:defRPr>
            </a:lvl1pPr>
          </a:lstStyle>
          <a:p>
            <a:fld id="{1E5A773C-CFD6-334B-9BF1-5D44C77F68BC}" type="datetime1">
              <a:rPr lang="ja-JP" altLang="en-US" smtClean="0"/>
              <a:t>2026/1/26</a:t>
            </a:fld>
            <a:endParaRPr lang="en-US" dirty="0"/>
          </a:p>
        </p:txBody>
      </p:sp>
      <p:sp>
        <p:nvSpPr>
          <p:cNvPr id="10" name="Footer Placeholder 9">
            <a:extLst>
              <a:ext uri="{FF2B5EF4-FFF2-40B4-BE49-F238E27FC236}">
                <a16:creationId xmlns:a16="http://schemas.microsoft.com/office/drawing/2014/main" id="{D7D1B458-DF75-45ED-B8CC-69A72676AB03}"/>
              </a:ext>
            </a:extLst>
          </p:cNvPr>
          <p:cNvSpPr>
            <a:spLocks noGrp="1"/>
          </p:cNvSpPr>
          <p:nvPr>
            <p:ph type="ftr" sz="quarter" idx="13"/>
          </p:nvPr>
        </p:nvSpPr>
        <p:spPr/>
        <p:txBody>
          <a:bodyPr/>
          <a:lstStyle>
            <a:lvl1pPr>
              <a:defRPr b="0" i="0">
                <a:latin typeface="Amazon Ember Display" panose="020F0603020204020204" pitchFamily="34" charset="0"/>
              </a:defRPr>
            </a:lvl1pPr>
          </a:lstStyle>
          <a:p>
            <a:endParaRPr lang="en-US" dirty="0"/>
          </a:p>
        </p:txBody>
      </p:sp>
      <p:sp>
        <p:nvSpPr>
          <p:cNvPr id="11" name="Slide Number Placeholder 10">
            <a:extLst>
              <a:ext uri="{FF2B5EF4-FFF2-40B4-BE49-F238E27FC236}">
                <a16:creationId xmlns:a16="http://schemas.microsoft.com/office/drawing/2014/main" id="{7BB1AFFF-5B96-4371-BCA2-F0CE04ECF7FC}"/>
              </a:ext>
            </a:extLst>
          </p:cNvPr>
          <p:cNvSpPr>
            <a:spLocks noGrp="1"/>
          </p:cNvSpPr>
          <p:nvPr>
            <p:ph type="sldNum" sz="quarter" idx="14"/>
          </p:nvPr>
        </p:nvSpPr>
        <p:spPr/>
        <p:txBody>
          <a:bodyPr/>
          <a:lstStyle>
            <a:lvl1pPr>
              <a:defRPr b="0" i="0">
                <a:latin typeface="Amazon Ember Display" panose="020F0603020204020204" pitchFamily="34" charset="0"/>
              </a:defRPr>
            </a:lvl1pPr>
          </a:lstStyle>
          <a:p>
            <a:fld id="{EB4B8DE2-A4E8-46E4-8BBF-D75455EFF32C}" type="slidenum">
              <a:rPr lang="en-US" smtClean="0"/>
              <a:pPr/>
              <a:t>‹#›</a:t>
            </a:fld>
            <a:endParaRPr lang="en-US" dirty="0"/>
          </a:p>
        </p:txBody>
      </p:sp>
      <p:sp>
        <p:nvSpPr>
          <p:cNvPr id="13" name="Picture Placeholder 12">
            <a:extLst>
              <a:ext uri="{FF2B5EF4-FFF2-40B4-BE49-F238E27FC236}">
                <a16:creationId xmlns:a16="http://schemas.microsoft.com/office/drawing/2014/main" id="{E1FED918-02AD-4AE8-80A2-5FBE2CA7CD40}"/>
              </a:ext>
            </a:extLst>
          </p:cNvPr>
          <p:cNvSpPr>
            <a:spLocks noGrp="1"/>
          </p:cNvSpPr>
          <p:nvPr>
            <p:ph type="pic" sz="quarter" idx="15" hasCustomPrompt="1"/>
          </p:nvPr>
        </p:nvSpPr>
        <p:spPr>
          <a:xfrm>
            <a:off x="1500631" y="1553369"/>
            <a:ext cx="1701800" cy="1481931"/>
          </a:xfrm>
        </p:spPr>
        <p:txBody>
          <a:bodyPr>
            <a:noAutofit/>
          </a:bodyPr>
          <a:lstStyle>
            <a:lvl1pPr marL="0" indent="0">
              <a:buNone/>
              <a:defRPr sz="1800" b="0" i="0">
                <a:latin typeface="Amazon Ember Display" panose="020F0603020204020204" pitchFamily="34" charset="0"/>
              </a:defRPr>
            </a:lvl1pPr>
          </a:lstStyle>
          <a:p>
            <a:r>
              <a:rPr lang="en-US" dirty="0"/>
              <a:t>Click icon to add image</a:t>
            </a:r>
          </a:p>
        </p:txBody>
      </p:sp>
      <p:sp>
        <p:nvSpPr>
          <p:cNvPr id="14" name="Picture Placeholder 12">
            <a:extLst>
              <a:ext uri="{FF2B5EF4-FFF2-40B4-BE49-F238E27FC236}">
                <a16:creationId xmlns:a16="http://schemas.microsoft.com/office/drawing/2014/main" id="{6A07340D-F35E-44B1-83E7-553D9B9F4A1B}"/>
              </a:ext>
            </a:extLst>
          </p:cNvPr>
          <p:cNvSpPr>
            <a:spLocks noGrp="1"/>
          </p:cNvSpPr>
          <p:nvPr>
            <p:ph type="pic" sz="quarter" idx="16" hasCustomPrompt="1"/>
          </p:nvPr>
        </p:nvSpPr>
        <p:spPr>
          <a:xfrm>
            <a:off x="5245099" y="1553369"/>
            <a:ext cx="1701800" cy="1481931"/>
          </a:xfrm>
        </p:spPr>
        <p:txBody>
          <a:bodyPr>
            <a:noAutofit/>
          </a:bodyPr>
          <a:lstStyle>
            <a:lvl1pPr marL="0" indent="0">
              <a:buNone/>
              <a:defRPr sz="1800" b="0" i="0">
                <a:latin typeface="Amazon Ember Display" panose="020F0603020204020204" pitchFamily="34" charset="0"/>
              </a:defRPr>
            </a:lvl1pPr>
          </a:lstStyle>
          <a:p>
            <a:r>
              <a:rPr lang="en-US" dirty="0"/>
              <a:t>Click icon to add image</a:t>
            </a:r>
          </a:p>
        </p:txBody>
      </p:sp>
      <p:sp>
        <p:nvSpPr>
          <p:cNvPr id="15" name="Picture Placeholder 12">
            <a:extLst>
              <a:ext uri="{FF2B5EF4-FFF2-40B4-BE49-F238E27FC236}">
                <a16:creationId xmlns:a16="http://schemas.microsoft.com/office/drawing/2014/main" id="{0E39C743-124E-4ED1-8147-16B673DA194A}"/>
              </a:ext>
            </a:extLst>
          </p:cNvPr>
          <p:cNvSpPr>
            <a:spLocks noGrp="1"/>
          </p:cNvSpPr>
          <p:nvPr>
            <p:ph type="pic" sz="quarter" idx="17" hasCustomPrompt="1"/>
          </p:nvPr>
        </p:nvSpPr>
        <p:spPr>
          <a:xfrm>
            <a:off x="8989568" y="1553369"/>
            <a:ext cx="1701800" cy="1481931"/>
          </a:xfrm>
        </p:spPr>
        <p:txBody>
          <a:bodyPr>
            <a:noAutofit/>
          </a:bodyPr>
          <a:lstStyle>
            <a:lvl1pPr marL="0" indent="0">
              <a:buNone/>
              <a:defRPr sz="1800" b="0" i="0">
                <a:latin typeface="Amazon Ember Display" panose="020F0603020204020204" pitchFamily="34" charset="0"/>
              </a:defRPr>
            </a:lvl1pPr>
          </a:lstStyle>
          <a:p>
            <a:r>
              <a:rPr lang="en-US" dirty="0"/>
              <a:t>Click icon to add image</a:t>
            </a:r>
          </a:p>
        </p:txBody>
      </p:sp>
      <p:sp>
        <p:nvSpPr>
          <p:cNvPr id="12" name="タイトル 11">
            <a:extLst>
              <a:ext uri="{FF2B5EF4-FFF2-40B4-BE49-F238E27FC236}">
                <a16:creationId xmlns:a16="http://schemas.microsoft.com/office/drawing/2014/main" id="{07417693-714F-94CA-6A48-CB52DCA90033}"/>
              </a:ext>
            </a:extLst>
          </p:cNvPr>
          <p:cNvSpPr>
            <a:spLocks noGrp="1"/>
          </p:cNvSpPr>
          <p:nvPr>
            <p:ph type="title"/>
          </p:nvPr>
        </p:nvSpPr>
        <p:spPr/>
        <p:txBody>
          <a:bodyPr/>
          <a:lstStyle/>
          <a:p>
            <a:r>
              <a:rPr kumimoji="1" lang="ja-JP" altLang="en-US"/>
              <a:t>マスター タイトルの書式設定</a:t>
            </a:r>
          </a:p>
        </p:txBody>
      </p:sp>
      <p:sp>
        <p:nvSpPr>
          <p:cNvPr id="16" name="コンテンツ プレースホルダー 10">
            <a:extLst>
              <a:ext uri="{FF2B5EF4-FFF2-40B4-BE49-F238E27FC236}">
                <a16:creationId xmlns:a16="http://schemas.microsoft.com/office/drawing/2014/main" id="{5CB21A06-B37D-E927-8F00-AD26DFBBFC0E}"/>
              </a:ext>
            </a:extLst>
          </p:cNvPr>
          <p:cNvSpPr>
            <a:spLocks noGrp="1"/>
          </p:cNvSpPr>
          <p:nvPr>
            <p:ph sz="quarter" idx="18"/>
          </p:nvPr>
        </p:nvSpPr>
        <p:spPr>
          <a:xfrm>
            <a:off x="609599" y="3652859"/>
            <a:ext cx="3483864" cy="2062103"/>
          </a:xfrm>
        </p:spPr>
        <p:txBody>
          <a:bodyPr/>
          <a:lstStyle>
            <a:lvl1pPr marL="0" indent="0">
              <a:buNone/>
              <a:defRPr/>
            </a:lvl1pPr>
            <a:lvl2pPr marL="279450" indent="0">
              <a:buNone/>
              <a:defRPr/>
            </a:lvl2pPr>
            <a:lvl3pPr marL="622350" indent="0">
              <a:buNone/>
              <a:defRPr/>
            </a:lvl3pPr>
            <a:lvl4pPr marL="795388" indent="0">
              <a:buNone/>
              <a:defRPr/>
            </a:lvl4pPr>
            <a:lvl5pPr marL="966838" indent="0">
              <a:buNone/>
              <a:defRPr/>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17" name="コンテンツ プレースホルダー 10">
            <a:extLst>
              <a:ext uri="{FF2B5EF4-FFF2-40B4-BE49-F238E27FC236}">
                <a16:creationId xmlns:a16="http://schemas.microsoft.com/office/drawing/2014/main" id="{EDCB4340-B5CA-A583-FA72-B1B6D22227B9}"/>
              </a:ext>
            </a:extLst>
          </p:cNvPr>
          <p:cNvSpPr>
            <a:spLocks noGrp="1"/>
          </p:cNvSpPr>
          <p:nvPr>
            <p:ph sz="quarter" idx="19"/>
          </p:nvPr>
        </p:nvSpPr>
        <p:spPr>
          <a:xfrm>
            <a:off x="4348842" y="3652859"/>
            <a:ext cx="3483864" cy="2062103"/>
          </a:xfrm>
        </p:spPr>
        <p:txBody>
          <a:bodyPr/>
          <a:lstStyle>
            <a:lvl1pPr marL="0" indent="0">
              <a:buNone/>
              <a:defRPr/>
            </a:lvl1pPr>
            <a:lvl2pPr marL="279450" indent="0">
              <a:buNone/>
              <a:defRPr/>
            </a:lvl2pPr>
            <a:lvl3pPr marL="622350" indent="0">
              <a:buNone/>
              <a:defRPr/>
            </a:lvl3pPr>
            <a:lvl4pPr marL="795388" indent="0">
              <a:buNone/>
              <a:defRPr/>
            </a:lvl4pPr>
            <a:lvl5pPr marL="966838" indent="0">
              <a:buNone/>
              <a:defRPr/>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18" name="コンテンツ プレースホルダー 10">
            <a:extLst>
              <a:ext uri="{FF2B5EF4-FFF2-40B4-BE49-F238E27FC236}">
                <a16:creationId xmlns:a16="http://schemas.microsoft.com/office/drawing/2014/main" id="{1252A568-F829-A02B-8D4A-6F7382B879E7}"/>
              </a:ext>
            </a:extLst>
          </p:cNvPr>
          <p:cNvSpPr>
            <a:spLocks noGrp="1"/>
          </p:cNvSpPr>
          <p:nvPr>
            <p:ph sz="quarter" idx="20"/>
          </p:nvPr>
        </p:nvSpPr>
        <p:spPr>
          <a:xfrm>
            <a:off x="8096249" y="3652859"/>
            <a:ext cx="3483864" cy="2062103"/>
          </a:xfrm>
        </p:spPr>
        <p:txBody>
          <a:bodyPr/>
          <a:lstStyle>
            <a:lvl1pPr marL="0" indent="0">
              <a:buNone/>
              <a:defRPr/>
            </a:lvl1pPr>
            <a:lvl2pPr marL="279450" indent="0">
              <a:buNone/>
              <a:defRPr/>
            </a:lvl2pPr>
            <a:lvl3pPr marL="622350" indent="0">
              <a:buNone/>
              <a:defRPr/>
            </a:lvl3pPr>
            <a:lvl4pPr marL="795388" indent="0">
              <a:buNone/>
              <a:defRPr/>
            </a:lvl4pPr>
            <a:lvl5pPr marL="966838" indent="0">
              <a:buNone/>
              <a:defRPr/>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Tree>
    <p:extLst>
      <p:ext uri="{BB962C8B-B14F-4D97-AF65-F5344CB8AC3E}">
        <p14:creationId xmlns:p14="http://schemas.microsoft.com/office/powerpoint/2010/main" val="15464223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064" userDrawn="1">
          <p15:clr>
            <a:srgbClr val="FBAE40"/>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Four column with subheadings">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BC1CA65A-3F20-4CCD-AE7B-297E975BC0E8}"/>
              </a:ext>
            </a:extLst>
          </p:cNvPr>
          <p:cNvSpPr>
            <a:spLocks noGrp="1"/>
          </p:cNvSpPr>
          <p:nvPr>
            <p:ph type="body" idx="1" hasCustomPrompt="1"/>
          </p:nvPr>
        </p:nvSpPr>
        <p:spPr>
          <a:xfrm>
            <a:off x="609599" y="1376363"/>
            <a:ext cx="2377440" cy="369332"/>
          </a:xfrm>
        </p:spPr>
        <p:txBody>
          <a:bodyPr anchor="t"/>
          <a:lstStyle>
            <a:lvl1pPr marL="0" indent="0">
              <a:buNone/>
              <a:defRPr sz="2000" b="0" i="0">
                <a:solidFill>
                  <a:schemeClr val="accent1"/>
                </a:solidFill>
                <a:latin typeface="Amazon Ember Display" panose="020F0603020204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Enter heading here</a:t>
            </a:r>
          </a:p>
        </p:txBody>
      </p:sp>
      <p:sp>
        <p:nvSpPr>
          <p:cNvPr id="4" name="Content Placeholder 3">
            <a:extLst>
              <a:ext uri="{FF2B5EF4-FFF2-40B4-BE49-F238E27FC236}">
                <a16:creationId xmlns:a16="http://schemas.microsoft.com/office/drawing/2014/main" id="{1DBED614-1324-4FC8-94DC-2BB58446A188}"/>
              </a:ext>
            </a:extLst>
          </p:cNvPr>
          <p:cNvSpPr>
            <a:spLocks noGrp="1"/>
          </p:cNvSpPr>
          <p:nvPr>
            <p:ph sz="half" idx="2" hasCustomPrompt="1"/>
          </p:nvPr>
        </p:nvSpPr>
        <p:spPr>
          <a:xfrm>
            <a:off x="609598" y="1774270"/>
            <a:ext cx="2377440" cy="1064907"/>
          </a:xfrm>
        </p:spPr>
        <p:txBody>
          <a:bodyPr/>
          <a:lstStyle>
            <a:lvl1pPr marL="0" indent="0">
              <a:buNone/>
              <a:defRPr sz="1800" b="0" i="0">
                <a:latin typeface="Amazon Ember Display" panose="020F0603020204020204" pitchFamily="34" charset="0"/>
              </a:defRPr>
            </a:lvl1pPr>
            <a:lvl2pPr marL="285750" indent="0">
              <a:buNone/>
              <a:defRPr sz="1600" b="0" i="0">
                <a:latin typeface="Amazon Ember Display" panose="020F0603020204020204" pitchFamily="34" charset="0"/>
              </a:defRPr>
            </a:lvl2pPr>
            <a:lvl3pPr marL="628650" indent="0">
              <a:buNone/>
              <a:defRPr sz="1400" b="0" i="0">
                <a:latin typeface="Amazon Ember Display" panose="020F0603020204020204" pitchFamily="34" charset="0"/>
              </a:defRPr>
            </a:lvl3pPr>
            <a:lvl4pPr marL="858838" indent="0">
              <a:buNone/>
              <a:defRPr sz="1200"/>
            </a:lvl4pPr>
            <a:lvl5pPr marL="1030288" indent="0">
              <a:buNone/>
              <a:defRPr sz="1200"/>
            </a:lvl5pPr>
          </a:lstStyle>
          <a:p>
            <a:pPr lvl="0"/>
            <a:r>
              <a:rPr lang="en-US" dirty="0"/>
              <a:t>Enter text</a:t>
            </a:r>
          </a:p>
          <a:p>
            <a:pPr lvl="1"/>
            <a:r>
              <a:rPr lang="en-US" dirty="0"/>
              <a:t>Second level</a:t>
            </a:r>
          </a:p>
          <a:p>
            <a:pPr lvl="2"/>
            <a:r>
              <a:rPr lang="en-US" dirty="0"/>
              <a:t>Third level</a:t>
            </a:r>
          </a:p>
        </p:txBody>
      </p:sp>
      <p:sp>
        <p:nvSpPr>
          <p:cNvPr id="5" name="Text Placeholder 4">
            <a:extLst>
              <a:ext uri="{FF2B5EF4-FFF2-40B4-BE49-F238E27FC236}">
                <a16:creationId xmlns:a16="http://schemas.microsoft.com/office/drawing/2014/main" id="{7BCE1A54-1330-4A91-B63D-5CFA63F9FFDF}"/>
              </a:ext>
            </a:extLst>
          </p:cNvPr>
          <p:cNvSpPr>
            <a:spLocks noGrp="1"/>
          </p:cNvSpPr>
          <p:nvPr>
            <p:ph type="body" sz="quarter" idx="3" hasCustomPrompt="1"/>
          </p:nvPr>
        </p:nvSpPr>
        <p:spPr>
          <a:xfrm>
            <a:off x="3474719" y="1376363"/>
            <a:ext cx="2377440" cy="369332"/>
          </a:xfrm>
        </p:spPr>
        <p:txBody>
          <a:bodyPr anchor="t"/>
          <a:lstStyle>
            <a:lvl1pPr marL="0" indent="0">
              <a:buNone/>
              <a:defRPr sz="2000" b="0" i="0">
                <a:solidFill>
                  <a:schemeClr val="accent1"/>
                </a:solidFill>
                <a:latin typeface="Amazon Ember Display" panose="020F0603020204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Enter heading here</a:t>
            </a:r>
          </a:p>
        </p:txBody>
      </p:sp>
      <p:sp>
        <p:nvSpPr>
          <p:cNvPr id="6" name="Content Placeholder 5">
            <a:extLst>
              <a:ext uri="{FF2B5EF4-FFF2-40B4-BE49-F238E27FC236}">
                <a16:creationId xmlns:a16="http://schemas.microsoft.com/office/drawing/2014/main" id="{8249DC76-96C3-408F-9627-4D642BE1BDD7}"/>
              </a:ext>
            </a:extLst>
          </p:cNvPr>
          <p:cNvSpPr>
            <a:spLocks noGrp="1"/>
          </p:cNvSpPr>
          <p:nvPr>
            <p:ph sz="quarter" idx="4" hasCustomPrompt="1"/>
          </p:nvPr>
        </p:nvSpPr>
        <p:spPr>
          <a:xfrm>
            <a:off x="3474719" y="1774270"/>
            <a:ext cx="2377440" cy="1064907"/>
          </a:xfrm>
        </p:spPr>
        <p:txBody>
          <a:bodyPr/>
          <a:lstStyle>
            <a:lvl1pPr marL="0" indent="0">
              <a:buNone/>
              <a:defRPr sz="1800" b="0" i="0">
                <a:latin typeface="Amazon Ember Display" panose="020F0603020204020204" pitchFamily="34" charset="0"/>
              </a:defRPr>
            </a:lvl1pPr>
            <a:lvl2pPr marL="285750" indent="0">
              <a:buNone/>
              <a:defRPr sz="1600" b="0" i="0">
                <a:latin typeface="Amazon Ember Display" panose="020F0603020204020204" pitchFamily="34" charset="0"/>
              </a:defRPr>
            </a:lvl2pPr>
            <a:lvl3pPr marL="628650" indent="0">
              <a:buNone/>
              <a:defRPr sz="1400" b="0" i="0">
                <a:latin typeface="Amazon Ember Display" panose="020F0603020204020204" pitchFamily="34" charset="0"/>
              </a:defRPr>
            </a:lvl3pPr>
            <a:lvl4pPr marL="858838" indent="0">
              <a:buNone/>
              <a:defRPr sz="1200"/>
            </a:lvl4pPr>
            <a:lvl5pPr marL="1030288" indent="0">
              <a:buNone/>
              <a:defRPr sz="1200"/>
            </a:lvl5pPr>
          </a:lstStyle>
          <a:p>
            <a:pPr lvl="0"/>
            <a:r>
              <a:rPr lang="en-US" dirty="0"/>
              <a:t>Enter text</a:t>
            </a:r>
          </a:p>
          <a:p>
            <a:pPr lvl="1"/>
            <a:r>
              <a:rPr lang="en-US" dirty="0"/>
              <a:t>Second level</a:t>
            </a:r>
          </a:p>
          <a:p>
            <a:pPr lvl="2"/>
            <a:r>
              <a:rPr lang="en-US" dirty="0"/>
              <a:t>Third level</a:t>
            </a:r>
          </a:p>
        </p:txBody>
      </p:sp>
      <p:sp>
        <p:nvSpPr>
          <p:cNvPr id="7" name="Text Placeholder 4">
            <a:extLst>
              <a:ext uri="{FF2B5EF4-FFF2-40B4-BE49-F238E27FC236}">
                <a16:creationId xmlns:a16="http://schemas.microsoft.com/office/drawing/2014/main" id="{EB7A6272-EB3F-49FE-8293-213DA74B26E7}"/>
              </a:ext>
            </a:extLst>
          </p:cNvPr>
          <p:cNvSpPr>
            <a:spLocks noGrp="1"/>
          </p:cNvSpPr>
          <p:nvPr>
            <p:ph type="body" sz="quarter" idx="10" hasCustomPrompt="1"/>
          </p:nvPr>
        </p:nvSpPr>
        <p:spPr>
          <a:xfrm>
            <a:off x="6339839" y="1376363"/>
            <a:ext cx="2377440" cy="369332"/>
          </a:xfrm>
        </p:spPr>
        <p:txBody>
          <a:bodyPr anchor="t"/>
          <a:lstStyle>
            <a:lvl1pPr marL="0" indent="0">
              <a:buNone/>
              <a:defRPr sz="2000" b="0" i="0">
                <a:solidFill>
                  <a:schemeClr val="accent1"/>
                </a:solidFill>
                <a:latin typeface="Amazon Ember Display" panose="020F0603020204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Enter heading here</a:t>
            </a:r>
          </a:p>
        </p:txBody>
      </p:sp>
      <p:sp>
        <p:nvSpPr>
          <p:cNvPr id="8" name="Content Placeholder 5">
            <a:extLst>
              <a:ext uri="{FF2B5EF4-FFF2-40B4-BE49-F238E27FC236}">
                <a16:creationId xmlns:a16="http://schemas.microsoft.com/office/drawing/2014/main" id="{A4C7D216-B044-4089-8FA7-0E2598881E88}"/>
              </a:ext>
            </a:extLst>
          </p:cNvPr>
          <p:cNvSpPr>
            <a:spLocks noGrp="1"/>
          </p:cNvSpPr>
          <p:nvPr>
            <p:ph sz="quarter" idx="11" hasCustomPrompt="1"/>
          </p:nvPr>
        </p:nvSpPr>
        <p:spPr>
          <a:xfrm>
            <a:off x="6339840" y="1774270"/>
            <a:ext cx="2377440" cy="1064907"/>
          </a:xfrm>
        </p:spPr>
        <p:txBody>
          <a:bodyPr/>
          <a:lstStyle>
            <a:lvl1pPr marL="0" indent="0">
              <a:buNone/>
              <a:defRPr sz="1800" b="0" i="0">
                <a:latin typeface="Amazon Ember Display" panose="020F0603020204020204" pitchFamily="34" charset="0"/>
              </a:defRPr>
            </a:lvl1pPr>
            <a:lvl2pPr marL="285750" indent="0">
              <a:buNone/>
              <a:defRPr sz="1600" b="0" i="0">
                <a:latin typeface="Amazon Ember Display" panose="020F0603020204020204" pitchFamily="34" charset="0"/>
              </a:defRPr>
            </a:lvl2pPr>
            <a:lvl3pPr marL="628650" indent="0">
              <a:buNone/>
              <a:defRPr sz="1400" b="0" i="0">
                <a:latin typeface="Amazon Ember Display" panose="020F0603020204020204" pitchFamily="34" charset="0"/>
              </a:defRPr>
            </a:lvl3pPr>
            <a:lvl4pPr marL="858838" indent="0">
              <a:buNone/>
              <a:defRPr sz="1200"/>
            </a:lvl4pPr>
            <a:lvl5pPr marL="1030288" indent="0">
              <a:buNone/>
              <a:defRPr sz="1200"/>
            </a:lvl5pPr>
          </a:lstStyle>
          <a:p>
            <a:pPr lvl="0"/>
            <a:r>
              <a:rPr lang="en-US" dirty="0"/>
              <a:t>Enter text</a:t>
            </a:r>
          </a:p>
          <a:p>
            <a:pPr lvl="1"/>
            <a:r>
              <a:rPr lang="en-US" dirty="0"/>
              <a:t>Second level</a:t>
            </a:r>
          </a:p>
          <a:p>
            <a:pPr lvl="2"/>
            <a:r>
              <a:rPr lang="en-US" dirty="0"/>
              <a:t>Third level</a:t>
            </a:r>
          </a:p>
        </p:txBody>
      </p:sp>
      <p:sp>
        <p:nvSpPr>
          <p:cNvPr id="9" name="Text Placeholder 4">
            <a:extLst>
              <a:ext uri="{FF2B5EF4-FFF2-40B4-BE49-F238E27FC236}">
                <a16:creationId xmlns:a16="http://schemas.microsoft.com/office/drawing/2014/main" id="{4A70CBA4-9A7C-4AA6-80BD-DA7E39D565C8}"/>
              </a:ext>
            </a:extLst>
          </p:cNvPr>
          <p:cNvSpPr>
            <a:spLocks noGrp="1"/>
          </p:cNvSpPr>
          <p:nvPr>
            <p:ph type="body" sz="quarter" idx="12" hasCustomPrompt="1"/>
          </p:nvPr>
        </p:nvSpPr>
        <p:spPr>
          <a:xfrm>
            <a:off x="9204960" y="1376363"/>
            <a:ext cx="2377440" cy="369332"/>
          </a:xfrm>
        </p:spPr>
        <p:txBody>
          <a:bodyPr anchor="t"/>
          <a:lstStyle>
            <a:lvl1pPr marL="0" indent="0">
              <a:buNone/>
              <a:defRPr sz="2000" b="0" i="0">
                <a:solidFill>
                  <a:schemeClr val="accent1"/>
                </a:solidFill>
                <a:latin typeface="Amazon Ember Display" panose="020F0603020204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Enter heading here</a:t>
            </a:r>
          </a:p>
        </p:txBody>
      </p:sp>
      <p:sp>
        <p:nvSpPr>
          <p:cNvPr id="10" name="Content Placeholder 5">
            <a:extLst>
              <a:ext uri="{FF2B5EF4-FFF2-40B4-BE49-F238E27FC236}">
                <a16:creationId xmlns:a16="http://schemas.microsoft.com/office/drawing/2014/main" id="{188FFD55-A15C-40BB-919A-289EBCA6F226}"/>
              </a:ext>
            </a:extLst>
          </p:cNvPr>
          <p:cNvSpPr>
            <a:spLocks noGrp="1"/>
          </p:cNvSpPr>
          <p:nvPr>
            <p:ph sz="quarter" idx="13" hasCustomPrompt="1"/>
          </p:nvPr>
        </p:nvSpPr>
        <p:spPr>
          <a:xfrm>
            <a:off x="9204960" y="1774270"/>
            <a:ext cx="2377440" cy="1064907"/>
          </a:xfrm>
        </p:spPr>
        <p:txBody>
          <a:bodyPr/>
          <a:lstStyle>
            <a:lvl1pPr marL="0" indent="0">
              <a:buNone/>
              <a:defRPr sz="1800" b="0" i="0">
                <a:latin typeface="Amazon Ember Display" panose="020F0603020204020204" pitchFamily="34" charset="0"/>
              </a:defRPr>
            </a:lvl1pPr>
            <a:lvl2pPr marL="285750" indent="0">
              <a:buNone/>
              <a:defRPr sz="1600" b="0" i="0">
                <a:latin typeface="Amazon Ember Display" panose="020F0603020204020204" pitchFamily="34" charset="0"/>
              </a:defRPr>
            </a:lvl2pPr>
            <a:lvl3pPr marL="628650" indent="0">
              <a:buNone/>
              <a:defRPr sz="1400" b="0" i="0">
                <a:latin typeface="Amazon Ember Display" panose="020F0603020204020204" pitchFamily="34" charset="0"/>
              </a:defRPr>
            </a:lvl3pPr>
            <a:lvl4pPr marL="858838" indent="0">
              <a:buNone/>
              <a:defRPr sz="1200"/>
            </a:lvl4pPr>
            <a:lvl5pPr marL="1030288" indent="0">
              <a:buNone/>
              <a:defRPr sz="1200"/>
            </a:lvl5pPr>
          </a:lstStyle>
          <a:p>
            <a:pPr lvl="0"/>
            <a:r>
              <a:rPr lang="en-US" dirty="0"/>
              <a:t>Enter text</a:t>
            </a:r>
          </a:p>
          <a:p>
            <a:pPr lvl="1"/>
            <a:r>
              <a:rPr lang="en-US" dirty="0"/>
              <a:t>Second level</a:t>
            </a:r>
          </a:p>
          <a:p>
            <a:pPr lvl="2"/>
            <a:r>
              <a:rPr lang="en-US" dirty="0"/>
              <a:t>Third level</a:t>
            </a:r>
          </a:p>
        </p:txBody>
      </p:sp>
      <p:sp>
        <p:nvSpPr>
          <p:cNvPr id="11" name="Date Placeholder 10">
            <a:extLst>
              <a:ext uri="{FF2B5EF4-FFF2-40B4-BE49-F238E27FC236}">
                <a16:creationId xmlns:a16="http://schemas.microsoft.com/office/drawing/2014/main" id="{ADEB3A35-9813-4635-AE9D-3B9F6CA53160}"/>
              </a:ext>
            </a:extLst>
          </p:cNvPr>
          <p:cNvSpPr>
            <a:spLocks noGrp="1"/>
          </p:cNvSpPr>
          <p:nvPr>
            <p:ph type="dt" sz="half" idx="14"/>
          </p:nvPr>
        </p:nvSpPr>
        <p:spPr/>
        <p:txBody>
          <a:bodyPr/>
          <a:lstStyle>
            <a:lvl1pPr>
              <a:defRPr b="0" i="0">
                <a:latin typeface="Amazon Ember Display" panose="020F0603020204020204" pitchFamily="34" charset="0"/>
              </a:defRPr>
            </a:lvl1pPr>
          </a:lstStyle>
          <a:p>
            <a:fld id="{787BA7E4-3102-1F47-921B-09918E42566B}" type="datetime1">
              <a:rPr lang="ja-JP" altLang="en-US" smtClean="0"/>
              <a:t>2026/1/26</a:t>
            </a:fld>
            <a:endParaRPr lang="en-US" dirty="0"/>
          </a:p>
        </p:txBody>
      </p:sp>
      <p:sp>
        <p:nvSpPr>
          <p:cNvPr id="12" name="Footer Placeholder 11">
            <a:extLst>
              <a:ext uri="{FF2B5EF4-FFF2-40B4-BE49-F238E27FC236}">
                <a16:creationId xmlns:a16="http://schemas.microsoft.com/office/drawing/2014/main" id="{2617FC00-CD62-4B48-80A6-4E68401E9601}"/>
              </a:ext>
            </a:extLst>
          </p:cNvPr>
          <p:cNvSpPr>
            <a:spLocks noGrp="1"/>
          </p:cNvSpPr>
          <p:nvPr>
            <p:ph type="ftr" sz="quarter" idx="15"/>
          </p:nvPr>
        </p:nvSpPr>
        <p:spPr/>
        <p:txBody>
          <a:bodyPr/>
          <a:lstStyle>
            <a:lvl1pPr>
              <a:defRPr b="0" i="0">
                <a:latin typeface="Amazon Ember Display" panose="020F0603020204020204" pitchFamily="34" charset="0"/>
              </a:defRPr>
            </a:lvl1pPr>
          </a:lstStyle>
          <a:p>
            <a:endParaRPr lang="en-US" dirty="0"/>
          </a:p>
        </p:txBody>
      </p:sp>
      <p:sp>
        <p:nvSpPr>
          <p:cNvPr id="13" name="Slide Number Placeholder 12">
            <a:extLst>
              <a:ext uri="{FF2B5EF4-FFF2-40B4-BE49-F238E27FC236}">
                <a16:creationId xmlns:a16="http://schemas.microsoft.com/office/drawing/2014/main" id="{1F0D3C1B-0D24-4BCA-810C-31D050008A6D}"/>
              </a:ext>
            </a:extLst>
          </p:cNvPr>
          <p:cNvSpPr>
            <a:spLocks noGrp="1"/>
          </p:cNvSpPr>
          <p:nvPr>
            <p:ph type="sldNum" sz="quarter" idx="16"/>
          </p:nvPr>
        </p:nvSpPr>
        <p:spPr/>
        <p:txBody>
          <a:bodyPr/>
          <a:lstStyle>
            <a:lvl1pPr>
              <a:defRPr b="0" i="0">
                <a:latin typeface="Amazon Ember Display" panose="020F0603020204020204" pitchFamily="34" charset="0"/>
              </a:defRPr>
            </a:lvl1pPr>
          </a:lstStyle>
          <a:p>
            <a:fld id="{EB4B8DE2-A4E8-46E4-8BBF-D75455EFF32C}" type="slidenum">
              <a:rPr lang="en-US" smtClean="0"/>
              <a:pPr/>
              <a:t>‹#›</a:t>
            </a:fld>
            <a:endParaRPr lang="en-US" dirty="0"/>
          </a:p>
        </p:txBody>
      </p:sp>
      <p:sp>
        <p:nvSpPr>
          <p:cNvPr id="14" name="タイトル 13">
            <a:extLst>
              <a:ext uri="{FF2B5EF4-FFF2-40B4-BE49-F238E27FC236}">
                <a16:creationId xmlns:a16="http://schemas.microsoft.com/office/drawing/2014/main" id="{79345CF1-F951-D0EB-B382-7D0CAD4BCA78}"/>
              </a:ext>
            </a:extLst>
          </p:cNvPr>
          <p:cNvSpPr>
            <a:spLocks noGrp="1"/>
          </p:cNvSpPr>
          <p:nvPr>
            <p:ph type="title"/>
          </p:nvPr>
        </p:nvSpPr>
        <p:spPr/>
        <p:txBody>
          <a:bodyPr/>
          <a:lstStyle/>
          <a:p>
            <a:r>
              <a:rPr kumimoji="1" lang="ja-JP" altLang="en-US"/>
              <a:t>マスター タイトルの書式設定</a:t>
            </a:r>
          </a:p>
        </p:txBody>
      </p:sp>
    </p:spTree>
    <p:extLst>
      <p:ext uri="{BB962C8B-B14F-4D97-AF65-F5344CB8AC3E}">
        <p14:creationId xmlns:p14="http://schemas.microsoft.com/office/powerpoint/2010/main" val="370366562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344">
          <p15:clr>
            <a:srgbClr val="FBAE40"/>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タイトル付きの図">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170FD460-44A4-4368-BEE3-4B57384F2DAD}"/>
              </a:ext>
            </a:extLst>
          </p:cNvPr>
          <p:cNvSpPr>
            <a:spLocks noGrp="1"/>
          </p:cNvSpPr>
          <p:nvPr>
            <p:ph type="pic" idx="1"/>
          </p:nvPr>
        </p:nvSpPr>
        <p:spPr>
          <a:xfrm>
            <a:off x="6210300" y="1376363"/>
            <a:ext cx="5372100" cy="4495798"/>
          </a:xfrm>
        </p:spPr>
        <p:txBody>
          <a:bodyPr>
            <a:noAutofit/>
          </a:bodyPr>
          <a:lstStyle>
            <a:lvl1pPr marL="0" indent="0">
              <a:buNone/>
              <a:defRPr sz="2400" b="0" i="0">
                <a:latin typeface="Amazon Ember Display" panose="020F0603020204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ja-JP" altLang="en-US"/>
              <a:t>アイコンをクリックして図を追加</a:t>
            </a:r>
            <a:endParaRPr lang="en-US" dirty="0"/>
          </a:p>
        </p:txBody>
      </p:sp>
      <p:sp>
        <p:nvSpPr>
          <p:cNvPr id="4" name="Text Placeholder 3">
            <a:extLst>
              <a:ext uri="{FF2B5EF4-FFF2-40B4-BE49-F238E27FC236}">
                <a16:creationId xmlns:a16="http://schemas.microsoft.com/office/drawing/2014/main" id="{F6F8F45C-51B3-4A66-AF8A-1A15D1257108}"/>
              </a:ext>
            </a:extLst>
          </p:cNvPr>
          <p:cNvSpPr>
            <a:spLocks noGrp="1"/>
          </p:cNvSpPr>
          <p:nvPr>
            <p:ph type="body" sz="half" idx="2" hasCustomPrompt="1"/>
          </p:nvPr>
        </p:nvSpPr>
        <p:spPr>
          <a:xfrm>
            <a:off x="407988" y="1376363"/>
            <a:ext cx="5372101" cy="313932"/>
          </a:xfrm>
        </p:spPr>
        <p:txBody>
          <a:bodyPr/>
          <a:lstStyle>
            <a:lvl1pPr marL="0" indent="0">
              <a:buNone/>
              <a:defRPr sz="1600" b="0" i="0">
                <a:latin typeface="Amazon Ember Display" panose="020F0603020204020204" pitchFamily="34"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Enter descriptive text here</a:t>
            </a:r>
          </a:p>
        </p:txBody>
      </p:sp>
      <p:sp>
        <p:nvSpPr>
          <p:cNvPr id="5" name="Date Placeholder 4">
            <a:extLst>
              <a:ext uri="{FF2B5EF4-FFF2-40B4-BE49-F238E27FC236}">
                <a16:creationId xmlns:a16="http://schemas.microsoft.com/office/drawing/2014/main" id="{9CAB3B1C-D783-464F-B951-6F802A18E624}"/>
              </a:ext>
            </a:extLst>
          </p:cNvPr>
          <p:cNvSpPr>
            <a:spLocks noGrp="1"/>
          </p:cNvSpPr>
          <p:nvPr>
            <p:ph type="dt" sz="half" idx="10"/>
          </p:nvPr>
        </p:nvSpPr>
        <p:spPr/>
        <p:txBody>
          <a:bodyPr/>
          <a:lstStyle>
            <a:lvl1pPr>
              <a:defRPr b="0" i="0">
                <a:latin typeface="Amazon Ember Display" panose="020F0603020204020204" pitchFamily="34" charset="0"/>
              </a:defRPr>
            </a:lvl1pPr>
          </a:lstStyle>
          <a:p>
            <a:fld id="{D1B7E0C6-ECE9-A742-B884-3C7A6F081232}" type="datetime1">
              <a:rPr lang="ja-JP" altLang="en-US" smtClean="0"/>
              <a:t>2026/1/26</a:t>
            </a:fld>
            <a:endParaRPr lang="en-US" dirty="0"/>
          </a:p>
        </p:txBody>
      </p:sp>
      <p:sp>
        <p:nvSpPr>
          <p:cNvPr id="6" name="Footer Placeholder 5">
            <a:extLst>
              <a:ext uri="{FF2B5EF4-FFF2-40B4-BE49-F238E27FC236}">
                <a16:creationId xmlns:a16="http://schemas.microsoft.com/office/drawing/2014/main" id="{ECB0C078-A6D5-4C61-A732-EC72F4B2E54F}"/>
              </a:ext>
            </a:extLst>
          </p:cNvPr>
          <p:cNvSpPr>
            <a:spLocks noGrp="1"/>
          </p:cNvSpPr>
          <p:nvPr>
            <p:ph type="ftr" sz="quarter" idx="11"/>
          </p:nvPr>
        </p:nvSpPr>
        <p:spPr/>
        <p:txBody>
          <a:bodyPr/>
          <a:lstStyle>
            <a:lvl1pPr>
              <a:defRPr b="0" i="0">
                <a:latin typeface="Amazon Ember Display" panose="020F0603020204020204" pitchFamily="34" charset="0"/>
              </a:defRPr>
            </a:lvl1pPr>
          </a:lstStyle>
          <a:p>
            <a:endParaRPr lang="en-US" dirty="0"/>
          </a:p>
        </p:txBody>
      </p:sp>
      <p:sp>
        <p:nvSpPr>
          <p:cNvPr id="7" name="Slide Number Placeholder 6">
            <a:extLst>
              <a:ext uri="{FF2B5EF4-FFF2-40B4-BE49-F238E27FC236}">
                <a16:creationId xmlns:a16="http://schemas.microsoft.com/office/drawing/2014/main" id="{6BFCB9B7-F1A6-4E7E-9A44-4A1BF91C8917}"/>
              </a:ext>
            </a:extLst>
          </p:cNvPr>
          <p:cNvSpPr>
            <a:spLocks noGrp="1"/>
          </p:cNvSpPr>
          <p:nvPr>
            <p:ph type="sldNum" sz="quarter" idx="12"/>
          </p:nvPr>
        </p:nvSpPr>
        <p:spPr/>
        <p:txBody>
          <a:bodyPr/>
          <a:lstStyle>
            <a:lvl1pPr>
              <a:defRPr b="0" i="0">
                <a:latin typeface="Amazon Ember Display" panose="020F0603020204020204" pitchFamily="34" charset="0"/>
              </a:defRPr>
            </a:lvl1pPr>
          </a:lstStyle>
          <a:p>
            <a:fld id="{EB4B8DE2-A4E8-46E4-8BBF-D75455EFF32C}" type="slidenum">
              <a:rPr lang="en-US" smtClean="0"/>
              <a:pPr/>
              <a:t>‹#›</a:t>
            </a:fld>
            <a:endParaRPr lang="en-US" dirty="0"/>
          </a:p>
        </p:txBody>
      </p:sp>
      <p:sp>
        <p:nvSpPr>
          <p:cNvPr id="8" name="タイトル 7">
            <a:extLst>
              <a:ext uri="{FF2B5EF4-FFF2-40B4-BE49-F238E27FC236}">
                <a16:creationId xmlns:a16="http://schemas.microsoft.com/office/drawing/2014/main" id="{020137BC-C3CC-34D7-9718-78ED2C0D0998}"/>
              </a:ext>
            </a:extLst>
          </p:cNvPr>
          <p:cNvSpPr>
            <a:spLocks noGrp="1"/>
          </p:cNvSpPr>
          <p:nvPr>
            <p:ph type="title"/>
          </p:nvPr>
        </p:nvSpPr>
        <p:spPr/>
        <p:txBody>
          <a:bodyPr/>
          <a:lstStyle/>
          <a:p>
            <a:r>
              <a:rPr kumimoji="1" lang="ja-JP" altLang="en-US"/>
              <a:t>マスター タイトルの書式設定</a:t>
            </a:r>
          </a:p>
        </p:txBody>
      </p:sp>
    </p:spTree>
    <p:extLst>
      <p:ext uri="{BB962C8B-B14F-4D97-AF65-F5344CB8AC3E}">
        <p14:creationId xmlns:p14="http://schemas.microsoft.com/office/powerpoint/2010/main" val="18296205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Full Screen Photo">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45DE8161-89FB-4C0E-91DC-BB077E8FD54C}"/>
              </a:ext>
            </a:extLst>
          </p:cNvPr>
          <p:cNvSpPr>
            <a:spLocks noGrp="1"/>
          </p:cNvSpPr>
          <p:nvPr>
            <p:ph type="pic" sz="quarter" idx="10"/>
          </p:nvPr>
        </p:nvSpPr>
        <p:spPr>
          <a:xfrm>
            <a:off x="0" y="1"/>
            <a:ext cx="12192000" cy="6857998"/>
          </a:xfrm>
          <a:solidFill>
            <a:schemeClr val="bg2"/>
          </a:solidFill>
        </p:spPr>
        <p:txBody>
          <a:bodyPr anchor="ctr">
            <a:noAutofit/>
          </a:bodyPr>
          <a:lstStyle>
            <a:lvl1pPr marL="0" indent="0" algn="ctr">
              <a:buNone/>
              <a:defRPr b="0" i="0">
                <a:latin typeface="Amazon Ember Display" panose="020F0603020204020204" pitchFamily="34" charset="0"/>
              </a:defRPr>
            </a:lvl1pPr>
          </a:lstStyle>
          <a:p>
            <a:r>
              <a:rPr lang="ja-JP" altLang="en-US"/>
              <a:t>アイコンをクリックして図を追加</a:t>
            </a:r>
            <a:endParaRPr lang="en-US" dirty="0"/>
          </a:p>
        </p:txBody>
      </p:sp>
    </p:spTree>
    <p:extLst>
      <p:ext uri="{BB962C8B-B14F-4D97-AF65-F5344CB8AC3E}">
        <p14:creationId xmlns:p14="http://schemas.microsoft.com/office/powerpoint/2010/main" val="10697608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Customer logo wall light">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D4046C62-58BE-4875-9CF1-988E9FBC80B5}"/>
              </a:ext>
            </a:extLst>
          </p:cNvPr>
          <p:cNvSpPr>
            <a:spLocks noGrp="1"/>
          </p:cNvSpPr>
          <p:nvPr>
            <p:ph type="dt" sz="half" idx="10"/>
          </p:nvPr>
        </p:nvSpPr>
        <p:spPr/>
        <p:txBody>
          <a:bodyPr/>
          <a:lstStyle>
            <a:lvl1pPr>
              <a:defRPr b="0" i="0">
                <a:latin typeface="Amazon Ember Display" panose="020F0603020204020204" pitchFamily="34" charset="0"/>
              </a:defRPr>
            </a:lvl1pPr>
          </a:lstStyle>
          <a:p>
            <a:fld id="{5EFBB76F-D5A6-D643-8C93-367890E695CF}" type="datetime1">
              <a:rPr lang="ja-JP" altLang="en-US" smtClean="0"/>
              <a:t>2026/1/26</a:t>
            </a:fld>
            <a:endParaRPr lang="en-US" dirty="0"/>
          </a:p>
        </p:txBody>
      </p:sp>
      <p:sp>
        <p:nvSpPr>
          <p:cNvPr id="4" name="Footer Placeholder 3">
            <a:extLst>
              <a:ext uri="{FF2B5EF4-FFF2-40B4-BE49-F238E27FC236}">
                <a16:creationId xmlns:a16="http://schemas.microsoft.com/office/drawing/2014/main" id="{C09F8648-DA5C-4249-B315-5FCC6764F2E8}"/>
              </a:ext>
            </a:extLst>
          </p:cNvPr>
          <p:cNvSpPr>
            <a:spLocks noGrp="1"/>
          </p:cNvSpPr>
          <p:nvPr>
            <p:ph type="ftr" sz="quarter" idx="11"/>
          </p:nvPr>
        </p:nvSpPr>
        <p:spPr/>
        <p:txBody>
          <a:bodyPr/>
          <a:lstStyle>
            <a:lvl1pPr>
              <a:defRPr b="0" i="0">
                <a:latin typeface="Amazon Ember Display" panose="020F0603020204020204" pitchFamily="34" charset="0"/>
              </a:defRPr>
            </a:lvl1pPr>
          </a:lstStyle>
          <a:p>
            <a:endParaRPr lang="en-US" dirty="0"/>
          </a:p>
        </p:txBody>
      </p:sp>
      <p:sp>
        <p:nvSpPr>
          <p:cNvPr id="5" name="Slide Number Placeholder 4">
            <a:extLst>
              <a:ext uri="{FF2B5EF4-FFF2-40B4-BE49-F238E27FC236}">
                <a16:creationId xmlns:a16="http://schemas.microsoft.com/office/drawing/2014/main" id="{7AB4976B-D5E7-498C-99B5-7AA17CD10183}"/>
              </a:ext>
            </a:extLst>
          </p:cNvPr>
          <p:cNvSpPr>
            <a:spLocks noGrp="1"/>
          </p:cNvSpPr>
          <p:nvPr>
            <p:ph type="sldNum" sz="quarter" idx="12"/>
          </p:nvPr>
        </p:nvSpPr>
        <p:spPr/>
        <p:txBody>
          <a:bodyPr/>
          <a:lstStyle>
            <a:lvl1pPr>
              <a:defRPr b="0" i="0">
                <a:latin typeface="Amazon Ember Display" panose="020F0603020204020204" pitchFamily="34" charset="0"/>
              </a:defRPr>
            </a:lvl1pPr>
          </a:lstStyle>
          <a:p>
            <a:fld id="{EB4B8DE2-A4E8-46E4-8BBF-D75455EFF32C}" type="slidenum">
              <a:rPr lang="en-US" smtClean="0"/>
              <a:pPr/>
              <a:t>‹#›</a:t>
            </a:fld>
            <a:endParaRPr lang="en-US" dirty="0"/>
          </a:p>
        </p:txBody>
      </p:sp>
      <p:sp>
        <p:nvSpPr>
          <p:cNvPr id="8" name="Content Placeholder 7">
            <a:extLst>
              <a:ext uri="{FF2B5EF4-FFF2-40B4-BE49-F238E27FC236}">
                <a16:creationId xmlns:a16="http://schemas.microsoft.com/office/drawing/2014/main" id="{67C4FF75-DBF1-4846-9B49-7424CC9B81D0}"/>
              </a:ext>
            </a:extLst>
          </p:cNvPr>
          <p:cNvSpPr>
            <a:spLocks noGrp="1"/>
          </p:cNvSpPr>
          <p:nvPr>
            <p:ph sz="quarter" idx="13" hasCustomPrompt="1"/>
          </p:nvPr>
        </p:nvSpPr>
        <p:spPr>
          <a:xfrm>
            <a:off x="790841" y="2194560"/>
            <a:ext cx="1828800" cy="1097280"/>
          </a:xfrm>
        </p:spPr>
        <p:txBody>
          <a:bodyPr>
            <a:noAutofit/>
          </a:bodyPr>
          <a:lstStyle>
            <a:lvl1pPr marL="0" indent="0">
              <a:buNone/>
              <a:defRPr sz="1100" b="0" i="0">
                <a:solidFill>
                  <a:schemeClr val="tx2"/>
                </a:solidFill>
                <a:latin typeface="Amazon Ember Display" panose="020F0603020204020204" pitchFamily="34" charset="0"/>
              </a:defRPr>
            </a:lvl1pPr>
            <a:lvl2pPr marL="285750" indent="0">
              <a:buNone/>
              <a:defRPr/>
            </a:lvl2pPr>
            <a:lvl3pPr marL="628650" indent="0">
              <a:buNone/>
              <a:defRPr/>
            </a:lvl3pPr>
            <a:lvl4pPr marL="858838" indent="0">
              <a:buNone/>
              <a:defRPr/>
            </a:lvl4pPr>
            <a:lvl5pPr marL="1030288" indent="0">
              <a:buNone/>
              <a:defRPr/>
            </a:lvl5pPr>
          </a:lstStyle>
          <a:p>
            <a:pPr lvl="0"/>
            <a:r>
              <a:rPr lang="en-US" dirty="0"/>
              <a:t>Click photo icon to add logo</a:t>
            </a:r>
          </a:p>
        </p:txBody>
      </p:sp>
      <p:sp>
        <p:nvSpPr>
          <p:cNvPr id="9" name="Content Placeholder 7">
            <a:extLst>
              <a:ext uri="{FF2B5EF4-FFF2-40B4-BE49-F238E27FC236}">
                <a16:creationId xmlns:a16="http://schemas.microsoft.com/office/drawing/2014/main" id="{AA3F6BBD-CD6D-4350-B54B-BE6A362B5E0C}"/>
              </a:ext>
            </a:extLst>
          </p:cNvPr>
          <p:cNvSpPr>
            <a:spLocks noGrp="1"/>
          </p:cNvSpPr>
          <p:nvPr>
            <p:ph sz="quarter" idx="14" hasCustomPrompt="1"/>
          </p:nvPr>
        </p:nvSpPr>
        <p:spPr>
          <a:xfrm>
            <a:off x="9572359" y="2194560"/>
            <a:ext cx="1828800" cy="1097280"/>
          </a:xfrm>
        </p:spPr>
        <p:txBody>
          <a:bodyPr>
            <a:noAutofit/>
          </a:bodyPr>
          <a:lstStyle>
            <a:lvl1pPr marL="0" indent="0">
              <a:buNone/>
              <a:defRPr sz="1100" b="0" i="0">
                <a:solidFill>
                  <a:schemeClr val="tx2"/>
                </a:solidFill>
                <a:latin typeface="Amazon Ember Display" panose="020F0603020204020204" pitchFamily="34" charset="0"/>
              </a:defRPr>
            </a:lvl1pPr>
            <a:lvl2pPr marL="285750" indent="0">
              <a:buNone/>
              <a:defRPr/>
            </a:lvl2pPr>
            <a:lvl3pPr marL="628650" indent="0">
              <a:buNone/>
              <a:defRPr/>
            </a:lvl3pPr>
            <a:lvl4pPr marL="858838" indent="0">
              <a:buNone/>
              <a:defRPr/>
            </a:lvl4pPr>
            <a:lvl5pPr marL="1030288" indent="0">
              <a:buNone/>
              <a:defRPr/>
            </a:lvl5pPr>
          </a:lstStyle>
          <a:p>
            <a:pPr lvl="0"/>
            <a:r>
              <a:rPr lang="en-US" dirty="0"/>
              <a:t>Click photo icon to add logo</a:t>
            </a:r>
          </a:p>
        </p:txBody>
      </p:sp>
      <p:sp>
        <p:nvSpPr>
          <p:cNvPr id="10" name="Content Placeholder 7">
            <a:extLst>
              <a:ext uri="{FF2B5EF4-FFF2-40B4-BE49-F238E27FC236}">
                <a16:creationId xmlns:a16="http://schemas.microsoft.com/office/drawing/2014/main" id="{F03249D0-599C-470C-AF38-A23174D881DA}"/>
              </a:ext>
            </a:extLst>
          </p:cNvPr>
          <p:cNvSpPr>
            <a:spLocks noGrp="1"/>
          </p:cNvSpPr>
          <p:nvPr>
            <p:ph sz="quarter" idx="15" hasCustomPrompt="1"/>
          </p:nvPr>
        </p:nvSpPr>
        <p:spPr>
          <a:xfrm>
            <a:off x="3718014" y="2194560"/>
            <a:ext cx="1828800" cy="1097280"/>
          </a:xfrm>
        </p:spPr>
        <p:txBody>
          <a:bodyPr>
            <a:noAutofit/>
          </a:bodyPr>
          <a:lstStyle>
            <a:lvl1pPr marL="0" indent="0">
              <a:buNone/>
              <a:defRPr sz="1100" b="0" i="0">
                <a:solidFill>
                  <a:schemeClr val="tx2"/>
                </a:solidFill>
                <a:latin typeface="Amazon Ember Display" panose="020F0603020204020204" pitchFamily="34" charset="0"/>
              </a:defRPr>
            </a:lvl1pPr>
            <a:lvl2pPr marL="285750" indent="0">
              <a:buNone/>
              <a:defRPr/>
            </a:lvl2pPr>
            <a:lvl3pPr marL="628650" indent="0">
              <a:buNone/>
              <a:defRPr/>
            </a:lvl3pPr>
            <a:lvl4pPr marL="858838" indent="0">
              <a:buNone/>
              <a:defRPr/>
            </a:lvl4pPr>
            <a:lvl5pPr marL="1030288" indent="0">
              <a:buNone/>
              <a:defRPr/>
            </a:lvl5pPr>
          </a:lstStyle>
          <a:p>
            <a:pPr lvl="0"/>
            <a:r>
              <a:rPr lang="en-US" dirty="0"/>
              <a:t>Click photo icon to add logo</a:t>
            </a:r>
          </a:p>
        </p:txBody>
      </p:sp>
      <p:sp>
        <p:nvSpPr>
          <p:cNvPr id="11" name="Content Placeholder 7">
            <a:extLst>
              <a:ext uri="{FF2B5EF4-FFF2-40B4-BE49-F238E27FC236}">
                <a16:creationId xmlns:a16="http://schemas.microsoft.com/office/drawing/2014/main" id="{494B0474-3C2B-4A1F-847C-77DB62476761}"/>
              </a:ext>
            </a:extLst>
          </p:cNvPr>
          <p:cNvSpPr>
            <a:spLocks noGrp="1"/>
          </p:cNvSpPr>
          <p:nvPr>
            <p:ph sz="quarter" idx="16" hasCustomPrompt="1"/>
          </p:nvPr>
        </p:nvSpPr>
        <p:spPr>
          <a:xfrm>
            <a:off x="6645187" y="2194560"/>
            <a:ext cx="1828800" cy="1097280"/>
          </a:xfrm>
        </p:spPr>
        <p:txBody>
          <a:bodyPr>
            <a:noAutofit/>
          </a:bodyPr>
          <a:lstStyle>
            <a:lvl1pPr marL="0" indent="0">
              <a:buNone/>
              <a:defRPr sz="1100" b="0" i="0">
                <a:solidFill>
                  <a:schemeClr val="tx2"/>
                </a:solidFill>
                <a:latin typeface="Amazon Ember Display" panose="020F0603020204020204" pitchFamily="34" charset="0"/>
              </a:defRPr>
            </a:lvl1pPr>
            <a:lvl2pPr marL="285750" indent="0">
              <a:buNone/>
              <a:defRPr/>
            </a:lvl2pPr>
            <a:lvl3pPr marL="628650" indent="0">
              <a:buNone/>
              <a:defRPr/>
            </a:lvl3pPr>
            <a:lvl4pPr marL="858838" indent="0">
              <a:buNone/>
              <a:defRPr/>
            </a:lvl4pPr>
            <a:lvl5pPr marL="1030288" indent="0">
              <a:buNone/>
              <a:defRPr/>
            </a:lvl5pPr>
          </a:lstStyle>
          <a:p>
            <a:pPr lvl="0"/>
            <a:r>
              <a:rPr lang="en-US" dirty="0"/>
              <a:t>Click photo icon to add logo</a:t>
            </a:r>
          </a:p>
        </p:txBody>
      </p:sp>
      <p:sp>
        <p:nvSpPr>
          <p:cNvPr id="12" name="Content Placeholder 7">
            <a:extLst>
              <a:ext uri="{FF2B5EF4-FFF2-40B4-BE49-F238E27FC236}">
                <a16:creationId xmlns:a16="http://schemas.microsoft.com/office/drawing/2014/main" id="{6B3D3A2C-F2FE-4E58-9179-32ACA63A87E0}"/>
              </a:ext>
            </a:extLst>
          </p:cNvPr>
          <p:cNvSpPr>
            <a:spLocks noGrp="1"/>
          </p:cNvSpPr>
          <p:nvPr>
            <p:ph sz="quarter" idx="17" hasCustomPrompt="1"/>
          </p:nvPr>
        </p:nvSpPr>
        <p:spPr>
          <a:xfrm>
            <a:off x="790841" y="4059936"/>
            <a:ext cx="1828800" cy="1097280"/>
          </a:xfrm>
        </p:spPr>
        <p:txBody>
          <a:bodyPr>
            <a:noAutofit/>
          </a:bodyPr>
          <a:lstStyle>
            <a:lvl1pPr marL="0" indent="0">
              <a:buNone/>
              <a:defRPr sz="1100" b="0" i="0">
                <a:solidFill>
                  <a:schemeClr val="tx2"/>
                </a:solidFill>
                <a:latin typeface="Amazon Ember Display" panose="020F0603020204020204" pitchFamily="34" charset="0"/>
              </a:defRPr>
            </a:lvl1pPr>
            <a:lvl2pPr marL="285750" indent="0">
              <a:buNone/>
              <a:defRPr/>
            </a:lvl2pPr>
            <a:lvl3pPr marL="628650" indent="0">
              <a:buNone/>
              <a:defRPr/>
            </a:lvl3pPr>
            <a:lvl4pPr marL="858838" indent="0">
              <a:buNone/>
              <a:defRPr/>
            </a:lvl4pPr>
            <a:lvl5pPr marL="1030288" indent="0">
              <a:buNone/>
              <a:defRPr/>
            </a:lvl5pPr>
          </a:lstStyle>
          <a:p>
            <a:pPr lvl="0"/>
            <a:r>
              <a:rPr lang="en-US" dirty="0"/>
              <a:t>Click photo icon to add logo</a:t>
            </a:r>
          </a:p>
        </p:txBody>
      </p:sp>
      <p:sp>
        <p:nvSpPr>
          <p:cNvPr id="13" name="Content Placeholder 7">
            <a:extLst>
              <a:ext uri="{FF2B5EF4-FFF2-40B4-BE49-F238E27FC236}">
                <a16:creationId xmlns:a16="http://schemas.microsoft.com/office/drawing/2014/main" id="{D9DA6D6E-7CB2-43EC-A618-77FD5AC68695}"/>
              </a:ext>
            </a:extLst>
          </p:cNvPr>
          <p:cNvSpPr>
            <a:spLocks noGrp="1"/>
          </p:cNvSpPr>
          <p:nvPr>
            <p:ph sz="quarter" idx="18" hasCustomPrompt="1"/>
          </p:nvPr>
        </p:nvSpPr>
        <p:spPr>
          <a:xfrm>
            <a:off x="9572359" y="4059936"/>
            <a:ext cx="1828800" cy="1097280"/>
          </a:xfrm>
        </p:spPr>
        <p:txBody>
          <a:bodyPr>
            <a:noAutofit/>
          </a:bodyPr>
          <a:lstStyle>
            <a:lvl1pPr marL="0" indent="0">
              <a:buNone/>
              <a:defRPr sz="1100" b="0" i="0">
                <a:solidFill>
                  <a:schemeClr val="tx2"/>
                </a:solidFill>
                <a:latin typeface="Amazon Ember Display" panose="020F0603020204020204" pitchFamily="34" charset="0"/>
              </a:defRPr>
            </a:lvl1pPr>
            <a:lvl2pPr marL="285750" indent="0">
              <a:buNone/>
              <a:defRPr/>
            </a:lvl2pPr>
            <a:lvl3pPr marL="628650" indent="0">
              <a:buNone/>
              <a:defRPr/>
            </a:lvl3pPr>
            <a:lvl4pPr marL="858838" indent="0">
              <a:buNone/>
              <a:defRPr/>
            </a:lvl4pPr>
            <a:lvl5pPr marL="1030288" indent="0">
              <a:buNone/>
              <a:defRPr/>
            </a:lvl5pPr>
          </a:lstStyle>
          <a:p>
            <a:pPr lvl="0"/>
            <a:r>
              <a:rPr lang="en-US" dirty="0"/>
              <a:t>Click photo icon to add logo</a:t>
            </a:r>
          </a:p>
        </p:txBody>
      </p:sp>
      <p:sp>
        <p:nvSpPr>
          <p:cNvPr id="14" name="Content Placeholder 7">
            <a:extLst>
              <a:ext uri="{FF2B5EF4-FFF2-40B4-BE49-F238E27FC236}">
                <a16:creationId xmlns:a16="http://schemas.microsoft.com/office/drawing/2014/main" id="{DD3BB708-38D6-4216-8681-62B5B1293221}"/>
              </a:ext>
            </a:extLst>
          </p:cNvPr>
          <p:cNvSpPr>
            <a:spLocks noGrp="1"/>
          </p:cNvSpPr>
          <p:nvPr>
            <p:ph sz="quarter" idx="19" hasCustomPrompt="1"/>
          </p:nvPr>
        </p:nvSpPr>
        <p:spPr>
          <a:xfrm>
            <a:off x="3718014" y="4059936"/>
            <a:ext cx="1828800" cy="1097280"/>
          </a:xfrm>
        </p:spPr>
        <p:txBody>
          <a:bodyPr>
            <a:noAutofit/>
          </a:bodyPr>
          <a:lstStyle>
            <a:lvl1pPr marL="0" indent="0">
              <a:buNone/>
              <a:defRPr sz="1100" b="0" i="0">
                <a:solidFill>
                  <a:schemeClr val="tx2"/>
                </a:solidFill>
                <a:latin typeface="Amazon Ember Display" panose="020F0603020204020204" pitchFamily="34" charset="0"/>
              </a:defRPr>
            </a:lvl1pPr>
            <a:lvl2pPr marL="285750" indent="0">
              <a:buNone/>
              <a:defRPr/>
            </a:lvl2pPr>
            <a:lvl3pPr marL="628650" indent="0">
              <a:buNone/>
              <a:defRPr/>
            </a:lvl3pPr>
            <a:lvl4pPr marL="858838" indent="0">
              <a:buNone/>
              <a:defRPr/>
            </a:lvl4pPr>
            <a:lvl5pPr marL="1030288" indent="0">
              <a:buNone/>
              <a:defRPr/>
            </a:lvl5pPr>
          </a:lstStyle>
          <a:p>
            <a:pPr lvl="0"/>
            <a:r>
              <a:rPr lang="en-US" dirty="0"/>
              <a:t>Click photo icon to add logo</a:t>
            </a:r>
          </a:p>
        </p:txBody>
      </p:sp>
      <p:sp>
        <p:nvSpPr>
          <p:cNvPr id="15" name="Content Placeholder 7">
            <a:extLst>
              <a:ext uri="{FF2B5EF4-FFF2-40B4-BE49-F238E27FC236}">
                <a16:creationId xmlns:a16="http://schemas.microsoft.com/office/drawing/2014/main" id="{D95B1CF7-30AD-446D-BB48-437779BB20A2}"/>
              </a:ext>
            </a:extLst>
          </p:cNvPr>
          <p:cNvSpPr>
            <a:spLocks noGrp="1"/>
          </p:cNvSpPr>
          <p:nvPr>
            <p:ph sz="quarter" idx="20" hasCustomPrompt="1"/>
          </p:nvPr>
        </p:nvSpPr>
        <p:spPr>
          <a:xfrm>
            <a:off x="6645187" y="4059936"/>
            <a:ext cx="1828800" cy="1097280"/>
          </a:xfrm>
        </p:spPr>
        <p:txBody>
          <a:bodyPr>
            <a:noAutofit/>
          </a:bodyPr>
          <a:lstStyle>
            <a:lvl1pPr marL="0" indent="0">
              <a:buNone/>
              <a:defRPr sz="1100" b="0" i="0">
                <a:solidFill>
                  <a:schemeClr val="tx2"/>
                </a:solidFill>
                <a:latin typeface="Amazon Ember Display" panose="020F0603020204020204" pitchFamily="34" charset="0"/>
              </a:defRPr>
            </a:lvl1pPr>
            <a:lvl2pPr marL="285750" indent="0">
              <a:buNone/>
              <a:defRPr/>
            </a:lvl2pPr>
            <a:lvl3pPr marL="628650" indent="0">
              <a:buNone/>
              <a:defRPr/>
            </a:lvl3pPr>
            <a:lvl4pPr marL="858838" indent="0">
              <a:buNone/>
              <a:defRPr/>
            </a:lvl4pPr>
            <a:lvl5pPr marL="1030288" indent="0">
              <a:buNone/>
              <a:defRPr/>
            </a:lvl5pPr>
          </a:lstStyle>
          <a:p>
            <a:pPr lvl="0"/>
            <a:r>
              <a:rPr lang="en-US" dirty="0"/>
              <a:t>Click photo icon to add logo</a:t>
            </a:r>
          </a:p>
        </p:txBody>
      </p:sp>
      <p:sp>
        <p:nvSpPr>
          <p:cNvPr id="6" name="タイトル 5">
            <a:extLst>
              <a:ext uri="{FF2B5EF4-FFF2-40B4-BE49-F238E27FC236}">
                <a16:creationId xmlns:a16="http://schemas.microsoft.com/office/drawing/2014/main" id="{5D2E6567-2180-12C6-EC23-91D3771ACB1A}"/>
              </a:ext>
            </a:extLst>
          </p:cNvPr>
          <p:cNvSpPr>
            <a:spLocks noGrp="1"/>
          </p:cNvSpPr>
          <p:nvPr>
            <p:ph type="title"/>
          </p:nvPr>
        </p:nvSpPr>
        <p:spPr/>
        <p:txBody>
          <a:bodyPr/>
          <a:lstStyle/>
          <a:p>
            <a:r>
              <a:rPr kumimoji="1" lang="ja-JP" altLang="en-US"/>
              <a:t>マスター タイトルの書式設定</a:t>
            </a:r>
          </a:p>
        </p:txBody>
      </p:sp>
    </p:spTree>
    <p:extLst>
      <p:ext uri="{BB962C8B-B14F-4D97-AF65-F5344CB8AC3E}">
        <p14:creationId xmlns:p14="http://schemas.microsoft.com/office/powerpoint/2010/main" val="962856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Two Content with Bullets">
    <p:spTree>
      <p:nvGrpSpPr>
        <p:cNvPr id="1" name=""/>
        <p:cNvGrpSpPr/>
        <p:nvPr/>
      </p:nvGrpSpPr>
      <p:grpSpPr>
        <a:xfrm>
          <a:off x="0" y="0"/>
          <a:ext cx="0" cy="0"/>
          <a:chOff x="0" y="0"/>
          <a:chExt cx="0" cy="0"/>
        </a:xfrm>
      </p:grpSpPr>
      <p:sp>
        <p:nvSpPr>
          <p:cNvPr id="5" name="Date Placeholder 4">
            <a:extLst>
              <a:ext uri="{FF2B5EF4-FFF2-40B4-BE49-F238E27FC236}">
                <a16:creationId xmlns:a16="http://schemas.microsoft.com/office/drawing/2014/main" id="{C3285F99-D5A6-480F-A674-A76B9194560B}"/>
              </a:ext>
            </a:extLst>
          </p:cNvPr>
          <p:cNvSpPr>
            <a:spLocks noGrp="1"/>
          </p:cNvSpPr>
          <p:nvPr>
            <p:ph type="dt" sz="half" idx="10"/>
          </p:nvPr>
        </p:nvSpPr>
        <p:spPr/>
        <p:txBody>
          <a:bodyPr/>
          <a:lstStyle>
            <a:lvl1pPr>
              <a:defRPr b="0" i="0">
                <a:latin typeface="Amazon Ember Display" panose="020F0603020204020204" pitchFamily="34" charset="0"/>
              </a:defRPr>
            </a:lvl1pPr>
          </a:lstStyle>
          <a:p>
            <a:fld id="{D4288B96-C1E5-2142-BD46-FF811A1C1614}" type="datetime1">
              <a:rPr lang="ja-JP" altLang="en-US" smtClean="0"/>
              <a:t>2026/1/26</a:t>
            </a:fld>
            <a:endParaRPr lang="en-US" dirty="0"/>
          </a:p>
        </p:txBody>
      </p:sp>
      <p:sp>
        <p:nvSpPr>
          <p:cNvPr id="6" name="Footer Placeholder 5">
            <a:extLst>
              <a:ext uri="{FF2B5EF4-FFF2-40B4-BE49-F238E27FC236}">
                <a16:creationId xmlns:a16="http://schemas.microsoft.com/office/drawing/2014/main" id="{A46AC62E-3DD2-43DB-9AAA-009DDB88F8DD}"/>
              </a:ext>
            </a:extLst>
          </p:cNvPr>
          <p:cNvSpPr>
            <a:spLocks noGrp="1"/>
          </p:cNvSpPr>
          <p:nvPr>
            <p:ph type="ftr" sz="quarter" idx="11"/>
          </p:nvPr>
        </p:nvSpPr>
        <p:spPr/>
        <p:txBody>
          <a:bodyPr/>
          <a:lstStyle>
            <a:lvl1pPr>
              <a:defRPr b="0" i="0">
                <a:latin typeface="Amazon Ember Display" panose="020F0603020204020204" pitchFamily="34" charset="0"/>
              </a:defRPr>
            </a:lvl1pPr>
          </a:lstStyle>
          <a:p>
            <a:endParaRPr lang="en-US" dirty="0"/>
          </a:p>
        </p:txBody>
      </p:sp>
      <p:sp>
        <p:nvSpPr>
          <p:cNvPr id="7" name="Slide Number Placeholder 6">
            <a:extLst>
              <a:ext uri="{FF2B5EF4-FFF2-40B4-BE49-F238E27FC236}">
                <a16:creationId xmlns:a16="http://schemas.microsoft.com/office/drawing/2014/main" id="{0BB9EF5C-832F-4F15-B95C-60157E7BD831}"/>
              </a:ext>
            </a:extLst>
          </p:cNvPr>
          <p:cNvSpPr>
            <a:spLocks noGrp="1"/>
          </p:cNvSpPr>
          <p:nvPr>
            <p:ph type="sldNum" sz="quarter" idx="12"/>
          </p:nvPr>
        </p:nvSpPr>
        <p:spPr/>
        <p:txBody>
          <a:bodyPr/>
          <a:lstStyle>
            <a:lvl1pPr>
              <a:defRPr b="0" i="0">
                <a:latin typeface="Amazon Ember Display" panose="020F0603020204020204" pitchFamily="34" charset="0"/>
              </a:defRPr>
            </a:lvl1pPr>
          </a:lstStyle>
          <a:p>
            <a:fld id="{EB4B8DE2-A4E8-46E4-8BBF-D75455EFF32C}" type="slidenum">
              <a:rPr lang="en-US" smtClean="0"/>
              <a:pPr/>
              <a:t>‹#›</a:t>
            </a:fld>
            <a:endParaRPr lang="en-US" dirty="0"/>
          </a:p>
        </p:txBody>
      </p:sp>
      <p:sp>
        <p:nvSpPr>
          <p:cNvPr id="9" name="タイトル 7">
            <a:extLst>
              <a:ext uri="{FF2B5EF4-FFF2-40B4-BE49-F238E27FC236}">
                <a16:creationId xmlns:a16="http://schemas.microsoft.com/office/drawing/2014/main" id="{E5E2C5D5-21F4-7332-03ED-0DDC54DDAB84}"/>
              </a:ext>
            </a:extLst>
          </p:cNvPr>
          <p:cNvSpPr>
            <a:spLocks noGrp="1"/>
          </p:cNvSpPr>
          <p:nvPr>
            <p:ph type="title"/>
          </p:nvPr>
        </p:nvSpPr>
        <p:spPr>
          <a:xfrm>
            <a:off x="407988" y="296409"/>
            <a:ext cx="11449050" cy="617991"/>
          </a:xfrm>
        </p:spPr>
        <p:txBody>
          <a:bodyPr/>
          <a:lstStyle/>
          <a:p>
            <a:r>
              <a:rPr kumimoji="1" lang="ja-JP" altLang="en-US"/>
              <a:t>マスター タイトルの書式設定</a:t>
            </a:r>
          </a:p>
        </p:txBody>
      </p:sp>
      <p:sp>
        <p:nvSpPr>
          <p:cNvPr id="10" name="コンテンツ プレースホルダー 10">
            <a:extLst>
              <a:ext uri="{FF2B5EF4-FFF2-40B4-BE49-F238E27FC236}">
                <a16:creationId xmlns:a16="http://schemas.microsoft.com/office/drawing/2014/main" id="{0BD1CD14-1DF4-BBF4-BE45-00EEF0847719}"/>
              </a:ext>
            </a:extLst>
          </p:cNvPr>
          <p:cNvSpPr>
            <a:spLocks noGrp="1"/>
          </p:cNvSpPr>
          <p:nvPr>
            <p:ph sz="quarter" idx="13"/>
          </p:nvPr>
        </p:nvSpPr>
        <p:spPr>
          <a:xfrm>
            <a:off x="407988" y="1376363"/>
            <a:ext cx="5248274" cy="2062103"/>
          </a:xfrm>
        </p:spPr>
        <p:txBody>
          <a:bodyPr/>
          <a:lstStyle>
            <a:lvl1pPr marL="342900" indent="-342900">
              <a:buFont typeface="Arial" panose="020B0604020202020204" pitchFamily="34" charset="0"/>
              <a:buChar char="•"/>
              <a:defRPr/>
            </a:lvl1pPr>
            <a:lvl2pPr marL="622350" indent="-342900">
              <a:buFont typeface="Arial" panose="020B0604020202020204" pitchFamily="34" charset="0"/>
              <a:buChar char="•"/>
              <a:defRPr/>
            </a:lvl2pPr>
            <a:lvl3pPr marL="965250" indent="-342900">
              <a:buFont typeface="Arial" panose="020B0604020202020204" pitchFamily="34" charset="0"/>
              <a:buChar char="•"/>
              <a:defRPr/>
            </a:lvl3pPr>
            <a:lvl4pPr marL="1081138" indent="-285750">
              <a:buFont typeface="Arial" panose="020B0604020202020204" pitchFamily="34" charset="0"/>
              <a:buChar char="•"/>
              <a:defRPr/>
            </a:lvl4pPr>
            <a:lvl5pPr marL="1252588" indent="-285750">
              <a:buFont typeface="Arial" panose="020B0604020202020204" pitchFamily="34" charset="0"/>
              <a:buChar char="•"/>
              <a:defRPr/>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11" name="コンテンツ プレースホルダー 10">
            <a:extLst>
              <a:ext uri="{FF2B5EF4-FFF2-40B4-BE49-F238E27FC236}">
                <a16:creationId xmlns:a16="http://schemas.microsoft.com/office/drawing/2014/main" id="{7D3027A2-F83E-2168-AF7B-7BAE8DEAA53F}"/>
              </a:ext>
            </a:extLst>
          </p:cNvPr>
          <p:cNvSpPr>
            <a:spLocks noGrp="1"/>
          </p:cNvSpPr>
          <p:nvPr>
            <p:ph sz="quarter" idx="14"/>
          </p:nvPr>
        </p:nvSpPr>
        <p:spPr>
          <a:xfrm>
            <a:off x="6096000" y="1376363"/>
            <a:ext cx="5248274" cy="2062103"/>
          </a:xfrm>
        </p:spPr>
        <p:txBody>
          <a:bodyPr/>
          <a:lstStyle>
            <a:lvl1pPr marL="342900" indent="-342900">
              <a:buFont typeface="Arial" panose="020B0604020202020204" pitchFamily="34" charset="0"/>
              <a:buChar char="•"/>
              <a:defRPr/>
            </a:lvl1pPr>
            <a:lvl2pPr marL="622350" indent="-342900">
              <a:buFont typeface="Arial" panose="020B0604020202020204" pitchFamily="34" charset="0"/>
              <a:buChar char="•"/>
              <a:defRPr/>
            </a:lvl2pPr>
            <a:lvl3pPr marL="965250" indent="-342900">
              <a:buFont typeface="Arial" panose="020B0604020202020204" pitchFamily="34" charset="0"/>
              <a:buChar char="•"/>
              <a:defRPr/>
            </a:lvl3pPr>
            <a:lvl4pPr marL="1081138" indent="-285750">
              <a:buFont typeface="Arial" panose="020B0604020202020204" pitchFamily="34" charset="0"/>
              <a:buChar char="•"/>
              <a:defRPr/>
            </a:lvl4pPr>
            <a:lvl5pPr marL="1252588" indent="-285750">
              <a:buFont typeface="Arial" panose="020B0604020202020204" pitchFamily="34" charset="0"/>
              <a:buChar char="•"/>
              <a:defRPr/>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Tree>
    <p:extLst>
      <p:ext uri="{BB962C8B-B14F-4D97-AF65-F5344CB8AC3E}">
        <p14:creationId xmlns:p14="http://schemas.microsoft.com/office/powerpoint/2010/main" val="6176237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3840" userDrawn="1">
          <p15:clr>
            <a:srgbClr val="FBAE40"/>
          </p15:clr>
        </p15:guide>
      </p15:sldGuideLst>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Two Content with Subtitle">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D29D7037-6014-41C7-AAA4-041F7B6E5108}"/>
              </a:ext>
            </a:extLst>
          </p:cNvPr>
          <p:cNvSpPr>
            <a:spLocks noGrp="1"/>
          </p:cNvSpPr>
          <p:nvPr>
            <p:ph type="body" sz="quarter" idx="10" hasCustomPrompt="1"/>
          </p:nvPr>
        </p:nvSpPr>
        <p:spPr>
          <a:xfrm>
            <a:off x="407988" y="914400"/>
            <a:ext cx="11449050" cy="341632"/>
          </a:xfrm>
        </p:spPr>
        <p:txBody>
          <a:bodyPr/>
          <a:lstStyle>
            <a:lvl1pPr marL="0" indent="0">
              <a:buNone/>
              <a:defRPr lang="en-US" sz="1800" b="0" i="0" kern="1200" cap="none" spc="0" baseline="0" dirty="0">
                <a:solidFill>
                  <a:schemeClr val="tx2"/>
                </a:solidFill>
                <a:latin typeface="Amazon Ember Display" panose="020F0603020204020204" pitchFamily="34" charset="0"/>
                <a:ea typeface="+mn-ea"/>
                <a:cs typeface="+mn-cs"/>
              </a:defRPr>
            </a:lvl1pPr>
          </a:lstStyle>
          <a:p>
            <a:pPr marL="0" lvl="0" indent="0" algn="l" defTabSz="914400" rtl="0" eaLnBrk="1" latinLnBrk="0" hangingPunct="1">
              <a:lnSpc>
                <a:spcPct val="90000"/>
              </a:lnSpc>
              <a:spcBef>
                <a:spcPts val="0"/>
              </a:spcBef>
              <a:spcAft>
                <a:spcPts val="1200"/>
              </a:spcAft>
              <a:buSzPct val="90000"/>
              <a:buFont typeface="Arial" panose="020B0604020202020204" pitchFamily="34" charset="0"/>
              <a:buNone/>
            </a:pPr>
            <a:r>
              <a:rPr lang="en-US" dirty="0"/>
              <a:t>Enter subtitle</a:t>
            </a:r>
          </a:p>
        </p:txBody>
      </p:sp>
      <p:sp>
        <p:nvSpPr>
          <p:cNvPr id="6" name="Date Placeholder 5">
            <a:extLst>
              <a:ext uri="{FF2B5EF4-FFF2-40B4-BE49-F238E27FC236}">
                <a16:creationId xmlns:a16="http://schemas.microsoft.com/office/drawing/2014/main" id="{B7882DCB-3FBB-4107-96D9-358054987DA9}"/>
              </a:ext>
            </a:extLst>
          </p:cNvPr>
          <p:cNvSpPr>
            <a:spLocks noGrp="1"/>
          </p:cNvSpPr>
          <p:nvPr>
            <p:ph type="dt" sz="half" idx="11"/>
          </p:nvPr>
        </p:nvSpPr>
        <p:spPr/>
        <p:txBody>
          <a:bodyPr/>
          <a:lstStyle>
            <a:lvl1pPr>
              <a:defRPr b="0" i="0">
                <a:latin typeface="Amazon Ember Display" panose="020F0603020204020204" pitchFamily="34" charset="0"/>
              </a:defRPr>
            </a:lvl1pPr>
          </a:lstStyle>
          <a:p>
            <a:fld id="{FB322C28-5DD2-9445-9C0F-B8137609E628}" type="datetime1">
              <a:rPr lang="ja-JP" altLang="en-US" smtClean="0"/>
              <a:t>2026/1/26</a:t>
            </a:fld>
            <a:endParaRPr lang="en-US" dirty="0"/>
          </a:p>
        </p:txBody>
      </p:sp>
      <p:sp>
        <p:nvSpPr>
          <p:cNvPr id="7" name="Footer Placeholder 6">
            <a:extLst>
              <a:ext uri="{FF2B5EF4-FFF2-40B4-BE49-F238E27FC236}">
                <a16:creationId xmlns:a16="http://schemas.microsoft.com/office/drawing/2014/main" id="{DE50B923-C7E4-4160-8DCE-6199F6C430EF}"/>
              </a:ext>
            </a:extLst>
          </p:cNvPr>
          <p:cNvSpPr>
            <a:spLocks noGrp="1"/>
          </p:cNvSpPr>
          <p:nvPr>
            <p:ph type="ftr" sz="quarter" idx="12"/>
          </p:nvPr>
        </p:nvSpPr>
        <p:spPr/>
        <p:txBody>
          <a:bodyPr/>
          <a:lstStyle>
            <a:lvl1pPr>
              <a:defRPr b="0" i="0">
                <a:latin typeface="Amazon Ember Display" panose="020F0603020204020204" pitchFamily="34" charset="0"/>
              </a:defRPr>
            </a:lvl1pPr>
          </a:lstStyle>
          <a:p>
            <a:endParaRPr lang="en-US" dirty="0"/>
          </a:p>
        </p:txBody>
      </p:sp>
      <p:sp>
        <p:nvSpPr>
          <p:cNvPr id="8" name="Slide Number Placeholder 7">
            <a:extLst>
              <a:ext uri="{FF2B5EF4-FFF2-40B4-BE49-F238E27FC236}">
                <a16:creationId xmlns:a16="http://schemas.microsoft.com/office/drawing/2014/main" id="{C6778C9A-1C98-4EC3-A992-895A3DF0E693}"/>
              </a:ext>
            </a:extLst>
          </p:cNvPr>
          <p:cNvSpPr>
            <a:spLocks noGrp="1"/>
          </p:cNvSpPr>
          <p:nvPr>
            <p:ph type="sldNum" sz="quarter" idx="13"/>
          </p:nvPr>
        </p:nvSpPr>
        <p:spPr/>
        <p:txBody>
          <a:bodyPr/>
          <a:lstStyle>
            <a:lvl1pPr>
              <a:defRPr b="0" i="0">
                <a:latin typeface="Amazon Ember Display" panose="020F0603020204020204" pitchFamily="34" charset="0"/>
              </a:defRPr>
            </a:lvl1pPr>
          </a:lstStyle>
          <a:p>
            <a:fld id="{EB4B8DE2-A4E8-46E4-8BBF-D75455EFF32C}" type="slidenum">
              <a:rPr lang="en-US" smtClean="0"/>
              <a:pPr/>
              <a:t>‹#›</a:t>
            </a:fld>
            <a:endParaRPr lang="en-US" dirty="0"/>
          </a:p>
        </p:txBody>
      </p:sp>
      <p:sp>
        <p:nvSpPr>
          <p:cNvPr id="10" name="タイトル 7">
            <a:extLst>
              <a:ext uri="{FF2B5EF4-FFF2-40B4-BE49-F238E27FC236}">
                <a16:creationId xmlns:a16="http://schemas.microsoft.com/office/drawing/2014/main" id="{AED87B11-539E-661D-8A87-28D792E1B387}"/>
              </a:ext>
            </a:extLst>
          </p:cNvPr>
          <p:cNvSpPr>
            <a:spLocks noGrp="1"/>
          </p:cNvSpPr>
          <p:nvPr>
            <p:ph type="title"/>
          </p:nvPr>
        </p:nvSpPr>
        <p:spPr>
          <a:xfrm>
            <a:off x="407988" y="296409"/>
            <a:ext cx="11449050" cy="617991"/>
          </a:xfrm>
        </p:spPr>
        <p:txBody>
          <a:bodyPr/>
          <a:lstStyle/>
          <a:p>
            <a:r>
              <a:rPr kumimoji="1" lang="ja-JP" altLang="en-US"/>
              <a:t>マスター タイトルの書式設定</a:t>
            </a:r>
          </a:p>
        </p:txBody>
      </p:sp>
      <p:sp>
        <p:nvSpPr>
          <p:cNvPr id="11" name="コンテンツ プレースホルダー 10">
            <a:extLst>
              <a:ext uri="{FF2B5EF4-FFF2-40B4-BE49-F238E27FC236}">
                <a16:creationId xmlns:a16="http://schemas.microsoft.com/office/drawing/2014/main" id="{D69D4A6F-39F3-7865-F6E8-67CB2EEF93CF}"/>
              </a:ext>
            </a:extLst>
          </p:cNvPr>
          <p:cNvSpPr>
            <a:spLocks noGrp="1"/>
          </p:cNvSpPr>
          <p:nvPr>
            <p:ph sz="quarter" idx="14"/>
          </p:nvPr>
        </p:nvSpPr>
        <p:spPr>
          <a:xfrm>
            <a:off x="407988" y="1376363"/>
            <a:ext cx="5248274" cy="2062103"/>
          </a:xfrm>
        </p:spPr>
        <p:txBody>
          <a:bodyPr/>
          <a:lstStyle>
            <a:lvl1pPr marL="0" indent="0">
              <a:buNone/>
              <a:defRPr/>
            </a:lvl1pPr>
            <a:lvl2pPr marL="279450" indent="0">
              <a:buNone/>
              <a:defRPr/>
            </a:lvl2pPr>
            <a:lvl3pPr marL="622350" indent="0">
              <a:buNone/>
              <a:defRPr/>
            </a:lvl3pPr>
            <a:lvl4pPr marL="795388" indent="0">
              <a:buNone/>
              <a:defRPr/>
            </a:lvl4pPr>
            <a:lvl5pPr marL="966838" indent="0">
              <a:buNone/>
              <a:defRPr/>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12" name="コンテンツ プレースホルダー 10">
            <a:extLst>
              <a:ext uri="{FF2B5EF4-FFF2-40B4-BE49-F238E27FC236}">
                <a16:creationId xmlns:a16="http://schemas.microsoft.com/office/drawing/2014/main" id="{FA970225-6D66-6855-DAC6-2374CCEBDB92}"/>
              </a:ext>
            </a:extLst>
          </p:cNvPr>
          <p:cNvSpPr>
            <a:spLocks noGrp="1"/>
          </p:cNvSpPr>
          <p:nvPr>
            <p:ph sz="quarter" idx="15"/>
          </p:nvPr>
        </p:nvSpPr>
        <p:spPr>
          <a:xfrm>
            <a:off x="6096000" y="1376363"/>
            <a:ext cx="5248274" cy="2062103"/>
          </a:xfrm>
        </p:spPr>
        <p:txBody>
          <a:bodyPr/>
          <a:lstStyle>
            <a:lvl1pPr marL="0" indent="0">
              <a:buNone/>
              <a:defRPr/>
            </a:lvl1pPr>
            <a:lvl2pPr marL="279450" indent="0">
              <a:buNone/>
              <a:defRPr/>
            </a:lvl2pPr>
            <a:lvl3pPr marL="622350" indent="0">
              <a:buNone/>
              <a:defRPr/>
            </a:lvl3pPr>
            <a:lvl4pPr marL="795388" indent="0">
              <a:buNone/>
              <a:defRPr/>
            </a:lvl4pPr>
            <a:lvl5pPr marL="966838" indent="0">
              <a:buNone/>
              <a:defRPr/>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Tree>
    <p:extLst>
      <p:ext uri="{BB962C8B-B14F-4D97-AF65-F5344CB8AC3E}">
        <p14:creationId xmlns:p14="http://schemas.microsoft.com/office/powerpoint/2010/main" val="29854902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3840">
          <p15:clr>
            <a:srgbClr val="FBAE40"/>
          </p15:clr>
        </p15:guide>
        <p15:guide id="2" orient="horz" pos="840" userDrawn="1">
          <p15:clr>
            <a:srgbClr val="9FCC3B"/>
          </p15:clr>
        </p15:guide>
        <p15:guide id="3" orient="horz" pos="1128" userDrawn="1">
          <p15:clr>
            <a:srgbClr val="9FCC3B"/>
          </p15:clr>
        </p15:guide>
        <p15:guide id="4" orient="horz" pos="1344" userDrawn="1">
          <p15:clr>
            <a:srgbClr val="FBAE40"/>
          </p15:clr>
        </p15:guide>
      </p15:sldGuideLst>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Two Content, Subtitle, and Bullets">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0848919E-8A8C-4C90-854E-20FDD2FCCD9E}"/>
              </a:ext>
            </a:extLst>
          </p:cNvPr>
          <p:cNvSpPr>
            <a:spLocks noGrp="1"/>
          </p:cNvSpPr>
          <p:nvPr>
            <p:ph type="body" sz="quarter" idx="10" hasCustomPrompt="1"/>
          </p:nvPr>
        </p:nvSpPr>
        <p:spPr>
          <a:xfrm>
            <a:off x="407988" y="914400"/>
            <a:ext cx="11449050" cy="341632"/>
          </a:xfrm>
        </p:spPr>
        <p:txBody>
          <a:bodyPr/>
          <a:lstStyle>
            <a:lvl1pPr marL="0" indent="0">
              <a:buNone/>
              <a:defRPr lang="en-US" sz="1800" b="0" i="0" kern="1200" cap="none" spc="0" baseline="0" dirty="0">
                <a:solidFill>
                  <a:schemeClr val="tx2"/>
                </a:solidFill>
                <a:latin typeface="Amazon Ember Display" panose="020F0603020204020204" pitchFamily="34" charset="0"/>
                <a:ea typeface="+mn-ea"/>
                <a:cs typeface="+mn-cs"/>
              </a:defRPr>
            </a:lvl1pPr>
          </a:lstStyle>
          <a:p>
            <a:pPr marL="0" lvl="0" indent="0" algn="l" defTabSz="914400" rtl="0" eaLnBrk="1" latinLnBrk="0" hangingPunct="1">
              <a:lnSpc>
                <a:spcPct val="90000"/>
              </a:lnSpc>
              <a:spcBef>
                <a:spcPts val="0"/>
              </a:spcBef>
              <a:spcAft>
                <a:spcPts val="1200"/>
              </a:spcAft>
              <a:buSzPct val="90000"/>
              <a:buFont typeface="Arial" panose="020B0604020202020204" pitchFamily="34" charset="0"/>
              <a:buNone/>
            </a:pPr>
            <a:r>
              <a:rPr lang="en-US" dirty="0"/>
              <a:t>Enter subtitle</a:t>
            </a:r>
          </a:p>
        </p:txBody>
      </p:sp>
      <p:sp>
        <p:nvSpPr>
          <p:cNvPr id="6" name="Date Placeholder 5">
            <a:extLst>
              <a:ext uri="{FF2B5EF4-FFF2-40B4-BE49-F238E27FC236}">
                <a16:creationId xmlns:a16="http://schemas.microsoft.com/office/drawing/2014/main" id="{CFEA9DE9-1720-43CB-BEB4-4A471EA86C1F}"/>
              </a:ext>
            </a:extLst>
          </p:cNvPr>
          <p:cNvSpPr>
            <a:spLocks noGrp="1"/>
          </p:cNvSpPr>
          <p:nvPr>
            <p:ph type="dt" sz="half" idx="11"/>
          </p:nvPr>
        </p:nvSpPr>
        <p:spPr/>
        <p:txBody>
          <a:bodyPr/>
          <a:lstStyle>
            <a:lvl1pPr>
              <a:defRPr b="0" i="0">
                <a:latin typeface="Amazon Ember Display" panose="020F0603020204020204" pitchFamily="34" charset="0"/>
              </a:defRPr>
            </a:lvl1pPr>
          </a:lstStyle>
          <a:p>
            <a:fld id="{F1F9B995-8D5A-B145-9520-10CFE5909078}" type="datetime1">
              <a:rPr lang="ja-JP" altLang="en-US" smtClean="0"/>
              <a:t>2026/1/26</a:t>
            </a:fld>
            <a:endParaRPr lang="en-US" dirty="0"/>
          </a:p>
        </p:txBody>
      </p:sp>
      <p:sp>
        <p:nvSpPr>
          <p:cNvPr id="7" name="Footer Placeholder 6">
            <a:extLst>
              <a:ext uri="{FF2B5EF4-FFF2-40B4-BE49-F238E27FC236}">
                <a16:creationId xmlns:a16="http://schemas.microsoft.com/office/drawing/2014/main" id="{C644196F-CE34-473D-A802-821F7968F214}"/>
              </a:ext>
            </a:extLst>
          </p:cNvPr>
          <p:cNvSpPr>
            <a:spLocks noGrp="1"/>
          </p:cNvSpPr>
          <p:nvPr>
            <p:ph type="ftr" sz="quarter" idx="12"/>
          </p:nvPr>
        </p:nvSpPr>
        <p:spPr/>
        <p:txBody>
          <a:bodyPr/>
          <a:lstStyle>
            <a:lvl1pPr>
              <a:defRPr b="0" i="0">
                <a:latin typeface="Amazon Ember Display" panose="020F0603020204020204" pitchFamily="34" charset="0"/>
              </a:defRPr>
            </a:lvl1pPr>
          </a:lstStyle>
          <a:p>
            <a:endParaRPr lang="en-US" dirty="0"/>
          </a:p>
        </p:txBody>
      </p:sp>
      <p:sp>
        <p:nvSpPr>
          <p:cNvPr id="8" name="Slide Number Placeholder 7">
            <a:extLst>
              <a:ext uri="{FF2B5EF4-FFF2-40B4-BE49-F238E27FC236}">
                <a16:creationId xmlns:a16="http://schemas.microsoft.com/office/drawing/2014/main" id="{AF4E16D6-76D0-4B95-931F-9F32F34A84E0}"/>
              </a:ext>
            </a:extLst>
          </p:cNvPr>
          <p:cNvSpPr>
            <a:spLocks noGrp="1"/>
          </p:cNvSpPr>
          <p:nvPr>
            <p:ph type="sldNum" sz="quarter" idx="13"/>
          </p:nvPr>
        </p:nvSpPr>
        <p:spPr/>
        <p:txBody>
          <a:bodyPr/>
          <a:lstStyle>
            <a:lvl1pPr>
              <a:defRPr b="0" i="0">
                <a:latin typeface="Amazon Ember Display" panose="020F0603020204020204" pitchFamily="34" charset="0"/>
              </a:defRPr>
            </a:lvl1pPr>
          </a:lstStyle>
          <a:p>
            <a:fld id="{EB4B8DE2-A4E8-46E4-8BBF-D75455EFF32C}" type="slidenum">
              <a:rPr lang="en-US" smtClean="0"/>
              <a:pPr/>
              <a:t>‹#›</a:t>
            </a:fld>
            <a:endParaRPr lang="en-US" dirty="0"/>
          </a:p>
        </p:txBody>
      </p:sp>
      <p:sp>
        <p:nvSpPr>
          <p:cNvPr id="9" name="コンテンツ プレースホルダー 10">
            <a:extLst>
              <a:ext uri="{FF2B5EF4-FFF2-40B4-BE49-F238E27FC236}">
                <a16:creationId xmlns:a16="http://schemas.microsoft.com/office/drawing/2014/main" id="{4D3EAF7A-398E-C7A3-FC1A-CCD62C30D10B}"/>
              </a:ext>
            </a:extLst>
          </p:cNvPr>
          <p:cNvSpPr>
            <a:spLocks noGrp="1"/>
          </p:cNvSpPr>
          <p:nvPr>
            <p:ph sz="quarter" idx="14"/>
          </p:nvPr>
        </p:nvSpPr>
        <p:spPr>
          <a:xfrm>
            <a:off x="407988" y="1376363"/>
            <a:ext cx="5248274" cy="2062103"/>
          </a:xfrm>
        </p:spPr>
        <p:txBody>
          <a:bodyPr/>
          <a:lstStyle>
            <a:lvl1pPr marL="342900" indent="-342900">
              <a:buFont typeface="Arial" panose="020B0604020202020204" pitchFamily="34" charset="0"/>
              <a:buChar char="•"/>
              <a:defRPr/>
            </a:lvl1pPr>
            <a:lvl2pPr marL="622350" indent="-342900">
              <a:buFont typeface="Arial" panose="020B0604020202020204" pitchFamily="34" charset="0"/>
              <a:buChar char="•"/>
              <a:defRPr/>
            </a:lvl2pPr>
            <a:lvl3pPr marL="965250" indent="-342900">
              <a:buFont typeface="Arial" panose="020B0604020202020204" pitchFamily="34" charset="0"/>
              <a:buChar char="•"/>
              <a:defRPr/>
            </a:lvl3pPr>
            <a:lvl4pPr marL="1081138" indent="-285750">
              <a:buFont typeface="Arial" panose="020B0604020202020204" pitchFamily="34" charset="0"/>
              <a:buChar char="•"/>
              <a:defRPr/>
            </a:lvl4pPr>
            <a:lvl5pPr marL="1252588" indent="-285750">
              <a:buFont typeface="Arial" panose="020B0604020202020204" pitchFamily="34" charset="0"/>
              <a:buChar char="•"/>
              <a:defRPr/>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10" name="コンテンツ プレースホルダー 10">
            <a:extLst>
              <a:ext uri="{FF2B5EF4-FFF2-40B4-BE49-F238E27FC236}">
                <a16:creationId xmlns:a16="http://schemas.microsoft.com/office/drawing/2014/main" id="{00BC5043-E863-8E97-20DD-0AF23B7CD841}"/>
              </a:ext>
            </a:extLst>
          </p:cNvPr>
          <p:cNvSpPr>
            <a:spLocks noGrp="1"/>
          </p:cNvSpPr>
          <p:nvPr>
            <p:ph sz="quarter" idx="15"/>
          </p:nvPr>
        </p:nvSpPr>
        <p:spPr>
          <a:xfrm>
            <a:off x="6096000" y="1376363"/>
            <a:ext cx="5248274" cy="2062103"/>
          </a:xfrm>
        </p:spPr>
        <p:txBody>
          <a:bodyPr/>
          <a:lstStyle>
            <a:lvl1pPr marL="342900" indent="-342900">
              <a:buFont typeface="Arial" panose="020B0604020202020204" pitchFamily="34" charset="0"/>
              <a:buChar char="•"/>
              <a:defRPr/>
            </a:lvl1pPr>
            <a:lvl2pPr marL="622350" indent="-342900">
              <a:buFont typeface="Arial" panose="020B0604020202020204" pitchFamily="34" charset="0"/>
              <a:buChar char="•"/>
              <a:defRPr/>
            </a:lvl2pPr>
            <a:lvl3pPr marL="965250" indent="-342900">
              <a:buFont typeface="Arial" panose="020B0604020202020204" pitchFamily="34" charset="0"/>
              <a:buChar char="•"/>
              <a:defRPr/>
            </a:lvl3pPr>
            <a:lvl4pPr marL="1081138" indent="-285750">
              <a:buFont typeface="Arial" panose="020B0604020202020204" pitchFamily="34" charset="0"/>
              <a:buChar char="•"/>
              <a:defRPr/>
            </a:lvl4pPr>
            <a:lvl5pPr marL="1252588" indent="-285750">
              <a:buFont typeface="Arial" panose="020B0604020202020204" pitchFamily="34" charset="0"/>
              <a:buChar char="•"/>
              <a:defRPr/>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11" name="タイトル 10">
            <a:extLst>
              <a:ext uri="{FF2B5EF4-FFF2-40B4-BE49-F238E27FC236}">
                <a16:creationId xmlns:a16="http://schemas.microsoft.com/office/drawing/2014/main" id="{3DBE3D95-8B59-C324-E284-139978841A27}"/>
              </a:ext>
            </a:extLst>
          </p:cNvPr>
          <p:cNvSpPr>
            <a:spLocks noGrp="1"/>
          </p:cNvSpPr>
          <p:nvPr>
            <p:ph type="title"/>
          </p:nvPr>
        </p:nvSpPr>
        <p:spPr/>
        <p:txBody>
          <a:bodyPr/>
          <a:lstStyle/>
          <a:p>
            <a:r>
              <a:rPr kumimoji="1" lang="ja-JP" altLang="en-US"/>
              <a:t>マスター タイトルの書式設定</a:t>
            </a:r>
          </a:p>
        </p:txBody>
      </p:sp>
    </p:spTree>
    <p:extLst>
      <p:ext uri="{BB962C8B-B14F-4D97-AF65-F5344CB8AC3E}">
        <p14:creationId xmlns:p14="http://schemas.microsoft.com/office/powerpoint/2010/main" val="19211489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3840">
          <p15:clr>
            <a:srgbClr val="FBAE40"/>
          </p15:clr>
        </p15:guide>
        <p15:guide id="2" orient="horz" pos="840" userDrawn="1">
          <p15:clr>
            <a:srgbClr val="9FCC3B"/>
          </p15:clr>
        </p15:guide>
        <p15:guide id="3" orient="horz" pos="1128" userDrawn="1">
          <p15:clr>
            <a:srgbClr val="9FCC3B"/>
          </p15:clr>
        </p15:guide>
        <p15:guide id="4" orient="horz" pos="1344" userDrawn="1">
          <p15:clr>
            <a:srgbClr val="FBAE40"/>
          </p15:clr>
        </p15:guide>
      </p15:sldGuideLst>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Quote">
    <p:spTree>
      <p:nvGrpSpPr>
        <p:cNvPr id="1" name=""/>
        <p:cNvGrpSpPr/>
        <p:nvPr/>
      </p:nvGrpSpPr>
      <p:grpSpPr>
        <a:xfrm>
          <a:off x="0" y="0"/>
          <a:ext cx="0" cy="0"/>
          <a:chOff x="0" y="0"/>
          <a:chExt cx="0" cy="0"/>
        </a:xfrm>
      </p:grpSpPr>
      <p:sp>
        <p:nvSpPr>
          <p:cNvPr id="6" name="Rounded Rectangle 5">
            <a:extLst>
              <a:ext uri="{FF2B5EF4-FFF2-40B4-BE49-F238E27FC236}">
                <a16:creationId xmlns:a16="http://schemas.microsoft.com/office/drawing/2014/main" id="{C826B4EB-F6CC-4C37-3CA9-1BCB13DA1DF9}"/>
              </a:ext>
            </a:extLst>
          </p:cNvPr>
          <p:cNvSpPr/>
          <p:nvPr userDrawn="1"/>
        </p:nvSpPr>
        <p:spPr>
          <a:xfrm>
            <a:off x="512956" y="512957"/>
            <a:ext cx="11159444" cy="5697344"/>
          </a:xfrm>
          <a:prstGeom prst="roundRect">
            <a:avLst>
              <a:gd name="adj" fmla="val 1733"/>
            </a:avLst>
          </a:prstGeom>
          <a:solidFill>
            <a:srgbClr val="EBFFCC"/>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tIns="45720" rIns="45720" rtlCol="0" anchor="ctr"/>
          <a:lstStyle/>
          <a:p>
            <a:pPr algn="ctr"/>
            <a:endParaRPr lang="en-US" b="0" i="0" dirty="0" err="1">
              <a:solidFill>
                <a:schemeClr val="tx1"/>
              </a:solidFill>
              <a:latin typeface="Amazon Ember Display" panose="020F0603020204020204" pitchFamily="34" charset="0"/>
            </a:endParaRPr>
          </a:p>
        </p:txBody>
      </p:sp>
      <p:sp>
        <p:nvSpPr>
          <p:cNvPr id="2" name="Title 1">
            <a:extLst>
              <a:ext uri="{FF2B5EF4-FFF2-40B4-BE49-F238E27FC236}">
                <a16:creationId xmlns:a16="http://schemas.microsoft.com/office/drawing/2014/main" id="{E1117ECE-DA96-4373-B8B2-4E847C5ACBA3}"/>
              </a:ext>
            </a:extLst>
          </p:cNvPr>
          <p:cNvSpPr>
            <a:spLocks noGrp="1"/>
          </p:cNvSpPr>
          <p:nvPr>
            <p:ph type="title" hasCustomPrompt="1"/>
          </p:nvPr>
        </p:nvSpPr>
        <p:spPr>
          <a:xfrm>
            <a:off x="1540082" y="1975199"/>
            <a:ext cx="8067261" cy="1920526"/>
          </a:xfrm>
          <a:prstGeom prst="rect">
            <a:avLst/>
          </a:prstGeom>
        </p:spPr>
        <p:txBody>
          <a:bodyPr lIns="91440" rIns="0" anchor="b" anchorCtr="0"/>
          <a:lstStyle>
            <a:lvl1pPr>
              <a:defRPr sz="4400" b="0" i="0" baseline="0">
                <a:latin typeface="Amazon Ember Display" panose="020F0603020204020204" pitchFamily="34" charset="0"/>
                <a:ea typeface="メイリオ" panose="020B0604030504040204" pitchFamily="34" charset="-128"/>
                <a:cs typeface="Amazon Ember Display" panose="020F0603020204020204" pitchFamily="34" charset="0"/>
              </a:defRPr>
            </a:lvl1pPr>
          </a:lstStyle>
          <a:p>
            <a:r>
              <a:rPr lang="en-US" dirty="0"/>
              <a:t>Enter quote here. Reposition quote mark graphics to frame the quote.</a:t>
            </a:r>
          </a:p>
        </p:txBody>
      </p:sp>
      <p:sp>
        <p:nvSpPr>
          <p:cNvPr id="9" name="Text Placeholder 8">
            <a:extLst>
              <a:ext uri="{FF2B5EF4-FFF2-40B4-BE49-F238E27FC236}">
                <a16:creationId xmlns:a16="http://schemas.microsoft.com/office/drawing/2014/main" id="{2CC38951-92FB-41A4-A9D4-F3B7D3577EC9}"/>
              </a:ext>
            </a:extLst>
          </p:cNvPr>
          <p:cNvSpPr>
            <a:spLocks noGrp="1"/>
          </p:cNvSpPr>
          <p:nvPr>
            <p:ph type="body" sz="quarter" idx="15" hasCustomPrompt="1"/>
          </p:nvPr>
        </p:nvSpPr>
        <p:spPr>
          <a:xfrm>
            <a:off x="1540082" y="4127500"/>
            <a:ext cx="8067261" cy="400110"/>
          </a:xfrm>
        </p:spPr>
        <p:txBody>
          <a:bodyPr/>
          <a:lstStyle>
            <a:lvl1pPr marL="0" indent="0">
              <a:spcAft>
                <a:spcPts val="0"/>
              </a:spcAft>
              <a:buNone/>
              <a:defRPr sz="2000" b="0" i="0" baseline="0">
                <a:latin typeface="Amazon Ember Display" panose="020F0603020204020204" pitchFamily="34" charset="0"/>
                <a:ea typeface="メイリオ" panose="020B0604030504040204" pitchFamily="34" charset="-128"/>
              </a:defRPr>
            </a:lvl1pPr>
          </a:lstStyle>
          <a:p>
            <a:pPr lvl="0"/>
            <a:r>
              <a:rPr lang="en-US" dirty="0"/>
              <a:t>Quoted person’s name</a:t>
            </a:r>
          </a:p>
        </p:txBody>
      </p:sp>
      <p:sp>
        <p:nvSpPr>
          <p:cNvPr id="3" name="Date Placeholder 2">
            <a:extLst>
              <a:ext uri="{FF2B5EF4-FFF2-40B4-BE49-F238E27FC236}">
                <a16:creationId xmlns:a16="http://schemas.microsoft.com/office/drawing/2014/main" id="{B11DEF90-4BC7-4449-B8ED-B9BEFD74704A}"/>
              </a:ext>
            </a:extLst>
          </p:cNvPr>
          <p:cNvSpPr>
            <a:spLocks noGrp="1"/>
          </p:cNvSpPr>
          <p:nvPr>
            <p:ph type="dt" sz="half" idx="17"/>
          </p:nvPr>
        </p:nvSpPr>
        <p:spPr/>
        <p:txBody>
          <a:bodyPr/>
          <a:lstStyle>
            <a:lvl1pPr>
              <a:defRPr b="0" i="0">
                <a:latin typeface="Amazon Ember Display" panose="020F0603020204020204" pitchFamily="34" charset="0"/>
              </a:defRPr>
            </a:lvl1pPr>
          </a:lstStyle>
          <a:p>
            <a:fld id="{A4068367-540C-BF4B-9ADE-4F03D73999E2}" type="datetime1">
              <a:rPr lang="ja-JP" altLang="en-US" smtClean="0"/>
              <a:t>2026/1/26</a:t>
            </a:fld>
            <a:endParaRPr lang="en-US" dirty="0"/>
          </a:p>
        </p:txBody>
      </p:sp>
      <p:sp>
        <p:nvSpPr>
          <p:cNvPr id="4" name="Footer Placeholder 3">
            <a:extLst>
              <a:ext uri="{FF2B5EF4-FFF2-40B4-BE49-F238E27FC236}">
                <a16:creationId xmlns:a16="http://schemas.microsoft.com/office/drawing/2014/main" id="{580F1DAA-08EC-40A3-9CC6-57B8099A6FAA}"/>
              </a:ext>
            </a:extLst>
          </p:cNvPr>
          <p:cNvSpPr>
            <a:spLocks noGrp="1"/>
          </p:cNvSpPr>
          <p:nvPr>
            <p:ph type="ftr" sz="quarter" idx="18"/>
          </p:nvPr>
        </p:nvSpPr>
        <p:spPr/>
        <p:txBody>
          <a:bodyPr/>
          <a:lstStyle>
            <a:lvl1pPr>
              <a:defRPr b="0" i="0">
                <a:latin typeface="Amazon Ember Display" panose="020F0603020204020204" pitchFamily="34" charset="0"/>
              </a:defRPr>
            </a:lvl1pPr>
          </a:lstStyle>
          <a:p>
            <a:endParaRPr lang="en-US" dirty="0"/>
          </a:p>
        </p:txBody>
      </p:sp>
      <p:sp>
        <p:nvSpPr>
          <p:cNvPr id="5" name="Slide Number Placeholder 4">
            <a:extLst>
              <a:ext uri="{FF2B5EF4-FFF2-40B4-BE49-F238E27FC236}">
                <a16:creationId xmlns:a16="http://schemas.microsoft.com/office/drawing/2014/main" id="{18D867C9-C0CC-45E6-BDB6-5AAA8DF8A9C3}"/>
              </a:ext>
            </a:extLst>
          </p:cNvPr>
          <p:cNvSpPr>
            <a:spLocks noGrp="1"/>
          </p:cNvSpPr>
          <p:nvPr>
            <p:ph type="sldNum" sz="quarter" idx="19"/>
          </p:nvPr>
        </p:nvSpPr>
        <p:spPr/>
        <p:txBody>
          <a:bodyPr/>
          <a:lstStyle>
            <a:lvl1pPr>
              <a:defRPr b="0" i="0">
                <a:latin typeface="Amazon Ember Display" panose="020F0603020204020204" pitchFamily="34" charset="0"/>
              </a:defRPr>
            </a:lvl1pPr>
          </a:lstStyle>
          <a:p>
            <a:fld id="{EB4B8DE2-A4E8-46E4-8BBF-D75455EFF32C}" type="slidenum">
              <a:rPr lang="en-US" smtClean="0"/>
              <a:pPr/>
              <a:t>‹#›</a:t>
            </a:fld>
            <a:endParaRPr lang="en-US" dirty="0"/>
          </a:p>
        </p:txBody>
      </p:sp>
      <p:sp>
        <p:nvSpPr>
          <p:cNvPr id="8" name="Text Placeholder 10">
            <a:extLst>
              <a:ext uri="{FF2B5EF4-FFF2-40B4-BE49-F238E27FC236}">
                <a16:creationId xmlns:a16="http://schemas.microsoft.com/office/drawing/2014/main" id="{3442E0A2-8098-1B6F-94F7-A9E27EC775EE}"/>
              </a:ext>
            </a:extLst>
          </p:cNvPr>
          <p:cNvSpPr>
            <a:spLocks noGrp="1"/>
          </p:cNvSpPr>
          <p:nvPr>
            <p:ph type="body" sz="quarter" idx="16" hasCustomPrompt="1"/>
          </p:nvPr>
        </p:nvSpPr>
        <p:spPr>
          <a:xfrm>
            <a:off x="1540082" y="4496832"/>
            <a:ext cx="8067261" cy="338554"/>
          </a:xfrm>
        </p:spPr>
        <p:txBody>
          <a:bodyPr/>
          <a:lstStyle>
            <a:lvl1pPr marL="0" indent="0">
              <a:buNone/>
              <a:defRPr sz="1600" b="0" i="0" baseline="0">
                <a:latin typeface="Amazon Ember Display" panose="020F0603020204020204" pitchFamily="34" charset="0"/>
                <a:ea typeface="メイリオ" panose="020B0604030504040204" pitchFamily="34" charset="-128"/>
              </a:defRPr>
            </a:lvl1pPr>
          </a:lstStyle>
          <a:p>
            <a:pPr lvl="0"/>
            <a:r>
              <a:rPr lang="en-US" dirty="0"/>
              <a:t>Quoted person’s affiliation</a:t>
            </a:r>
          </a:p>
        </p:txBody>
      </p:sp>
      <p:pic>
        <p:nvPicPr>
          <p:cNvPr id="12" name="Picture 11">
            <a:extLst>
              <a:ext uri="{FF2B5EF4-FFF2-40B4-BE49-F238E27FC236}">
                <a16:creationId xmlns:a16="http://schemas.microsoft.com/office/drawing/2014/main" id="{B061DE8E-6B1F-49ED-9610-31027D9B77DA}"/>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065928" y="1942480"/>
            <a:ext cx="398998" cy="338710"/>
          </a:xfrm>
          <a:prstGeom prst="rect">
            <a:avLst/>
          </a:prstGeom>
        </p:spPr>
      </p:pic>
    </p:spTree>
    <p:extLst>
      <p:ext uri="{BB962C8B-B14F-4D97-AF65-F5344CB8AC3E}">
        <p14:creationId xmlns:p14="http://schemas.microsoft.com/office/powerpoint/2010/main" val="2008738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248" userDrawn="1">
          <p15:clr>
            <a:srgbClr val="FBAE40"/>
          </p15:clr>
        </p15:guide>
        <p15:guide id="2" orient="horz" pos="2592" userDrawn="1">
          <p15:clr>
            <a:srgbClr val="FBAE40"/>
          </p15:clr>
        </p15:guide>
      </p15:sldGuideLst>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Quote Gradient 1">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C5B6475A-312A-4920-A448-D3119241BF53}"/>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E1117ECE-DA96-4373-B8B2-4E847C5ACBA3}"/>
              </a:ext>
            </a:extLst>
          </p:cNvPr>
          <p:cNvSpPr>
            <a:spLocks noGrp="1"/>
          </p:cNvSpPr>
          <p:nvPr>
            <p:ph type="title" hasCustomPrompt="1"/>
          </p:nvPr>
        </p:nvSpPr>
        <p:spPr>
          <a:xfrm>
            <a:off x="1540082" y="1975199"/>
            <a:ext cx="8067261" cy="1920526"/>
          </a:xfrm>
          <a:prstGeom prst="rect">
            <a:avLst/>
          </a:prstGeom>
        </p:spPr>
        <p:txBody>
          <a:bodyPr lIns="91440" anchor="b" anchorCtr="0"/>
          <a:lstStyle>
            <a:lvl1pPr>
              <a:defRPr sz="4400" b="0" i="0" baseline="0">
                <a:latin typeface="Amazon Ember Display" panose="020F0603020204020204" pitchFamily="34" charset="0"/>
                <a:ea typeface="メイリオ" panose="020B0604030504040204" pitchFamily="34" charset="-128"/>
                <a:cs typeface="Amazon Ember Display" panose="020F0603020204020204" pitchFamily="34" charset="0"/>
              </a:defRPr>
            </a:lvl1pPr>
          </a:lstStyle>
          <a:p>
            <a:r>
              <a:rPr lang="en-US" dirty="0"/>
              <a:t>Enter quote here. Reposition quote mark graphics to frame the quote.</a:t>
            </a:r>
          </a:p>
        </p:txBody>
      </p:sp>
      <p:sp>
        <p:nvSpPr>
          <p:cNvPr id="9" name="Text Placeholder 8">
            <a:extLst>
              <a:ext uri="{FF2B5EF4-FFF2-40B4-BE49-F238E27FC236}">
                <a16:creationId xmlns:a16="http://schemas.microsoft.com/office/drawing/2014/main" id="{2CC38951-92FB-41A4-A9D4-F3B7D3577EC9}"/>
              </a:ext>
            </a:extLst>
          </p:cNvPr>
          <p:cNvSpPr>
            <a:spLocks noGrp="1"/>
          </p:cNvSpPr>
          <p:nvPr>
            <p:ph type="body" sz="quarter" idx="15" hasCustomPrompt="1"/>
          </p:nvPr>
        </p:nvSpPr>
        <p:spPr>
          <a:xfrm>
            <a:off x="1540082" y="4127500"/>
            <a:ext cx="8067261" cy="400110"/>
          </a:xfrm>
        </p:spPr>
        <p:txBody>
          <a:bodyPr/>
          <a:lstStyle>
            <a:lvl1pPr marL="0" indent="0">
              <a:spcAft>
                <a:spcPts val="0"/>
              </a:spcAft>
              <a:buNone/>
              <a:defRPr sz="2000" b="0" i="0" baseline="0">
                <a:latin typeface="Amazon Ember Display" panose="020F0603020204020204" pitchFamily="34" charset="0"/>
                <a:ea typeface="メイリオ" panose="020B0604030504040204" pitchFamily="34" charset="-128"/>
              </a:defRPr>
            </a:lvl1pPr>
          </a:lstStyle>
          <a:p>
            <a:pPr lvl="0"/>
            <a:r>
              <a:rPr lang="en-US" dirty="0"/>
              <a:t>Quoted person’s name</a:t>
            </a:r>
          </a:p>
        </p:txBody>
      </p:sp>
      <p:sp>
        <p:nvSpPr>
          <p:cNvPr id="11" name="Text Placeholder 10">
            <a:extLst>
              <a:ext uri="{FF2B5EF4-FFF2-40B4-BE49-F238E27FC236}">
                <a16:creationId xmlns:a16="http://schemas.microsoft.com/office/drawing/2014/main" id="{3C436BC0-B224-4E6F-99AF-155A3657C058}"/>
              </a:ext>
            </a:extLst>
          </p:cNvPr>
          <p:cNvSpPr>
            <a:spLocks noGrp="1"/>
          </p:cNvSpPr>
          <p:nvPr>
            <p:ph type="body" sz="quarter" idx="16" hasCustomPrompt="1"/>
          </p:nvPr>
        </p:nvSpPr>
        <p:spPr>
          <a:xfrm>
            <a:off x="1540082" y="4496832"/>
            <a:ext cx="8067261" cy="338554"/>
          </a:xfrm>
        </p:spPr>
        <p:txBody>
          <a:bodyPr/>
          <a:lstStyle>
            <a:lvl1pPr marL="0" indent="0">
              <a:buNone/>
              <a:defRPr sz="1600" b="0" i="0" baseline="0">
                <a:latin typeface="Amazon Ember Display" panose="020F0603020204020204" pitchFamily="34" charset="0"/>
                <a:ea typeface="メイリオ" panose="020B0604030504040204" pitchFamily="34" charset="-128"/>
              </a:defRPr>
            </a:lvl1pPr>
          </a:lstStyle>
          <a:p>
            <a:pPr lvl="0"/>
            <a:r>
              <a:rPr lang="en-US" dirty="0"/>
              <a:t>Quoted person’s affiliation</a:t>
            </a:r>
          </a:p>
        </p:txBody>
      </p:sp>
      <p:sp>
        <p:nvSpPr>
          <p:cNvPr id="3" name="Date Placeholder 2">
            <a:extLst>
              <a:ext uri="{FF2B5EF4-FFF2-40B4-BE49-F238E27FC236}">
                <a16:creationId xmlns:a16="http://schemas.microsoft.com/office/drawing/2014/main" id="{B11DEF90-4BC7-4449-B8ED-B9BEFD74704A}"/>
              </a:ext>
            </a:extLst>
          </p:cNvPr>
          <p:cNvSpPr>
            <a:spLocks noGrp="1"/>
          </p:cNvSpPr>
          <p:nvPr>
            <p:ph type="dt" sz="half" idx="17"/>
          </p:nvPr>
        </p:nvSpPr>
        <p:spPr/>
        <p:txBody>
          <a:bodyPr/>
          <a:lstStyle>
            <a:lvl1pPr>
              <a:defRPr b="0" i="0">
                <a:latin typeface="Amazon Ember Display" panose="020F0603020204020204" pitchFamily="34" charset="0"/>
              </a:defRPr>
            </a:lvl1pPr>
          </a:lstStyle>
          <a:p>
            <a:fld id="{8E5E9E65-C9EC-0C4C-8B59-318381E5A651}" type="datetime1">
              <a:rPr lang="ja-JP" altLang="en-US" smtClean="0"/>
              <a:t>2026/1/26</a:t>
            </a:fld>
            <a:endParaRPr lang="en-US" dirty="0"/>
          </a:p>
        </p:txBody>
      </p:sp>
      <p:sp>
        <p:nvSpPr>
          <p:cNvPr id="4" name="Footer Placeholder 3">
            <a:extLst>
              <a:ext uri="{FF2B5EF4-FFF2-40B4-BE49-F238E27FC236}">
                <a16:creationId xmlns:a16="http://schemas.microsoft.com/office/drawing/2014/main" id="{580F1DAA-08EC-40A3-9CC6-57B8099A6FAA}"/>
              </a:ext>
            </a:extLst>
          </p:cNvPr>
          <p:cNvSpPr>
            <a:spLocks noGrp="1"/>
          </p:cNvSpPr>
          <p:nvPr>
            <p:ph type="ftr" sz="quarter" idx="18"/>
          </p:nvPr>
        </p:nvSpPr>
        <p:spPr/>
        <p:txBody>
          <a:bodyPr/>
          <a:lstStyle>
            <a:lvl1pPr>
              <a:defRPr b="0" i="0">
                <a:latin typeface="Amazon Ember Display" panose="020F0603020204020204" pitchFamily="34" charset="0"/>
              </a:defRPr>
            </a:lvl1pPr>
          </a:lstStyle>
          <a:p>
            <a:endParaRPr lang="en-US" dirty="0"/>
          </a:p>
        </p:txBody>
      </p:sp>
      <p:sp>
        <p:nvSpPr>
          <p:cNvPr id="5" name="Slide Number Placeholder 4">
            <a:extLst>
              <a:ext uri="{FF2B5EF4-FFF2-40B4-BE49-F238E27FC236}">
                <a16:creationId xmlns:a16="http://schemas.microsoft.com/office/drawing/2014/main" id="{18D867C9-C0CC-45E6-BDB6-5AAA8DF8A9C3}"/>
              </a:ext>
            </a:extLst>
          </p:cNvPr>
          <p:cNvSpPr>
            <a:spLocks noGrp="1"/>
          </p:cNvSpPr>
          <p:nvPr>
            <p:ph type="sldNum" sz="quarter" idx="19"/>
          </p:nvPr>
        </p:nvSpPr>
        <p:spPr/>
        <p:txBody>
          <a:bodyPr/>
          <a:lstStyle>
            <a:lvl1pPr>
              <a:defRPr b="0" i="0">
                <a:latin typeface="Amazon Ember Display" panose="020F0603020204020204" pitchFamily="34" charset="0"/>
              </a:defRPr>
            </a:lvl1pPr>
          </a:lstStyle>
          <a:p>
            <a:fld id="{EB4B8DE2-A4E8-46E4-8BBF-D75455EFF32C}" type="slidenum">
              <a:rPr lang="en-US" smtClean="0"/>
              <a:pPr/>
              <a:t>‹#›</a:t>
            </a:fld>
            <a:endParaRPr lang="en-US" dirty="0"/>
          </a:p>
        </p:txBody>
      </p:sp>
      <p:sp>
        <p:nvSpPr>
          <p:cNvPr id="12" name="TextBox 11">
            <a:extLst>
              <a:ext uri="{FF2B5EF4-FFF2-40B4-BE49-F238E27FC236}">
                <a16:creationId xmlns:a16="http://schemas.microsoft.com/office/drawing/2014/main" id="{6A9F35CF-0293-AD03-12BE-0AD2771A7530}"/>
              </a:ext>
            </a:extLst>
          </p:cNvPr>
          <p:cNvSpPr txBox="1"/>
          <p:nvPr userDrawn="1"/>
        </p:nvSpPr>
        <p:spPr>
          <a:xfrm>
            <a:off x="1141084" y="6389813"/>
            <a:ext cx="2621230" cy="184666"/>
          </a:xfrm>
          <a:prstGeom prst="rect">
            <a:avLst/>
          </a:prstGeom>
          <a:noFill/>
        </p:spPr>
        <p:txBody>
          <a:bodyPr wrap="none" rtlCol="0">
            <a:spAutoFit/>
          </a:bodyPr>
          <a:lstStyle/>
          <a:p>
            <a:pPr algn="l"/>
            <a:r>
              <a:rPr lang="en-US" sz="600" b="0" i="0" dirty="0">
                <a:solidFill>
                  <a:schemeClr val="tx2"/>
                </a:solidFill>
                <a:latin typeface="Amazon Ember Display" panose="020F0603020204020204" pitchFamily="34" charset="0"/>
              </a:rPr>
              <a:t>© 2025, Amazon Web Services, Inc. or its affiliates. All rights reserved.</a:t>
            </a:r>
          </a:p>
        </p:txBody>
      </p:sp>
      <p:pic>
        <p:nvPicPr>
          <p:cNvPr id="13" name="Picture 12">
            <a:extLst>
              <a:ext uri="{FF2B5EF4-FFF2-40B4-BE49-F238E27FC236}">
                <a16:creationId xmlns:a16="http://schemas.microsoft.com/office/drawing/2014/main" id="{15E86E16-D3C5-9BCB-7BE2-1CA4299DCF6A}"/>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595295" y="6338002"/>
            <a:ext cx="365760" cy="219048"/>
          </a:xfrm>
          <a:prstGeom prst="rect">
            <a:avLst/>
          </a:prstGeom>
        </p:spPr>
      </p:pic>
      <p:pic>
        <p:nvPicPr>
          <p:cNvPr id="17" name="Picture 16">
            <a:extLst>
              <a:ext uri="{FF2B5EF4-FFF2-40B4-BE49-F238E27FC236}">
                <a16:creationId xmlns:a16="http://schemas.microsoft.com/office/drawing/2014/main" id="{B925287C-25B0-64C0-57CE-B3ACA784D0F0}"/>
              </a:ext>
            </a:extLst>
          </p:cNvPr>
          <p:cNvPicPr>
            <a:picLocks noChangeAspect="1"/>
          </p:cNvPicPr>
          <p:nvPr userDrawn="1"/>
        </p:nvPicPr>
        <p:blipFill>
          <a:blip r:embed="rId4">
            <a:extLst>
              <a:ext uri="{28A0092B-C50C-407E-A947-70E740481C1C}">
                <a14:useLocalDpi xmlns:a14="http://schemas.microsoft.com/office/drawing/2010/main" val="0"/>
              </a:ext>
            </a:extLst>
          </a:blip>
          <a:srcRect/>
          <a:stretch/>
        </p:blipFill>
        <p:spPr>
          <a:xfrm>
            <a:off x="1065928" y="1942480"/>
            <a:ext cx="398998" cy="338710"/>
          </a:xfrm>
          <a:prstGeom prst="rect">
            <a:avLst/>
          </a:prstGeom>
        </p:spPr>
      </p:pic>
    </p:spTree>
    <p:extLst>
      <p:ext uri="{BB962C8B-B14F-4D97-AF65-F5344CB8AC3E}">
        <p14:creationId xmlns:p14="http://schemas.microsoft.com/office/powerpoint/2010/main" val="19607174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248" userDrawn="1">
          <p15:clr>
            <a:srgbClr val="FBAE40"/>
          </p15:clr>
        </p15:guide>
        <p15:guide id="2" orient="horz" pos="2592" userDrawn="1">
          <p15:clr>
            <a:srgbClr val="FBAE40"/>
          </p15:clr>
        </p15:guide>
      </p15:sldGuideLst>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Quote Gradient 2">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4BC6D9BD-DEEA-4A7B-C871-4536799F0347}"/>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E1117ECE-DA96-4373-B8B2-4E847C5ACBA3}"/>
              </a:ext>
            </a:extLst>
          </p:cNvPr>
          <p:cNvSpPr>
            <a:spLocks noGrp="1"/>
          </p:cNvSpPr>
          <p:nvPr>
            <p:ph type="title" hasCustomPrompt="1"/>
          </p:nvPr>
        </p:nvSpPr>
        <p:spPr>
          <a:xfrm>
            <a:off x="1540082" y="1975199"/>
            <a:ext cx="8067261" cy="1920526"/>
          </a:xfrm>
          <a:prstGeom prst="rect">
            <a:avLst/>
          </a:prstGeom>
        </p:spPr>
        <p:txBody>
          <a:bodyPr lIns="91440" anchor="b" anchorCtr="0"/>
          <a:lstStyle>
            <a:lvl1pPr>
              <a:defRPr sz="4400" b="0" i="0" baseline="0">
                <a:latin typeface="Amazon Ember Display" panose="020F0603020204020204" pitchFamily="34" charset="0"/>
                <a:ea typeface="メイリオ" panose="020B0604030504040204" pitchFamily="34" charset="-128"/>
                <a:cs typeface="Amazon Ember Display" panose="020F0603020204020204" pitchFamily="34" charset="0"/>
              </a:defRPr>
            </a:lvl1pPr>
          </a:lstStyle>
          <a:p>
            <a:r>
              <a:rPr lang="en-US" dirty="0"/>
              <a:t>Enter quote here. Reposition quote mark graphics to frame the quote.</a:t>
            </a:r>
          </a:p>
        </p:txBody>
      </p:sp>
      <p:sp>
        <p:nvSpPr>
          <p:cNvPr id="9" name="Text Placeholder 8">
            <a:extLst>
              <a:ext uri="{FF2B5EF4-FFF2-40B4-BE49-F238E27FC236}">
                <a16:creationId xmlns:a16="http://schemas.microsoft.com/office/drawing/2014/main" id="{2CC38951-92FB-41A4-A9D4-F3B7D3577EC9}"/>
              </a:ext>
            </a:extLst>
          </p:cNvPr>
          <p:cNvSpPr>
            <a:spLocks noGrp="1"/>
          </p:cNvSpPr>
          <p:nvPr>
            <p:ph type="body" sz="quarter" idx="15" hasCustomPrompt="1"/>
          </p:nvPr>
        </p:nvSpPr>
        <p:spPr>
          <a:xfrm>
            <a:off x="1540082" y="4127500"/>
            <a:ext cx="8067261" cy="400110"/>
          </a:xfrm>
        </p:spPr>
        <p:txBody>
          <a:bodyPr/>
          <a:lstStyle>
            <a:lvl1pPr marL="0" indent="0">
              <a:spcAft>
                <a:spcPts val="0"/>
              </a:spcAft>
              <a:buNone/>
              <a:defRPr sz="2000" b="0" i="0" baseline="0">
                <a:latin typeface="Amazon Ember Display" panose="020F0603020204020204" pitchFamily="34" charset="0"/>
                <a:ea typeface="メイリオ" panose="020B0604030504040204" pitchFamily="34" charset="-128"/>
              </a:defRPr>
            </a:lvl1pPr>
          </a:lstStyle>
          <a:p>
            <a:pPr lvl="0"/>
            <a:r>
              <a:rPr lang="en-US" dirty="0"/>
              <a:t>Quoted person’s name</a:t>
            </a:r>
          </a:p>
        </p:txBody>
      </p:sp>
      <p:sp>
        <p:nvSpPr>
          <p:cNvPr id="11" name="Text Placeholder 10">
            <a:extLst>
              <a:ext uri="{FF2B5EF4-FFF2-40B4-BE49-F238E27FC236}">
                <a16:creationId xmlns:a16="http://schemas.microsoft.com/office/drawing/2014/main" id="{3C436BC0-B224-4E6F-99AF-155A3657C058}"/>
              </a:ext>
            </a:extLst>
          </p:cNvPr>
          <p:cNvSpPr>
            <a:spLocks noGrp="1"/>
          </p:cNvSpPr>
          <p:nvPr>
            <p:ph type="body" sz="quarter" idx="16" hasCustomPrompt="1"/>
          </p:nvPr>
        </p:nvSpPr>
        <p:spPr>
          <a:xfrm>
            <a:off x="1540082" y="4496832"/>
            <a:ext cx="8067261" cy="338554"/>
          </a:xfrm>
        </p:spPr>
        <p:txBody>
          <a:bodyPr/>
          <a:lstStyle>
            <a:lvl1pPr marL="0" indent="0">
              <a:buNone/>
              <a:defRPr sz="1600" b="0" i="0" baseline="0">
                <a:latin typeface="Amazon Ember Display" panose="020F0603020204020204" pitchFamily="34" charset="0"/>
                <a:ea typeface="メイリオ" panose="020B0604030504040204" pitchFamily="34" charset="-128"/>
              </a:defRPr>
            </a:lvl1pPr>
          </a:lstStyle>
          <a:p>
            <a:pPr lvl="0"/>
            <a:r>
              <a:rPr lang="en-US" dirty="0"/>
              <a:t>Quoted person’s affiliation</a:t>
            </a:r>
          </a:p>
        </p:txBody>
      </p:sp>
      <p:sp>
        <p:nvSpPr>
          <p:cNvPr id="3" name="Date Placeholder 2">
            <a:extLst>
              <a:ext uri="{FF2B5EF4-FFF2-40B4-BE49-F238E27FC236}">
                <a16:creationId xmlns:a16="http://schemas.microsoft.com/office/drawing/2014/main" id="{B11DEF90-4BC7-4449-B8ED-B9BEFD74704A}"/>
              </a:ext>
            </a:extLst>
          </p:cNvPr>
          <p:cNvSpPr>
            <a:spLocks noGrp="1"/>
          </p:cNvSpPr>
          <p:nvPr>
            <p:ph type="dt" sz="half" idx="17"/>
          </p:nvPr>
        </p:nvSpPr>
        <p:spPr/>
        <p:txBody>
          <a:bodyPr/>
          <a:lstStyle>
            <a:lvl1pPr>
              <a:defRPr b="0" i="0">
                <a:latin typeface="Amazon Ember Display" panose="020F0603020204020204" pitchFamily="34" charset="0"/>
              </a:defRPr>
            </a:lvl1pPr>
          </a:lstStyle>
          <a:p>
            <a:fld id="{09F5B235-D8FA-2E43-8D16-C6668DC868E9}" type="datetime1">
              <a:rPr lang="ja-JP" altLang="en-US" smtClean="0"/>
              <a:t>2026/1/26</a:t>
            </a:fld>
            <a:endParaRPr lang="en-US" dirty="0"/>
          </a:p>
        </p:txBody>
      </p:sp>
      <p:sp>
        <p:nvSpPr>
          <p:cNvPr id="4" name="Footer Placeholder 3">
            <a:extLst>
              <a:ext uri="{FF2B5EF4-FFF2-40B4-BE49-F238E27FC236}">
                <a16:creationId xmlns:a16="http://schemas.microsoft.com/office/drawing/2014/main" id="{580F1DAA-08EC-40A3-9CC6-57B8099A6FAA}"/>
              </a:ext>
            </a:extLst>
          </p:cNvPr>
          <p:cNvSpPr>
            <a:spLocks noGrp="1"/>
          </p:cNvSpPr>
          <p:nvPr>
            <p:ph type="ftr" sz="quarter" idx="18"/>
          </p:nvPr>
        </p:nvSpPr>
        <p:spPr/>
        <p:txBody>
          <a:bodyPr/>
          <a:lstStyle>
            <a:lvl1pPr>
              <a:defRPr b="0" i="0">
                <a:latin typeface="Amazon Ember Display" panose="020F0603020204020204" pitchFamily="34" charset="0"/>
              </a:defRPr>
            </a:lvl1pPr>
          </a:lstStyle>
          <a:p>
            <a:endParaRPr lang="en-US" dirty="0"/>
          </a:p>
        </p:txBody>
      </p:sp>
      <p:sp>
        <p:nvSpPr>
          <p:cNvPr id="5" name="Slide Number Placeholder 4">
            <a:extLst>
              <a:ext uri="{FF2B5EF4-FFF2-40B4-BE49-F238E27FC236}">
                <a16:creationId xmlns:a16="http://schemas.microsoft.com/office/drawing/2014/main" id="{18D867C9-C0CC-45E6-BDB6-5AAA8DF8A9C3}"/>
              </a:ext>
            </a:extLst>
          </p:cNvPr>
          <p:cNvSpPr>
            <a:spLocks noGrp="1"/>
          </p:cNvSpPr>
          <p:nvPr>
            <p:ph type="sldNum" sz="quarter" idx="19"/>
          </p:nvPr>
        </p:nvSpPr>
        <p:spPr/>
        <p:txBody>
          <a:bodyPr/>
          <a:lstStyle>
            <a:lvl1pPr>
              <a:defRPr b="0" i="0">
                <a:latin typeface="Amazon Ember Display" panose="020F0603020204020204" pitchFamily="34" charset="0"/>
              </a:defRPr>
            </a:lvl1pPr>
          </a:lstStyle>
          <a:p>
            <a:fld id="{EB4B8DE2-A4E8-46E4-8BBF-D75455EFF32C}" type="slidenum">
              <a:rPr lang="en-US" smtClean="0"/>
              <a:pPr/>
              <a:t>‹#›</a:t>
            </a:fld>
            <a:endParaRPr lang="en-US" dirty="0"/>
          </a:p>
        </p:txBody>
      </p:sp>
      <p:sp>
        <p:nvSpPr>
          <p:cNvPr id="12" name="TextBox 11">
            <a:extLst>
              <a:ext uri="{FF2B5EF4-FFF2-40B4-BE49-F238E27FC236}">
                <a16:creationId xmlns:a16="http://schemas.microsoft.com/office/drawing/2014/main" id="{59FA2AE2-2071-6FBA-C0DF-DC91D9C45E81}"/>
              </a:ext>
            </a:extLst>
          </p:cNvPr>
          <p:cNvSpPr txBox="1"/>
          <p:nvPr userDrawn="1"/>
        </p:nvSpPr>
        <p:spPr>
          <a:xfrm>
            <a:off x="1141084" y="6389813"/>
            <a:ext cx="2621230" cy="184666"/>
          </a:xfrm>
          <a:prstGeom prst="rect">
            <a:avLst/>
          </a:prstGeom>
          <a:noFill/>
        </p:spPr>
        <p:txBody>
          <a:bodyPr wrap="none" rtlCol="0">
            <a:spAutoFit/>
          </a:bodyPr>
          <a:lstStyle/>
          <a:p>
            <a:pPr algn="l"/>
            <a:r>
              <a:rPr lang="en-US" sz="600" b="0" i="0" dirty="0">
                <a:solidFill>
                  <a:schemeClr val="tx2"/>
                </a:solidFill>
                <a:latin typeface="Amazon Ember Display" panose="020F0603020204020204" pitchFamily="34" charset="0"/>
              </a:rPr>
              <a:t>© 2025, Amazon Web Services, Inc. or its affiliates. All rights reserved.</a:t>
            </a:r>
          </a:p>
        </p:txBody>
      </p:sp>
      <p:pic>
        <p:nvPicPr>
          <p:cNvPr id="13" name="Picture 12">
            <a:extLst>
              <a:ext uri="{FF2B5EF4-FFF2-40B4-BE49-F238E27FC236}">
                <a16:creationId xmlns:a16="http://schemas.microsoft.com/office/drawing/2014/main" id="{40CE3C06-636B-539A-57AF-295DAA75FFA1}"/>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595295" y="6338002"/>
            <a:ext cx="365760" cy="219048"/>
          </a:xfrm>
          <a:prstGeom prst="rect">
            <a:avLst/>
          </a:prstGeom>
        </p:spPr>
      </p:pic>
      <p:pic>
        <p:nvPicPr>
          <p:cNvPr id="16" name="Picture 15">
            <a:extLst>
              <a:ext uri="{FF2B5EF4-FFF2-40B4-BE49-F238E27FC236}">
                <a16:creationId xmlns:a16="http://schemas.microsoft.com/office/drawing/2014/main" id="{C6B17F81-88A9-5971-99D1-BBD6A8A8BDED}"/>
              </a:ext>
            </a:extLst>
          </p:cNvPr>
          <p:cNvPicPr>
            <a:picLocks noChangeAspect="1"/>
          </p:cNvPicPr>
          <p:nvPr userDrawn="1"/>
        </p:nvPicPr>
        <p:blipFill>
          <a:blip r:embed="rId4">
            <a:extLst>
              <a:ext uri="{28A0092B-C50C-407E-A947-70E740481C1C}">
                <a14:useLocalDpi xmlns:a14="http://schemas.microsoft.com/office/drawing/2010/main" val="0"/>
              </a:ext>
            </a:extLst>
          </a:blip>
          <a:srcRect/>
          <a:stretch/>
        </p:blipFill>
        <p:spPr>
          <a:xfrm>
            <a:off x="1065928" y="1942480"/>
            <a:ext cx="398998" cy="338710"/>
          </a:xfrm>
          <a:prstGeom prst="rect">
            <a:avLst/>
          </a:prstGeom>
        </p:spPr>
      </p:pic>
    </p:spTree>
    <p:extLst>
      <p:ext uri="{BB962C8B-B14F-4D97-AF65-F5344CB8AC3E}">
        <p14:creationId xmlns:p14="http://schemas.microsoft.com/office/powerpoint/2010/main" val="25903806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248" userDrawn="1">
          <p15:clr>
            <a:srgbClr val="FBAE40"/>
          </p15:clr>
        </p15:guide>
        <p15:guide id="2" orient="horz" pos="2592" userDrawn="1">
          <p15:clr>
            <a:srgbClr val="FBAE40"/>
          </p15:clr>
        </p15:guide>
      </p15:sldGuideLst>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Quote Gradient 3">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AD91062C-933C-ED0F-B73C-DC245E7FAF16}"/>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62821" y="0"/>
            <a:ext cx="12192000" cy="6858000"/>
          </a:xfrm>
          <a:prstGeom prst="rect">
            <a:avLst/>
          </a:prstGeom>
        </p:spPr>
      </p:pic>
      <p:sp>
        <p:nvSpPr>
          <p:cNvPr id="2" name="Title 1">
            <a:extLst>
              <a:ext uri="{FF2B5EF4-FFF2-40B4-BE49-F238E27FC236}">
                <a16:creationId xmlns:a16="http://schemas.microsoft.com/office/drawing/2014/main" id="{E1117ECE-DA96-4373-B8B2-4E847C5ACBA3}"/>
              </a:ext>
            </a:extLst>
          </p:cNvPr>
          <p:cNvSpPr>
            <a:spLocks noGrp="1"/>
          </p:cNvSpPr>
          <p:nvPr>
            <p:ph type="title" hasCustomPrompt="1"/>
          </p:nvPr>
        </p:nvSpPr>
        <p:spPr>
          <a:xfrm>
            <a:off x="1540082" y="1975199"/>
            <a:ext cx="8067261" cy="1920526"/>
          </a:xfrm>
          <a:prstGeom prst="rect">
            <a:avLst/>
          </a:prstGeom>
        </p:spPr>
        <p:txBody>
          <a:bodyPr lIns="91440" anchor="b" anchorCtr="0"/>
          <a:lstStyle>
            <a:lvl1pPr>
              <a:defRPr sz="4400" b="0" i="0" baseline="0">
                <a:latin typeface="Amazon Ember Display" panose="020F0603020204020204" pitchFamily="34" charset="0"/>
                <a:ea typeface="メイリオ" panose="020B0604030504040204" pitchFamily="34" charset="-128"/>
                <a:cs typeface="Amazon Ember Display" panose="020F0603020204020204" pitchFamily="34" charset="0"/>
              </a:defRPr>
            </a:lvl1pPr>
          </a:lstStyle>
          <a:p>
            <a:r>
              <a:rPr lang="en-US" dirty="0"/>
              <a:t>Enter quote here. Reposition quote mark graphics to frame the quote.</a:t>
            </a:r>
          </a:p>
        </p:txBody>
      </p:sp>
      <p:sp>
        <p:nvSpPr>
          <p:cNvPr id="9" name="Text Placeholder 8">
            <a:extLst>
              <a:ext uri="{FF2B5EF4-FFF2-40B4-BE49-F238E27FC236}">
                <a16:creationId xmlns:a16="http://schemas.microsoft.com/office/drawing/2014/main" id="{2CC38951-92FB-41A4-A9D4-F3B7D3577EC9}"/>
              </a:ext>
            </a:extLst>
          </p:cNvPr>
          <p:cNvSpPr>
            <a:spLocks noGrp="1"/>
          </p:cNvSpPr>
          <p:nvPr>
            <p:ph type="body" sz="quarter" idx="15" hasCustomPrompt="1"/>
          </p:nvPr>
        </p:nvSpPr>
        <p:spPr>
          <a:xfrm>
            <a:off x="1540082" y="4127500"/>
            <a:ext cx="8067261" cy="400110"/>
          </a:xfrm>
        </p:spPr>
        <p:txBody>
          <a:bodyPr/>
          <a:lstStyle>
            <a:lvl1pPr marL="0" indent="0">
              <a:spcAft>
                <a:spcPts val="0"/>
              </a:spcAft>
              <a:buNone/>
              <a:defRPr sz="2000" b="0" i="0" baseline="0">
                <a:latin typeface="Amazon Ember Display" panose="020F0603020204020204" pitchFamily="34" charset="0"/>
                <a:ea typeface="メイリオ" panose="020B0604030504040204" pitchFamily="34" charset="-128"/>
              </a:defRPr>
            </a:lvl1pPr>
          </a:lstStyle>
          <a:p>
            <a:pPr lvl="0"/>
            <a:r>
              <a:rPr lang="en-US" dirty="0"/>
              <a:t>Quoted person’s name</a:t>
            </a:r>
          </a:p>
        </p:txBody>
      </p:sp>
      <p:sp>
        <p:nvSpPr>
          <p:cNvPr id="11" name="Text Placeholder 10">
            <a:extLst>
              <a:ext uri="{FF2B5EF4-FFF2-40B4-BE49-F238E27FC236}">
                <a16:creationId xmlns:a16="http://schemas.microsoft.com/office/drawing/2014/main" id="{3C436BC0-B224-4E6F-99AF-155A3657C058}"/>
              </a:ext>
            </a:extLst>
          </p:cNvPr>
          <p:cNvSpPr>
            <a:spLocks noGrp="1"/>
          </p:cNvSpPr>
          <p:nvPr>
            <p:ph type="body" sz="quarter" idx="16" hasCustomPrompt="1"/>
          </p:nvPr>
        </p:nvSpPr>
        <p:spPr>
          <a:xfrm>
            <a:off x="1540082" y="4496832"/>
            <a:ext cx="8067261" cy="338554"/>
          </a:xfrm>
        </p:spPr>
        <p:txBody>
          <a:bodyPr/>
          <a:lstStyle>
            <a:lvl1pPr marL="0" indent="0">
              <a:buNone/>
              <a:defRPr sz="1600" b="0" i="0" baseline="0">
                <a:latin typeface="Amazon Ember Display" panose="020F0603020204020204" pitchFamily="34" charset="0"/>
                <a:ea typeface="メイリオ" panose="020B0604030504040204" pitchFamily="34" charset="-128"/>
              </a:defRPr>
            </a:lvl1pPr>
          </a:lstStyle>
          <a:p>
            <a:pPr lvl="0"/>
            <a:r>
              <a:rPr lang="en-US" dirty="0"/>
              <a:t>Quoted person’s affiliation</a:t>
            </a:r>
          </a:p>
        </p:txBody>
      </p:sp>
      <p:sp>
        <p:nvSpPr>
          <p:cNvPr id="3" name="Date Placeholder 2">
            <a:extLst>
              <a:ext uri="{FF2B5EF4-FFF2-40B4-BE49-F238E27FC236}">
                <a16:creationId xmlns:a16="http://schemas.microsoft.com/office/drawing/2014/main" id="{B11DEF90-4BC7-4449-B8ED-B9BEFD74704A}"/>
              </a:ext>
            </a:extLst>
          </p:cNvPr>
          <p:cNvSpPr>
            <a:spLocks noGrp="1"/>
          </p:cNvSpPr>
          <p:nvPr>
            <p:ph type="dt" sz="half" idx="17"/>
          </p:nvPr>
        </p:nvSpPr>
        <p:spPr/>
        <p:txBody>
          <a:bodyPr/>
          <a:lstStyle>
            <a:lvl1pPr>
              <a:defRPr b="0" i="0">
                <a:latin typeface="Amazon Ember Display" panose="020F0603020204020204" pitchFamily="34" charset="0"/>
              </a:defRPr>
            </a:lvl1pPr>
          </a:lstStyle>
          <a:p>
            <a:fld id="{A9E813E6-E647-0743-AD44-EFBEEEAF3B9D}" type="datetime1">
              <a:rPr lang="ja-JP" altLang="en-US" smtClean="0"/>
              <a:t>2026/1/26</a:t>
            </a:fld>
            <a:endParaRPr lang="en-US" dirty="0"/>
          </a:p>
        </p:txBody>
      </p:sp>
      <p:sp>
        <p:nvSpPr>
          <p:cNvPr id="4" name="Footer Placeholder 3">
            <a:extLst>
              <a:ext uri="{FF2B5EF4-FFF2-40B4-BE49-F238E27FC236}">
                <a16:creationId xmlns:a16="http://schemas.microsoft.com/office/drawing/2014/main" id="{580F1DAA-08EC-40A3-9CC6-57B8099A6FAA}"/>
              </a:ext>
            </a:extLst>
          </p:cNvPr>
          <p:cNvSpPr>
            <a:spLocks noGrp="1"/>
          </p:cNvSpPr>
          <p:nvPr>
            <p:ph type="ftr" sz="quarter" idx="18"/>
          </p:nvPr>
        </p:nvSpPr>
        <p:spPr/>
        <p:txBody>
          <a:bodyPr/>
          <a:lstStyle>
            <a:lvl1pPr>
              <a:defRPr b="0" i="0">
                <a:latin typeface="Amazon Ember Display" panose="020F0603020204020204" pitchFamily="34" charset="0"/>
              </a:defRPr>
            </a:lvl1pPr>
          </a:lstStyle>
          <a:p>
            <a:endParaRPr lang="en-US" dirty="0"/>
          </a:p>
        </p:txBody>
      </p:sp>
      <p:sp>
        <p:nvSpPr>
          <p:cNvPr id="5" name="Slide Number Placeholder 4">
            <a:extLst>
              <a:ext uri="{FF2B5EF4-FFF2-40B4-BE49-F238E27FC236}">
                <a16:creationId xmlns:a16="http://schemas.microsoft.com/office/drawing/2014/main" id="{18D867C9-C0CC-45E6-BDB6-5AAA8DF8A9C3}"/>
              </a:ext>
            </a:extLst>
          </p:cNvPr>
          <p:cNvSpPr>
            <a:spLocks noGrp="1"/>
          </p:cNvSpPr>
          <p:nvPr>
            <p:ph type="sldNum" sz="quarter" idx="19"/>
          </p:nvPr>
        </p:nvSpPr>
        <p:spPr/>
        <p:txBody>
          <a:bodyPr/>
          <a:lstStyle>
            <a:lvl1pPr>
              <a:defRPr b="0" i="0">
                <a:latin typeface="Amazon Ember Display" panose="020F0603020204020204" pitchFamily="34" charset="0"/>
              </a:defRPr>
            </a:lvl1pPr>
          </a:lstStyle>
          <a:p>
            <a:fld id="{EB4B8DE2-A4E8-46E4-8BBF-D75455EFF32C}" type="slidenum">
              <a:rPr lang="en-US" smtClean="0"/>
              <a:pPr/>
              <a:t>‹#›</a:t>
            </a:fld>
            <a:endParaRPr lang="en-US" dirty="0"/>
          </a:p>
        </p:txBody>
      </p:sp>
      <p:sp>
        <p:nvSpPr>
          <p:cNvPr id="12" name="TextBox 11">
            <a:extLst>
              <a:ext uri="{FF2B5EF4-FFF2-40B4-BE49-F238E27FC236}">
                <a16:creationId xmlns:a16="http://schemas.microsoft.com/office/drawing/2014/main" id="{2F74E9CC-3075-EE68-DD01-BF810D0A2E59}"/>
              </a:ext>
            </a:extLst>
          </p:cNvPr>
          <p:cNvSpPr txBox="1"/>
          <p:nvPr userDrawn="1"/>
        </p:nvSpPr>
        <p:spPr>
          <a:xfrm>
            <a:off x="1141084" y="6389813"/>
            <a:ext cx="2621230" cy="184666"/>
          </a:xfrm>
          <a:prstGeom prst="rect">
            <a:avLst/>
          </a:prstGeom>
          <a:noFill/>
        </p:spPr>
        <p:txBody>
          <a:bodyPr wrap="none" rtlCol="0">
            <a:spAutoFit/>
          </a:bodyPr>
          <a:lstStyle/>
          <a:p>
            <a:pPr algn="l"/>
            <a:r>
              <a:rPr lang="en-US" sz="600" b="0" i="0" dirty="0">
                <a:solidFill>
                  <a:schemeClr val="tx2"/>
                </a:solidFill>
                <a:latin typeface="Amazon Ember Display" panose="020F0603020204020204" pitchFamily="34" charset="0"/>
              </a:rPr>
              <a:t>© 2025, Amazon Web Services, Inc. or its affiliates. All rights reserved.</a:t>
            </a:r>
          </a:p>
        </p:txBody>
      </p:sp>
      <p:pic>
        <p:nvPicPr>
          <p:cNvPr id="13" name="Picture 12">
            <a:extLst>
              <a:ext uri="{FF2B5EF4-FFF2-40B4-BE49-F238E27FC236}">
                <a16:creationId xmlns:a16="http://schemas.microsoft.com/office/drawing/2014/main" id="{10573292-B887-5760-95C0-AEDAC62EB348}"/>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595295" y="6338002"/>
            <a:ext cx="365760" cy="219048"/>
          </a:xfrm>
          <a:prstGeom prst="rect">
            <a:avLst/>
          </a:prstGeom>
        </p:spPr>
      </p:pic>
      <p:pic>
        <p:nvPicPr>
          <p:cNvPr id="16" name="Picture 15">
            <a:extLst>
              <a:ext uri="{FF2B5EF4-FFF2-40B4-BE49-F238E27FC236}">
                <a16:creationId xmlns:a16="http://schemas.microsoft.com/office/drawing/2014/main" id="{5B2E29BE-BB61-D337-4DBC-22CE338B0315}"/>
              </a:ext>
            </a:extLst>
          </p:cNvPr>
          <p:cNvPicPr>
            <a:picLocks noChangeAspect="1"/>
          </p:cNvPicPr>
          <p:nvPr userDrawn="1"/>
        </p:nvPicPr>
        <p:blipFill>
          <a:blip r:embed="rId4">
            <a:extLst>
              <a:ext uri="{28A0092B-C50C-407E-A947-70E740481C1C}">
                <a14:useLocalDpi xmlns:a14="http://schemas.microsoft.com/office/drawing/2010/main" val="0"/>
              </a:ext>
            </a:extLst>
          </a:blip>
          <a:srcRect/>
          <a:stretch/>
        </p:blipFill>
        <p:spPr>
          <a:xfrm>
            <a:off x="1065928" y="1942480"/>
            <a:ext cx="398998" cy="338710"/>
          </a:xfrm>
          <a:prstGeom prst="rect">
            <a:avLst/>
          </a:prstGeom>
        </p:spPr>
      </p:pic>
    </p:spTree>
    <p:extLst>
      <p:ext uri="{BB962C8B-B14F-4D97-AF65-F5344CB8AC3E}">
        <p14:creationId xmlns:p14="http://schemas.microsoft.com/office/powerpoint/2010/main" val="8554134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248" userDrawn="1">
          <p15:clr>
            <a:srgbClr val="FBAE40"/>
          </p15:clr>
        </p15:guide>
        <p15:guide id="2" orient="horz" pos="2592" userDrawn="1">
          <p15:clr>
            <a:srgbClr val="FBAE40"/>
          </p15:clr>
        </p15:guide>
      </p15:sldGuideLst>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Section Header Option 2">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26D26354-B9D3-DA3A-9E84-842EA468AB32}"/>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2E915E6F-C631-449B-B22F-53FD20C9E896}"/>
              </a:ext>
            </a:extLst>
          </p:cNvPr>
          <p:cNvSpPr>
            <a:spLocks noGrp="1"/>
          </p:cNvSpPr>
          <p:nvPr>
            <p:ph type="title" hasCustomPrompt="1"/>
          </p:nvPr>
        </p:nvSpPr>
        <p:spPr>
          <a:xfrm>
            <a:off x="609600" y="2718036"/>
            <a:ext cx="7823200" cy="1421928"/>
          </a:xfrm>
          <a:prstGeom prst="rect">
            <a:avLst/>
          </a:prstGeom>
        </p:spPr>
        <p:txBody>
          <a:bodyPr anchor="ctr" anchorCtr="0"/>
          <a:lstStyle>
            <a:lvl1pPr>
              <a:defRPr sz="4800" b="1" i="0" baseline="0">
                <a:solidFill>
                  <a:schemeClr val="tx2"/>
                </a:solidFill>
                <a:latin typeface="Amazon Ember Display" panose="020F0603020204020204" pitchFamily="34" charset="0"/>
                <a:ea typeface="メイリオ" panose="020B0604030504040204" pitchFamily="34" charset="-128"/>
                <a:cs typeface="Amazon Ember Display" panose="020F0603020204020204" pitchFamily="34" charset="0"/>
              </a:defRPr>
            </a:lvl1pPr>
          </a:lstStyle>
          <a:p>
            <a:r>
              <a:rPr lang="en-US" dirty="0"/>
              <a:t>Section layout: Enter section name here</a:t>
            </a:r>
          </a:p>
        </p:txBody>
      </p:sp>
      <p:sp>
        <p:nvSpPr>
          <p:cNvPr id="6" name="Date Placeholder 5">
            <a:extLst>
              <a:ext uri="{FF2B5EF4-FFF2-40B4-BE49-F238E27FC236}">
                <a16:creationId xmlns:a16="http://schemas.microsoft.com/office/drawing/2014/main" id="{25053DED-8B0A-4549-8967-4B01D5F3B8AB}"/>
              </a:ext>
            </a:extLst>
          </p:cNvPr>
          <p:cNvSpPr>
            <a:spLocks noGrp="1"/>
          </p:cNvSpPr>
          <p:nvPr>
            <p:ph type="dt" sz="half" idx="10"/>
          </p:nvPr>
        </p:nvSpPr>
        <p:spPr/>
        <p:txBody>
          <a:bodyPr/>
          <a:lstStyle>
            <a:lvl1pPr>
              <a:defRPr b="0" i="0">
                <a:latin typeface="Amazon Ember Display" panose="020F0603020204020204" pitchFamily="34" charset="0"/>
              </a:defRPr>
            </a:lvl1pPr>
          </a:lstStyle>
          <a:p>
            <a:fld id="{B00AF9A5-DF76-8A4E-87D0-03F746416163}" type="datetime1">
              <a:rPr lang="ja-JP" altLang="en-US" smtClean="0"/>
              <a:t>2026/1/26</a:t>
            </a:fld>
            <a:endParaRPr lang="en-US" dirty="0"/>
          </a:p>
        </p:txBody>
      </p:sp>
      <p:sp>
        <p:nvSpPr>
          <p:cNvPr id="7" name="Footer Placeholder 6">
            <a:extLst>
              <a:ext uri="{FF2B5EF4-FFF2-40B4-BE49-F238E27FC236}">
                <a16:creationId xmlns:a16="http://schemas.microsoft.com/office/drawing/2014/main" id="{3C84D5AC-C55E-442D-A261-2526AFE660A0}"/>
              </a:ext>
            </a:extLst>
          </p:cNvPr>
          <p:cNvSpPr>
            <a:spLocks noGrp="1"/>
          </p:cNvSpPr>
          <p:nvPr>
            <p:ph type="ftr" sz="quarter" idx="11"/>
          </p:nvPr>
        </p:nvSpPr>
        <p:spPr/>
        <p:txBody>
          <a:bodyPr/>
          <a:lstStyle>
            <a:lvl1pPr>
              <a:defRPr b="0" i="0">
                <a:latin typeface="Amazon Ember Display" panose="020F0603020204020204" pitchFamily="34" charset="0"/>
              </a:defRPr>
            </a:lvl1pPr>
          </a:lstStyle>
          <a:p>
            <a:endParaRPr lang="en-US" dirty="0"/>
          </a:p>
        </p:txBody>
      </p:sp>
      <p:sp>
        <p:nvSpPr>
          <p:cNvPr id="8" name="Slide Number Placeholder 7">
            <a:extLst>
              <a:ext uri="{FF2B5EF4-FFF2-40B4-BE49-F238E27FC236}">
                <a16:creationId xmlns:a16="http://schemas.microsoft.com/office/drawing/2014/main" id="{9BE13C20-A770-495A-BA36-0CE111A9138F}"/>
              </a:ext>
            </a:extLst>
          </p:cNvPr>
          <p:cNvSpPr>
            <a:spLocks noGrp="1"/>
          </p:cNvSpPr>
          <p:nvPr>
            <p:ph type="sldNum" sz="quarter" idx="12"/>
          </p:nvPr>
        </p:nvSpPr>
        <p:spPr/>
        <p:txBody>
          <a:bodyPr/>
          <a:lstStyle>
            <a:lvl1pPr>
              <a:defRPr b="0" i="0">
                <a:solidFill>
                  <a:schemeClr val="tx2"/>
                </a:solidFill>
                <a:latin typeface="Amazon Ember Display" panose="020F0603020204020204" pitchFamily="34" charset="0"/>
              </a:defRPr>
            </a:lvl1pPr>
          </a:lstStyle>
          <a:p>
            <a:fld id="{EB4B8DE2-A4E8-46E4-8BBF-D75455EFF32C}" type="slidenum">
              <a:rPr lang="en-US" smtClean="0"/>
              <a:pPr/>
              <a:t>‹#›</a:t>
            </a:fld>
            <a:endParaRPr lang="en-US" dirty="0"/>
          </a:p>
        </p:txBody>
      </p:sp>
      <p:sp>
        <p:nvSpPr>
          <p:cNvPr id="5" name="TextBox 4">
            <a:extLst>
              <a:ext uri="{FF2B5EF4-FFF2-40B4-BE49-F238E27FC236}">
                <a16:creationId xmlns:a16="http://schemas.microsoft.com/office/drawing/2014/main" id="{1BD8B1BE-F62C-9842-9FF0-A53695D03916}"/>
              </a:ext>
            </a:extLst>
          </p:cNvPr>
          <p:cNvSpPr txBox="1"/>
          <p:nvPr userDrawn="1"/>
        </p:nvSpPr>
        <p:spPr>
          <a:xfrm>
            <a:off x="1141084" y="6389813"/>
            <a:ext cx="2621230" cy="184666"/>
          </a:xfrm>
          <a:prstGeom prst="rect">
            <a:avLst/>
          </a:prstGeom>
          <a:noFill/>
        </p:spPr>
        <p:txBody>
          <a:bodyPr wrap="none" rtlCol="0">
            <a:spAutoFit/>
          </a:bodyPr>
          <a:lstStyle/>
          <a:p>
            <a:pPr algn="l"/>
            <a:r>
              <a:rPr lang="en-US" sz="600" b="0" i="0" dirty="0">
                <a:solidFill>
                  <a:schemeClr val="tx2"/>
                </a:solidFill>
                <a:latin typeface="Amazon Ember Display" panose="020F0603020204020204" pitchFamily="34" charset="0"/>
              </a:rPr>
              <a:t>© 2025, Amazon Web Services, Inc. or its affiliates. All rights reserved.</a:t>
            </a:r>
          </a:p>
        </p:txBody>
      </p:sp>
      <p:pic>
        <p:nvPicPr>
          <p:cNvPr id="9" name="Picture 8">
            <a:extLst>
              <a:ext uri="{FF2B5EF4-FFF2-40B4-BE49-F238E27FC236}">
                <a16:creationId xmlns:a16="http://schemas.microsoft.com/office/drawing/2014/main" id="{57D7B46F-CBF3-F8B3-401A-040A31AF5953}"/>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595295" y="6338002"/>
            <a:ext cx="365760" cy="219048"/>
          </a:xfrm>
          <a:prstGeom prst="rect">
            <a:avLst/>
          </a:prstGeom>
        </p:spPr>
      </p:pic>
    </p:spTree>
    <p:extLst>
      <p:ext uri="{BB962C8B-B14F-4D97-AF65-F5344CB8AC3E}">
        <p14:creationId xmlns:p14="http://schemas.microsoft.com/office/powerpoint/2010/main" val="31539609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Section Header Option 1">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B4D43F54-D03F-0326-2168-E4B64C325737}"/>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2E915E6F-C631-449B-B22F-53FD20C9E896}"/>
              </a:ext>
            </a:extLst>
          </p:cNvPr>
          <p:cNvSpPr>
            <a:spLocks noGrp="1"/>
          </p:cNvSpPr>
          <p:nvPr>
            <p:ph type="title" hasCustomPrompt="1"/>
          </p:nvPr>
        </p:nvSpPr>
        <p:spPr>
          <a:xfrm>
            <a:off x="609600" y="2718036"/>
            <a:ext cx="7823200" cy="1421928"/>
          </a:xfrm>
          <a:prstGeom prst="rect">
            <a:avLst/>
          </a:prstGeom>
        </p:spPr>
        <p:txBody>
          <a:bodyPr anchor="ctr" anchorCtr="0"/>
          <a:lstStyle>
            <a:lvl1pPr>
              <a:defRPr sz="4800" b="1" i="0" baseline="0">
                <a:solidFill>
                  <a:schemeClr val="tx2"/>
                </a:solidFill>
                <a:latin typeface="Amazon Ember Display" panose="020F0603020204020204" pitchFamily="34" charset="0"/>
                <a:ea typeface="メイリオ" panose="020B0604030504040204" pitchFamily="34" charset="-128"/>
                <a:cs typeface="Amazon Ember Display" panose="020F0603020204020204" pitchFamily="34" charset="0"/>
              </a:defRPr>
            </a:lvl1pPr>
          </a:lstStyle>
          <a:p>
            <a:r>
              <a:rPr lang="en-US" dirty="0"/>
              <a:t>Section layout: Enter section name here</a:t>
            </a:r>
          </a:p>
        </p:txBody>
      </p:sp>
      <p:sp>
        <p:nvSpPr>
          <p:cNvPr id="6" name="Date Placeholder 5">
            <a:extLst>
              <a:ext uri="{FF2B5EF4-FFF2-40B4-BE49-F238E27FC236}">
                <a16:creationId xmlns:a16="http://schemas.microsoft.com/office/drawing/2014/main" id="{25053DED-8B0A-4549-8967-4B01D5F3B8AB}"/>
              </a:ext>
            </a:extLst>
          </p:cNvPr>
          <p:cNvSpPr>
            <a:spLocks noGrp="1"/>
          </p:cNvSpPr>
          <p:nvPr>
            <p:ph type="dt" sz="half" idx="10"/>
          </p:nvPr>
        </p:nvSpPr>
        <p:spPr/>
        <p:txBody>
          <a:bodyPr/>
          <a:lstStyle>
            <a:lvl1pPr>
              <a:defRPr b="0" i="0">
                <a:latin typeface="Amazon Ember Display" panose="020F0603020204020204" pitchFamily="34" charset="0"/>
              </a:defRPr>
            </a:lvl1pPr>
          </a:lstStyle>
          <a:p>
            <a:fld id="{C3D6F9BB-BBCC-9542-BB40-D25597B39C6E}" type="datetime1">
              <a:rPr lang="ja-JP" altLang="en-US" smtClean="0"/>
              <a:t>2026/1/26</a:t>
            </a:fld>
            <a:endParaRPr lang="en-US" dirty="0"/>
          </a:p>
        </p:txBody>
      </p:sp>
      <p:sp>
        <p:nvSpPr>
          <p:cNvPr id="7" name="Footer Placeholder 6">
            <a:extLst>
              <a:ext uri="{FF2B5EF4-FFF2-40B4-BE49-F238E27FC236}">
                <a16:creationId xmlns:a16="http://schemas.microsoft.com/office/drawing/2014/main" id="{3C84D5AC-C55E-442D-A261-2526AFE660A0}"/>
              </a:ext>
            </a:extLst>
          </p:cNvPr>
          <p:cNvSpPr>
            <a:spLocks noGrp="1"/>
          </p:cNvSpPr>
          <p:nvPr>
            <p:ph type="ftr" sz="quarter" idx="11"/>
          </p:nvPr>
        </p:nvSpPr>
        <p:spPr/>
        <p:txBody>
          <a:bodyPr/>
          <a:lstStyle>
            <a:lvl1pPr>
              <a:defRPr b="0" i="0">
                <a:latin typeface="Amazon Ember Display" panose="020F0603020204020204" pitchFamily="34" charset="0"/>
              </a:defRPr>
            </a:lvl1pPr>
          </a:lstStyle>
          <a:p>
            <a:endParaRPr lang="en-US" dirty="0"/>
          </a:p>
        </p:txBody>
      </p:sp>
      <p:sp>
        <p:nvSpPr>
          <p:cNvPr id="8" name="Slide Number Placeholder 7">
            <a:extLst>
              <a:ext uri="{FF2B5EF4-FFF2-40B4-BE49-F238E27FC236}">
                <a16:creationId xmlns:a16="http://schemas.microsoft.com/office/drawing/2014/main" id="{9BE13C20-A770-495A-BA36-0CE111A9138F}"/>
              </a:ext>
            </a:extLst>
          </p:cNvPr>
          <p:cNvSpPr>
            <a:spLocks noGrp="1"/>
          </p:cNvSpPr>
          <p:nvPr>
            <p:ph type="sldNum" sz="quarter" idx="12"/>
          </p:nvPr>
        </p:nvSpPr>
        <p:spPr/>
        <p:txBody>
          <a:bodyPr/>
          <a:lstStyle>
            <a:lvl1pPr>
              <a:defRPr b="0" i="0">
                <a:solidFill>
                  <a:schemeClr val="tx1"/>
                </a:solidFill>
                <a:latin typeface="Amazon Ember Display" panose="020F0603020204020204" pitchFamily="34" charset="0"/>
              </a:defRPr>
            </a:lvl1pPr>
          </a:lstStyle>
          <a:p>
            <a:fld id="{EB4B8DE2-A4E8-46E4-8BBF-D75455EFF32C}" type="slidenum">
              <a:rPr lang="en-US" smtClean="0"/>
              <a:pPr/>
              <a:t>‹#›</a:t>
            </a:fld>
            <a:endParaRPr lang="en-US" dirty="0"/>
          </a:p>
        </p:txBody>
      </p:sp>
      <p:sp>
        <p:nvSpPr>
          <p:cNvPr id="12" name="TextBox 11">
            <a:extLst>
              <a:ext uri="{FF2B5EF4-FFF2-40B4-BE49-F238E27FC236}">
                <a16:creationId xmlns:a16="http://schemas.microsoft.com/office/drawing/2014/main" id="{68CECC62-1D56-92A3-418D-0EC34FDA9B78}"/>
              </a:ext>
            </a:extLst>
          </p:cNvPr>
          <p:cNvSpPr txBox="1"/>
          <p:nvPr userDrawn="1"/>
        </p:nvSpPr>
        <p:spPr>
          <a:xfrm>
            <a:off x="1141084" y="6389813"/>
            <a:ext cx="2621230" cy="184666"/>
          </a:xfrm>
          <a:prstGeom prst="rect">
            <a:avLst/>
          </a:prstGeom>
          <a:noFill/>
        </p:spPr>
        <p:txBody>
          <a:bodyPr wrap="none" rtlCol="0">
            <a:spAutoFit/>
          </a:bodyPr>
          <a:lstStyle/>
          <a:p>
            <a:pPr algn="l"/>
            <a:r>
              <a:rPr lang="en-US" sz="600" b="0" i="0" dirty="0">
                <a:solidFill>
                  <a:schemeClr val="tx2"/>
                </a:solidFill>
                <a:latin typeface="Amazon Ember Display" panose="020F0603020204020204" pitchFamily="34" charset="0"/>
              </a:rPr>
              <a:t>© 2025, Amazon Web Services, Inc. or its affiliates. All rights reserved.</a:t>
            </a:r>
          </a:p>
        </p:txBody>
      </p:sp>
      <p:pic>
        <p:nvPicPr>
          <p:cNvPr id="13" name="Picture 12">
            <a:extLst>
              <a:ext uri="{FF2B5EF4-FFF2-40B4-BE49-F238E27FC236}">
                <a16:creationId xmlns:a16="http://schemas.microsoft.com/office/drawing/2014/main" id="{64951714-F565-6DF2-258E-6733254008D4}"/>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595295" y="6338002"/>
            <a:ext cx="365760" cy="219048"/>
          </a:xfrm>
          <a:prstGeom prst="rect">
            <a:avLst/>
          </a:prstGeom>
        </p:spPr>
      </p:pic>
    </p:spTree>
    <p:extLst>
      <p:ext uri="{BB962C8B-B14F-4D97-AF65-F5344CB8AC3E}">
        <p14:creationId xmlns:p14="http://schemas.microsoft.com/office/powerpoint/2010/main" val="39807491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Section Header Option 3">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BA11771A-14EB-27CD-4981-540766F89DC3}"/>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2E915E6F-C631-449B-B22F-53FD20C9E896}"/>
              </a:ext>
            </a:extLst>
          </p:cNvPr>
          <p:cNvSpPr>
            <a:spLocks noGrp="1"/>
          </p:cNvSpPr>
          <p:nvPr>
            <p:ph type="title" hasCustomPrompt="1"/>
          </p:nvPr>
        </p:nvSpPr>
        <p:spPr>
          <a:xfrm>
            <a:off x="609600" y="2718036"/>
            <a:ext cx="7823200" cy="1421928"/>
          </a:xfrm>
          <a:prstGeom prst="rect">
            <a:avLst/>
          </a:prstGeom>
        </p:spPr>
        <p:txBody>
          <a:bodyPr anchor="ctr" anchorCtr="0"/>
          <a:lstStyle>
            <a:lvl1pPr>
              <a:defRPr sz="4800" b="1" i="0" baseline="0">
                <a:solidFill>
                  <a:schemeClr val="tx2"/>
                </a:solidFill>
                <a:latin typeface="Amazon Ember Display" panose="020F0603020204020204" pitchFamily="34" charset="0"/>
                <a:ea typeface="メイリオ" panose="020B0604030504040204" pitchFamily="34" charset="-128"/>
                <a:cs typeface="Amazon Ember Display" panose="020F0603020204020204" pitchFamily="34" charset="0"/>
              </a:defRPr>
            </a:lvl1pPr>
          </a:lstStyle>
          <a:p>
            <a:r>
              <a:rPr lang="en-US" dirty="0"/>
              <a:t>Section layout: Enter section name here</a:t>
            </a:r>
          </a:p>
        </p:txBody>
      </p:sp>
      <p:sp>
        <p:nvSpPr>
          <p:cNvPr id="6" name="Date Placeholder 5">
            <a:extLst>
              <a:ext uri="{FF2B5EF4-FFF2-40B4-BE49-F238E27FC236}">
                <a16:creationId xmlns:a16="http://schemas.microsoft.com/office/drawing/2014/main" id="{25053DED-8B0A-4549-8967-4B01D5F3B8AB}"/>
              </a:ext>
            </a:extLst>
          </p:cNvPr>
          <p:cNvSpPr>
            <a:spLocks noGrp="1"/>
          </p:cNvSpPr>
          <p:nvPr>
            <p:ph type="dt" sz="half" idx="10"/>
          </p:nvPr>
        </p:nvSpPr>
        <p:spPr/>
        <p:txBody>
          <a:bodyPr/>
          <a:lstStyle>
            <a:lvl1pPr>
              <a:defRPr b="0" i="0">
                <a:latin typeface="Amazon Ember Display" panose="020F0603020204020204" pitchFamily="34" charset="0"/>
              </a:defRPr>
            </a:lvl1pPr>
          </a:lstStyle>
          <a:p>
            <a:fld id="{279EAB33-797D-9947-8D5A-EC790D53B997}" type="datetime1">
              <a:rPr lang="ja-JP" altLang="en-US" smtClean="0"/>
              <a:t>2026/1/26</a:t>
            </a:fld>
            <a:endParaRPr lang="en-US" dirty="0"/>
          </a:p>
        </p:txBody>
      </p:sp>
      <p:sp>
        <p:nvSpPr>
          <p:cNvPr id="7" name="Footer Placeholder 6">
            <a:extLst>
              <a:ext uri="{FF2B5EF4-FFF2-40B4-BE49-F238E27FC236}">
                <a16:creationId xmlns:a16="http://schemas.microsoft.com/office/drawing/2014/main" id="{3C84D5AC-C55E-442D-A261-2526AFE660A0}"/>
              </a:ext>
            </a:extLst>
          </p:cNvPr>
          <p:cNvSpPr>
            <a:spLocks noGrp="1"/>
          </p:cNvSpPr>
          <p:nvPr>
            <p:ph type="ftr" sz="quarter" idx="11"/>
          </p:nvPr>
        </p:nvSpPr>
        <p:spPr/>
        <p:txBody>
          <a:bodyPr/>
          <a:lstStyle>
            <a:lvl1pPr>
              <a:defRPr b="0" i="0">
                <a:latin typeface="Amazon Ember Display" panose="020F0603020204020204" pitchFamily="34" charset="0"/>
              </a:defRPr>
            </a:lvl1pPr>
          </a:lstStyle>
          <a:p>
            <a:endParaRPr lang="en-US" dirty="0"/>
          </a:p>
        </p:txBody>
      </p:sp>
      <p:sp>
        <p:nvSpPr>
          <p:cNvPr id="8" name="Slide Number Placeholder 7">
            <a:extLst>
              <a:ext uri="{FF2B5EF4-FFF2-40B4-BE49-F238E27FC236}">
                <a16:creationId xmlns:a16="http://schemas.microsoft.com/office/drawing/2014/main" id="{9BE13C20-A770-495A-BA36-0CE111A9138F}"/>
              </a:ext>
            </a:extLst>
          </p:cNvPr>
          <p:cNvSpPr>
            <a:spLocks noGrp="1"/>
          </p:cNvSpPr>
          <p:nvPr>
            <p:ph type="sldNum" sz="quarter" idx="12"/>
          </p:nvPr>
        </p:nvSpPr>
        <p:spPr/>
        <p:txBody>
          <a:bodyPr/>
          <a:lstStyle>
            <a:lvl1pPr>
              <a:defRPr b="0" i="0">
                <a:solidFill>
                  <a:schemeClr val="tx1"/>
                </a:solidFill>
                <a:latin typeface="Amazon Ember Display" panose="020F0603020204020204" pitchFamily="34" charset="0"/>
              </a:defRPr>
            </a:lvl1pPr>
          </a:lstStyle>
          <a:p>
            <a:fld id="{EB4B8DE2-A4E8-46E4-8BBF-D75455EFF32C}" type="slidenum">
              <a:rPr lang="en-US" smtClean="0"/>
              <a:pPr/>
              <a:t>‹#›</a:t>
            </a:fld>
            <a:endParaRPr lang="en-US" dirty="0"/>
          </a:p>
        </p:txBody>
      </p:sp>
      <p:sp>
        <p:nvSpPr>
          <p:cNvPr id="5" name="TextBox 4">
            <a:extLst>
              <a:ext uri="{FF2B5EF4-FFF2-40B4-BE49-F238E27FC236}">
                <a16:creationId xmlns:a16="http://schemas.microsoft.com/office/drawing/2014/main" id="{6F6FE5FF-6177-0943-300C-32D19148D86C}"/>
              </a:ext>
            </a:extLst>
          </p:cNvPr>
          <p:cNvSpPr txBox="1"/>
          <p:nvPr userDrawn="1"/>
        </p:nvSpPr>
        <p:spPr>
          <a:xfrm>
            <a:off x="1141084" y="6389813"/>
            <a:ext cx="2621230" cy="184666"/>
          </a:xfrm>
          <a:prstGeom prst="rect">
            <a:avLst/>
          </a:prstGeom>
          <a:noFill/>
        </p:spPr>
        <p:txBody>
          <a:bodyPr wrap="none" rtlCol="0">
            <a:spAutoFit/>
          </a:bodyPr>
          <a:lstStyle/>
          <a:p>
            <a:pPr algn="l"/>
            <a:r>
              <a:rPr lang="en-US" sz="600" b="0" i="0" dirty="0">
                <a:solidFill>
                  <a:schemeClr val="tx2"/>
                </a:solidFill>
                <a:latin typeface="Amazon Ember Display" panose="020F0603020204020204" pitchFamily="34" charset="0"/>
              </a:rPr>
              <a:t>© 2025, Amazon Web Services, Inc. or its affiliates. All rights reserved.</a:t>
            </a:r>
          </a:p>
        </p:txBody>
      </p:sp>
      <p:pic>
        <p:nvPicPr>
          <p:cNvPr id="9" name="Picture 8">
            <a:extLst>
              <a:ext uri="{FF2B5EF4-FFF2-40B4-BE49-F238E27FC236}">
                <a16:creationId xmlns:a16="http://schemas.microsoft.com/office/drawing/2014/main" id="{385BE82B-F0D4-AF27-F993-CB2CA95285D0}"/>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595295" y="6338002"/>
            <a:ext cx="365760" cy="219048"/>
          </a:xfrm>
          <a:prstGeom prst="rect">
            <a:avLst/>
          </a:prstGeom>
        </p:spPr>
      </p:pic>
    </p:spTree>
    <p:extLst>
      <p:ext uri="{BB962C8B-B14F-4D97-AF65-F5344CB8AC3E}">
        <p14:creationId xmlns:p14="http://schemas.microsoft.com/office/powerpoint/2010/main" val="2599977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Code">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025BCD8-5D1C-48DC-A21B-317A0B7D55A0}"/>
              </a:ext>
            </a:extLst>
          </p:cNvPr>
          <p:cNvSpPr>
            <a:spLocks noGrp="1"/>
          </p:cNvSpPr>
          <p:nvPr>
            <p:ph idx="1" hasCustomPrompt="1"/>
          </p:nvPr>
        </p:nvSpPr>
        <p:spPr>
          <a:xfrm>
            <a:off x="407988" y="1376363"/>
            <a:ext cx="11449050" cy="1646605"/>
          </a:xfrm>
        </p:spPr>
        <p:txBody>
          <a:bodyPr/>
          <a:lstStyle>
            <a:lvl1pPr marL="0" indent="0">
              <a:spcAft>
                <a:spcPts val="600"/>
              </a:spcAft>
              <a:buNone/>
              <a:defRPr sz="1800" b="0" i="0">
                <a:latin typeface="Amazon Ember Mono" panose="020B0509020204020204" pitchFamily="49" charset="0"/>
              </a:defRPr>
            </a:lvl1pPr>
            <a:lvl2pPr marL="228600" indent="0">
              <a:spcAft>
                <a:spcPts val="600"/>
              </a:spcAft>
              <a:buNone/>
              <a:defRPr sz="1800" b="0" i="0">
                <a:latin typeface="Amazon Ember Mono" panose="020B0509020204020204" pitchFamily="49" charset="0"/>
              </a:defRPr>
            </a:lvl2pPr>
            <a:lvl3pPr marL="457200" indent="0">
              <a:spcAft>
                <a:spcPts val="600"/>
              </a:spcAft>
              <a:buNone/>
              <a:defRPr sz="1800" b="0" i="0">
                <a:latin typeface="Amazon Ember Mono" panose="020B0509020204020204" pitchFamily="49" charset="0"/>
              </a:defRPr>
            </a:lvl3pPr>
            <a:lvl4pPr marL="685800" indent="0">
              <a:spcAft>
                <a:spcPts val="600"/>
              </a:spcAft>
              <a:buNone/>
              <a:defRPr sz="1800" b="0" i="0">
                <a:latin typeface="Amazon Ember Mono" panose="020B0509020204020204" pitchFamily="49" charset="0"/>
              </a:defRPr>
            </a:lvl4pPr>
            <a:lvl5pPr marL="914400" indent="0">
              <a:spcAft>
                <a:spcPts val="600"/>
              </a:spcAft>
              <a:buNone/>
              <a:defRPr sz="1800" b="0" i="0">
                <a:latin typeface="Amazon Ember Mono" panose="020B0509020204020204" pitchFamily="49" charset="0"/>
              </a:defRPr>
            </a:lvl5pPr>
          </a:lstStyle>
          <a:p>
            <a:pPr lvl="0"/>
            <a:r>
              <a:rPr lang="en-US" dirty="0"/>
              <a:t>Type or paste plain-text code here; or click icon to add image</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5A09EAB3-8007-4FDC-BADB-BADCE0CE1871}"/>
              </a:ext>
            </a:extLst>
          </p:cNvPr>
          <p:cNvSpPr>
            <a:spLocks noGrp="1"/>
          </p:cNvSpPr>
          <p:nvPr>
            <p:ph type="dt" sz="half" idx="10"/>
          </p:nvPr>
        </p:nvSpPr>
        <p:spPr/>
        <p:txBody>
          <a:bodyPr/>
          <a:lstStyle>
            <a:lvl1pPr>
              <a:defRPr b="0" i="0">
                <a:latin typeface="Amazon Ember Display" panose="020F0603020204020204" pitchFamily="34" charset="0"/>
              </a:defRPr>
            </a:lvl1pPr>
          </a:lstStyle>
          <a:p>
            <a:fld id="{4EF11F3A-836A-004A-A38A-4DA19B25B9B0}" type="datetime1">
              <a:rPr lang="ja-JP" altLang="en-US" smtClean="0"/>
              <a:t>2026/1/26</a:t>
            </a:fld>
            <a:endParaRPr lang="en-US" dirty="0"/>
          </a:p>
        </p:txBody>
      </p:sp>
      <p:sp>
        <p:nvSpPr>
          <p:cNvPr id="5" name="Footer Placeholder 4">
            <a:extLst>
              <a:ext uri="{FF2B5EF4-FFF2-40B4-BE49-F238E27FC236}">
                <a16:creationId xmlns:a16="http://schemas.microsoft.com/office/drawing/2014/main" id="{A5375AEC-53B6-4043-9677-30AD83B02F42}"/>
              </a:ext>
            </a:extLst>
          </p:cNvPr>
          <p:cNvSpPr>
            <a:spLocks noGrp="1"/>
          </p:cNvSpPr>
          <p:nvPr>
            <p:ph type="ftr" sz="quarter" idx="11"/>
          </p:nvPr>
        </p:nvSpPr>
        <p:spPr/>
        <p:txBody>
          <a:bodyPr/>
          <a:lstStyle>
            <a:lvl1pPr>
              <a:defRPr b="0" i="0">
                <a:latin typeface="Amazon Ember Display" panose="020F0603020204020204" pitchFamily="34" charset="0"/>
              </a:defRPr>
            </a:lvl1pPr>
          </a:lstStyle>
          <a:p>
            <a:endParaRPr lang="en-US" dirty="0"/>
          </a:p>
        </p:txBody>
      </p:sp>
      <p:sp>
        <p:nvSpPr>
          <p:cNvPr id="6" name="Slide Number Placeholder 5">
            <a:extLst>
              <a:ext uri="{FF2B5EF4-FFF2-40B4-BE49-F238E27FC236}">
                <a16:creationId xmlns:a16="http://schemas.microsoft.com/office/drawing/2014/main" id="{63F51AD4-FDAE-4E07-B685-874180F1021C}"/>
              </a:ext>
            </a:extLst>
          </p:cNvPr>
          <p:cNvSpPr>
            <a:spLocks noGrp="1"/>
          </p:cNvSpPr>
          <p:nvPr>
            <p:ph type="sldNum" sz="quarter" idx="12"/>
          </p:nvPr>
        </p:nvSpPr>
        <p:spPr/>
        <p:txBody>
          <a:bodyPr/>
          <a:lstStyle>
            <a:lvl1pPr>
              <a:defRPr b="0" i="0">
                <a:latin typeface="Amazon Ember Display" panose="020F0603020204020204" pitchFamily="34" charset="0"/>
              </a:defRPr>
            </a:lvl1pPr>
          </a:lstStyle>
          <a:p>
            <a:fld id="{EB4B8DE2-A4E8-46E4-8BBF-D75455EFF32C}" type="slidenum">
              <a:rPr lang="en-US" smtClean="0"/>
              <a:pPr/>
              <a:t>‹#›</a:t>
            </a:fld>
            <a:endParaRPr lang="en-US" dirty="0"/>
          </a:p>
        </p:txBody>
      </p:sp>
      <p:sp>
        <p:nvSpPr>
          <p:cNvPr id="7" name="タイトル 6">
            <a:extLst>
              <a:ext uri="{FF2B5EF4-FFF2-40B4-BE49-F238E27FC236}">
                <a16:creationId xmlns:a16="http://schemas.microsoft.com/office/drawing/2014/main" id="{A8AB43C3-9C78-BC51-A12C-F9D99A56111A}"/>
              </a:ext>
            </a:extLst>
          </p:cNvPr>
          <p:cNvSpPr>
            <a:spLocks noGrp="1"/>
          </p:cNvSpPr>
          <p:nvPr>
            <p:ph type="title"/>
          </p:nvPr>
        </p:nvSpPr>
        <p:spPr/>
        <p:txBody>
          <a:bodyPr/>
          <a:lstStyle/>
          <a:p>
            <a:r>
              <a:rPr kumimoji="1" lang="ja-JP" altLang="en-US"/>
              <a:t>マスター タイトルの書式設定</a:t>
            </a:r>
          </a:p>
        </p:txBody>
      </p:sp>
    </p:spTree>
    <p:extLst>
      <p:ext uri="{BB962C8B-B14F-4D97-AF65-F5344CB8AC3E}">
        <p14:creationId xmlns:p14="http://schemas.microsoft.com/office/powerpoint/2010/main" val="91325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Code - Two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B10331E-4F8F-4DEC-91C1-F631560E6601}"/>
              </a:ext>
            </a:extLst>
          </p:cNvPr>
          <p:cNvSpPr>
            <a:spLocks noGrp="1"/>
          </p:cNvSpPr>
          <p:nvPr>
            <p:ph sz="half" idx="1" hasCustomPrompt="1"/>
          </p:nvPr>
        </p:nvSpPr>
        <p:spPr>
          <a:xfrm>
            <a:off x="407988" y="1376363"/>
            <a:ext cx="5248274" cy="1646605"/>
          </a:xfrm>
        </p:spPr>
        <p:txBody>
          <a:bodyPr/>
          <a:lstStyle>
            <a:lvl1pPr marL="0" indent="0">
              <a:spcAft>
                <a:spcPts val="600"/>
              </a:spcAft>
              <a:buNone/>
              <a:defRPr sz="1800" b="0" i="0">
                <a:latin typeface="Amazon Ember Mono" panose="020B0509020204020204" pitchFamily="49" charset="0"/>
              </a:defRPr>
            </a:lvl1pPr>
            <a:lvl2pPr marL="228600" indent="0">
              <a:spcAft>
                <a:spcPts val="600"/>
              </a:spcAft>
              <a:buNone/>
              <a:defRPr sz="1800" b="0" i="0">
                <a:latin typeface="Amazon Ember Mono" panose="020B0509020204020204" pitchFamily="49" charset="0"/>
              </a:defRPr>
            </a:lvl2pPr>
            <a:lvl3pPr marL="457200" indent="0">
              <a:spcAft>
                <a:spcPts val="600"/>
              </a:spcAft>
              <a:buNone/>
              <a:defRPr sz="1800" b="0" i="0">
                <a:latin typeface="Amazon Ember Mono" panose="020B0509020204020204" pitchFamily="49" charset="0"/>
              </a:defRPr>
            </a:lvl3pPr>
            <a:lvl4pPr marL="685800" indent="0">
              <a:spcAft>
                <a:spcPts val="600"/>
              </a:spcAft>
              <a:buNone/>
              <a:defRPr sz="1800" b="0" i="0">
                <a:latin typeface="Amazon Ember Mono" panose="020B0509020204020204" pitchFamily="49" charset="0"/>
              </a:defRPr>
            </a:lvl4pPr>
            <a:lvl5pPr marL="914400" indent="0">
              <a:spcAft>
                <a:spcPts val="600"/>
              </a:spcAft>
              <a:buNone/>
              <a:defRPr sz="1800" b="0" i="0">
                <a:latin typeface="Amazon Ember Mono" panose="020B0509020204020204" pitchFamily="49" charset="0"/>
              </a:defRPr>
            </a:lvl5pPr>
          </a:lstStyle>
          <a:p>
            <a:pPr lvl="0"/>
            <a:r>
              <a:rPr lang="en-US" dirty="0"/>
              <a:t>Enter code</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id="{CF72257F-5E84-444A-B9C4-CCB856025EB2}"/>
              </a:ext>
            </a:extLst>
          </p:cNvPr>
          <p:cNvSpPr>
            <a:spLocks noGrp="1"/>
          </p:cNvSpPr>
          <p:nvPr>
            <p:ph sz="half" idx="2" hasCustomPrompt="1"/>
          </p:nvPr>
        </p:nvSpPr>
        <p:spPr>
          <a:xfrm>
            <a:off x="6096000" y="1376362"/>
            <a:ext cx="5248276" cy="1646605"/>
          </a:xfrm>
        </p:spPr>
        <p:txBody>
          <a:bodyPr/>
          <a:lstStyle>
            <a:lvl1pPr marL="0" indent="0">
              <a:spcAft>
                <a:spcPts val="600"/>
              </a:spcAft>
              <a:buNone/>
              <a:defRPr sz="1800" b="0" i="0">
                <a:latin typeface="Amazon Ember Mono" panose="020B0509020204020204" pitchFamily="49" charset="0"/>
              </a:defRPr>
            </a:lvl1pPr>
            <a:lvl2pPr marL="228600" indent="0">
              <a:spcAft>
                <a:spcPts val="600"/>
              </a:spcAft>
              <a:buNone/>
              <a:defRPr sz="1800" b="0" i="0">
                <a:latin typeface="Amazon Ember Mono" panose="020B0509020204020204" pitchFamily="49" charset="0"/>
              </a:defRPr>
            </a:lvl2pPr>
            <a:lvl3pPr marL="457200" indent="0">
              <a:spcAft>
                <a:spcPts val="600"/>
              </a:spcAft>
              <a:buNone/>
              <a:defRPr sz="1800" b="0" i="0">
                <a:latin typeface="Amazon Ember Mono" panose="020B0509020204020204" pitchFamily="49" charset="0"/>
              </a:defRPr>
            </a:lvl3pPr>
            <a:lvl4pPr marL="685800" indent="0">
              <a:spcAft>
                <a:spcPts val="600"/>
              </a:spcAft>
              <a:buNone/>
              <a:defRPr sz="1800" b="0" i="0">
                <a:latin typeface="Amazon Ember Mono" panose="020B0509020204020204" pitchFamily="49" charset="0"/>
              </a:defRPr>
            </a:lvl4pPr>
            <a:lvl5pPr marL="914400" indent="0">
              <a:spcAft>
                <a:spcPts val="600"/>
              </a:spcAft>
              <a:buNone/>
              <a:defRPr sz="1800" b="0" i="0">
                <a:latin typeface="Amazon Ember Mono" panose="020B0509020204020204" pitchFamily="49" charset="0"/>
              </a:defRPr>
            </a:lvl5pPr>
          </a:lstStyle>
          <a:p>
            <a:pPr lvl="0"/>
            <a:r>
              <a:rPr lang="en-US" dirty="0"/>
              <a:t>Enter code</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8D810155-AFE0-49FD-8E9F-C55D662327A4}"/>
              </a:ext>
            </a:extLst>
          </p:cNvPr>
          <p:cNvSpPr>
            <a:spLocks noGrp="1"/>
          </p:cNvSpPr>
          <p:nvPr>
            <p:ph type="dt" sz="half" idx="10"/>
          </p:nvPr>
        </p:nvSpPr>
        <p:spPr/>
        <p:txBody>
          <a:bodyPr/>
          <a:lstStyle>
            <a:lvl1pPr>
              <a:defRPr b="0" i="0">
                <a:latin typeface="Amazon Ember Display" panose="020F0603020204020204" pitchFamily="34" charset="0"/>
              </a:defRPr>
            </a:lvl1pPr>
          </a:lstStyle>
          <a:p>
            <a:fld id="{99882B0B-5410-6742-AC19-F5AAB1BBDF13}" type="datetime1">
              <a:rPr lang="ja-JP" altLang="en-US" smtClean="0"/>
              <a:t>2026/1/26</a:t>
            </a:fld>
            <a:endParaRPr lang="en-US" dirty="0"/>
          </a:p>
        </p:txBody>
      </p:sp>
      <p:sp>
        <p:nvSpPr>
          <p:cNvPr id="6" name="Footer Placeholder 5">
            <a:extLst>
              <a:ext uri="{FF2B5EF4-FFF2-40B4-BE49-F238E27FC236}">
                <a16:creationId xmlns:a16="http://schemas.microsoft.com/office/drawing/2014/main" id="{C99A757A-A572-48F6-B0E7-EBDAFBA598C6}"/>
              </a:ext>
            </a:extLst>
          </p:cNvPr>
          <p:cNvSpPr>
            <a:spLocks noGrp="1"/>
          </p:cNvSpPr>
          <p:nvPr>
            <p:ph type="ftr" sz="quarter" idx="11"/>
          </p:nvPr>
        </p:nvSpPr>
        <p:spPr/>
        <p:txBody>
          <a:bodyPr/>
          <a:lstStyle>
            <a:lvl1pPr>
              <a:defRPr b="0" i="0">
                <a:latin typeface="Amazon Ember Display" panose="020F0603020204020204" pitchFamily="34" charset="0"/>
              </a:defRPr>
            </a:lvl1pPr>
          </a:lstStyle>
          <a:p>
            <a:endParaRPr lang="en-US" dirty="0"/>
          </a:p>
        </p:txBody>
      </p:sp>
      <p:sp>
        <p:nvSpPr>
          <p:cNvPr id="7" name="Slide Number Placeholder 6">
            <a:extLst>
              <a:ext uri="{FF2B5EF4-FFF2-40B4-BE49-F238E27FC236}">
                <a16:creationId xmlns:a16="http://schemas.microsoft.com/office/drawing/2014/main" id="{76BBE49C-423E-451A-A0D2-7D73F2531B98}"/>
              </a:ext>
            </a:extLst>
          </p:cNvPr>
          <p:cNvSpPr>
            <a:spLocks noGrp="1"/>
          </p:cNvSpPr>
          <p:nvPr>
            <p:ph type="sldNum" sz="quarter" idx="12"/>
          </p:nvPr>
        </p:nvSpPr>
        <p:spPr/>
        <p:txBody>
          <a:bodyPr/>
          <a:lstStyle>
            <a:lvl1pPr>
              <a:defRPr b="0" i="0">
                <a:latin typeface="Amazon Ember Display" panose="020F0603020204020204" pitchFamily="34" charset="0"/>
              </a:defRPr>
            </a:lvl1pPr>
          </a:lstStyle>
          <a:p>
            <a:fld id="{EB4B8DE2-A4E8-46E4-8BBF-D75455EFF32C}" type="slidenum">
              <a:rPr lang="en-US" smtClean="0"/>
              <a:pPr/>
              <a:t>‹#›</a:t>
            </a:fld>
            <a:endParaRPr lang="en-US" dirty="0"/>
          </a:p>
        </p:txBody>
      </p:sp>
      <p:sp>
        <p:nvSpPr>
          <p:cNvPr id="8" name="タイトル 7">
            <a:extLst>
              <a:ext uri="{FF2B5EF4-FFF2-40B4-BE49-F238E27FC236}">
                <a16:creationId xmlns:a16="http://schemas.microsoft.com/office/drawing/2014/main" id="{44A6C69B-224E-6C35-983F-F891AE83E408}"/>
              </a:ext>
            </a:extLst>
          </p:cNvPr>
          <p:cNvSpPr>
            <a:spLocks noGrp="1"/>
          </p:cNvSpPr>
          <p:nvPr>
            <p:ph type="title"/>
          </p:nvPr>
        </p:nvSpPr>
        <p:spPr/>
        <p:txBody>
          <a:bodyPr/>
          <a:lstStyle/>
          <a:p>
            <a:r>
              <a:rPr kumimoji="1" lang="ja-JP" altLang="en-US"/>
              <a:t>マスター タイトルの書式設定</a:t>
            </a:r>
          </a:p>
        </p:txBody>
      </p:sp>
    </p:spTree>
    <p:extLst>
      <p:ext uri="{BB962C8B-B14F-4D97-AF65-F5344CB8AC3E}">
        <p14:creationId xmlns:p14="http://schemas.microsoft.com/office/powerpoint/2010/main" val="27853198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3840">
          <p15:clr>
            <a:srgbClr val="FBAE40"/>
          </p15:clr>
        </p15:guide>
      </p15:sldGuideLst>
    </p:ext>
  </p:extLst>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Q&amp;A">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590820-803B-4C55-BA9E-AE3223753EEA}"/>
              </a:ext>
            </a:extLst>
          </p:cNvPr>
          <p:cNvSpPr>
            <a:spLocks noGrp="1"/>
          </p:cNvSpPr>
          <p:nvPr>
            <p:ph type="title" hasCustomPrompt="1"/>
          </p:nvPr>
        </p:nvSpPr>
        <p:spPr>
          <a:xfrm>
            <a:off x="653256" y="3226552"/>
            <a:ext cx="6823869" cy="750238"/>
          </a:xfrm>
          <a:prstGeom prst="rect">
            <a:avLst/>
          </a:prstGeom>
        </p:spPr>
        <p:txBody>
          <a:bodyPr/>
          <a:lstStyle>
            <a:lvl1pPr>
              <a:defRPr sz="2800" b="0" i="0">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r>
              <a:rPr lang="en-US" dirty="0"/>
              <a:t>Enter subtitle</a:t>
            </a:r>
          </a:p>
        </p:txBody>
      </p:sp>
      <p:sp>
        <p:nvSpPr>
          <p:cNvPr id="3" name="Date Placeholder 2">
            <a:extLst>
              <a:ext uri="{FF2B5EF4-FFF2-40B4-BE49-F238E27FC236}">
                <a16:creationId xmlns:a16="http://schemas.microsoft.com/office/drawing/2014/main" id="{35841FE7-5B7D-4299-B262-F8E574B50BA0}"/>
              </a:ext>
            </a:extLst>
          </p:cNvPr>
          <p:cNvSpPr>
            <a:spLocks noGrp="1"/>
          </p:cNvSpPr>
          <p:nvPr>
            <p:ph type="dt" sz="half" idx="10"/>
          </p:nvPr>
        </p:nvSpPr>
        <p:spPr/>
        <p:txBody>
          <a:bodyPr/>
          <a:lstStyle>
            <a:lvl1pPr>
              <a:defRPr b="0" i="0">
                <a:latin typeface="Amazon Ember Display" panose="020F0603020204020204" pitchFamily="34" charset="0"/>
              </a:defRPr>
            </a:lvl1pPr>
          </a:lstStyle>
          <a:p>
            <a:fld id="{4A08FABC-1315-914A-BA7E-EF57B6AFA7FD}" type="datetime1">
              <a:rPr lang="ja-JP" altLang="en-US" smtClean="0"/>
              <a:t>2026/1/26</a:t>
            </a:fld>
            <a:endParaRPr lang="en-US" dirty="0"/>
          </a:p>
        </p:txBody>
      </p:sp>
      <p:sp>
        <p:nvSpPr>
          <p:cNvPr id="4" name="Footer Placeholder 3">
            <a:extLst>
              <a:ext uri="{FF2B5EF4-FFF2-40B4-BE49-F238E27FC236}">
                <a16:creationId xmlns:a16="http://schemas.microsoft.com/office/drawing/2014/main" id="{728617C0-A817-49E3-9857-07752AB40137}"/>
              </a:ext>
            </a:extLst>
          </p:cNvPr>
          <p:cNvSpPr>
            <a:spLocks noGrp="1"/>
          </p:cNvSpPr>
          <p:nvPr>
            <p:ph type="ftr" sz="quarter" idx="11"/>
          </p:nvPr>
        </p:nvSpPr>
        <p:spPr/>
        <p:txBody>
          <a:bodyPr/>
          <a:lstStyle>
            <a:lvl1pPr>
              <a:defRPr b="0" i="0">
                <a:latin typeface="Amazon Ember Display" panose="020F0603020204020204" pitchFamily="34" charset="0"/>
              </a:defRPr>
            </a:lvl1pPr>
          </a:lstStyle>
          <a:p>
            <a:endParaRPr lang="en-US" dirty="0"/>
          </a:p>
        </p:txBody>
      </p:sp>
      <p:sp>
        <p:nvSpPr>
          <p:cNvPr id="5" name="Slide Number Placeholder 4">
            <a:extLst>
              <a:ext uri="{FF2B5EF4-FFF2-40B4-BE49-F238E27FC236}">
                <a16:creationId xmlns:a16="http://schemas.microsoft.com/office/drawing/2014/main" id="{D2B99A66-7F1A-495E-B008-D2DB34B05B55}"/>
              </a:ext>
            </a:extLst>
          </p:cNvPr>
          <p:cNvSpPr>
            <a:spLocks noGrp="1"/>
          </p:cNvSpPr>
          <p:nvPr>
            <p:ph type="sldNum" sz="quarter" idx="12"/>
          </p:nvPr>
        </p:nvSpPr>
        <p:spPr/>
        <p:txBody>
          <a:bodyPr/>
          <a:lstStyle>
            <a:lvl1pPr>
              <a:defRPr b="0" i="0">
                <a:latin typeface="Amazon Ember Display" panose="020F0603020204020204" pitchFamily="34" charset="0"/>
              </a:defRPr>
            </a:lvl1pPr>
          </a:lstStyle>
          <a:p>
            <a:fld id="{EB4B8DE2-A4E8-46E4-8BBF-D75455EFF32C}" type="slidenum">
              <a:rPr lang="en-US" smtClean="0"/>
              <a:pPr/>
              <a:t>‹#›</a:t>
            </a:fld>
            <a:endParaRPr lang="en-US" dirty="0"/>
          </a:p>
        </p:txBody>
      </p:sp>
      <p:sp>
        <p:nvSpPr>
          <p:cNvPr id="6" name="TextBox 5">
            <a:extLst>
              <a:ext uri="{FF2B5EF4-FFF2-40B4-BE49-F238E27FC236}">
                <a16:creationId xmlns:a16="http://schemas.microsoft.com/office/drawing/2014/main" id="{90F7951E-E6AB-4553-9142-A91D5BC58C21}"/>
              </a:ext>
            </a:extLst>
          </p:cNvPr>
          <p:cNvSpPr txBox="1"/>
          <p:nvPr userDrawn="1"/>
        </p:nvSpPr>
        <p:spPr>
          <a:xfrm>
            <a:off x="609599" y="2428875"/>
            <a:ext cx="6867525" cy="955666"/>
          </a:xfrm>
          <a:prstGeom prst="rect">
            <a:avLst/>
          </a:prstGeom>
          <a:noFill/>
        </p:spPr>
        <p:txBody>
          <a:bodyPr wrap="square" lIns="0" rtlCol="0">
            <a:noAutofit/>
          </a:bodyPr>
          <a:lstStyle/>
          <a:p>
            <a:r>
              <a:rPr lang="en-US" sz="4800" b="0" i="0" dirty="0">
                <a:solidFill>
                  <a:schemeClr val="tx2"/>
                </a:solidFill>
                <a:latin typeface="Amazon Ember Display" panose="020F0603020204020204" pitchFamily="34" charset="0"/>
              </a:rPr>
              <a:t>Q&amp;A</a:t>
            </a:r>
          </a:p>
        </p:txBody>
      </p:sp>
    </p:spTree>
    <p:extLst>
      <p:ext uri="{BB962C8B-B14F-4D97-AF65-F5344CB8AC3E}">
        <p14:creationId xmlns:p14="http://schemas.microsoft.com/office/powerpoint/2010/main" val="27667581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Video or Demo Divi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915E6F-C631-449B-B22F-53FD20C9E896}"/>
              </a:ext>
            </a:extLst>
          </p:cNvPr>
          <p:cNvSpPr>
            <a:spLocks noGrp="1"/>
          </p:cNvSpPr>
          <p:nvPr>
            <p:ph type="title" hasCustomPrompt="1"/>
          </p:nvPr>
        </p:nvSpPr>
        <p:spPr>
          <a:xfrm>
            <a:off x="609600" y="2773436"/>
            <a:ext cx="7823200" cy="1311128"/>
          </a:xfrm>
          <a:prstGeom prst="rect">
            <a:avLst/>
          </a:prstGeom>
        </p:spPr>
        <p:txBody>
          <a:bodyPr anchor="ctr" anchorCtr="0"/>
          <a:lstStyle>
            <a:lvl1pPr>
              <a:defRPr sz="4400" b="0" i="0">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r>
              <a:rPr lang="en-US" dirty="0"/>
              <a:t>Video or demo divider: Enter “Video” or “Demo” here</a:t>
            </a:r>
          </a:p>
        </p:txBody>
      </p:sp>
    </p:spTree>
    <p:extLst>
      <p:ext uri="{BB962C8B-B14F-4D97-AF65-F5344CB8AC3E}">
        <p14:creationId xmlns:p14="http://schemas.microsoft.com/office/powerpoint/2010/main" val="32874641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Video">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1C300D94-E16B-4268-9D8D-053D71D5DCA2}"/>
              </a:ext>
            </a:extLst>
          </p:cNvPr>
          <p:cNvPicPr>
            <a:picLocks noChangeAspect="1"/>
          </p:cNvPicPr>
          <p:nvPr userDrawn="1"/>
        </p:nvPicPr>
        <p:blipFill>
          <a:blip r:embed="rId2"/>
          <a:stretch>
            <a:fillRect/>
          </a:stretch>
        </p:blipFill>
        <p:spPr>
          <a:xfrm>
            <a:off x="4994672" y="2327672"/>
            <a:ext cx="2202656" cy="2202656"/>
          </a:xfrm>
          <a:prstGeom prst="rect">
            <a:avLst/>
          </a:prstGeom>
        </p:spPr>
      </p:pic>
      <p:sp>
        <p:nvSpPr>
          <p:cNvPr id="7" name="Media Placeholder 6">
            <a:extLst>
              <a:ext uri="{FF2B5EF4-FFF2-40B4-BE49-F238E27FC236}">
                <a16:creationId xmlns:a16="http://schemas.microsoft.com/office/drawing/2014/main" id="{6100FBD5-D226-4B79-8009-A3AA42458FC8}"/>
              </a:ext>
            </a:extLst>
          </p:cNvPr>
          <p:cNvSpPr>
            <a:spLocks noGrp="1"/>
          </p:cNvSpPr>
          <p:nvPr>
            <p:ph type="media" sz="quarter" idx="10"/>
          </p:nvPr>
        </p:nvSpPr>
        <p:spPr>
          <a:xfrm>
            <a:off x="0" y="0"/>
            <a:ext cx="12192000" cy="6858000"/>
          </a:xfrm>
          <a:solidFill>
            <a:schemeClr val="bg2"/>
          </a:solidFill>
        </p:spPr>
        <p:txBody>
          <a:bodyPr lIns="548640" anchor="ctr">
            <a:noAutofit/>
          </a:bodyPr>
          <a:lstStyle>
            <a:lvl1pPr marL="0" indent="0" algn="ctr">
              <a:buNone/>
              <a:defRPr b="0" i="0">
                <a:latin typeface="Amazon Ember Display" panose="020F0603020204020204" pitchFamily="34" charset="0"/>
              </a:defRPr>
            </a:lvl1pPr>
          </a:lstStyle>
          <a:p>
            <a:r>
              <a:rPr lang="ja-JP" altLang="en-US"/>
              <a:t>メディアを追加</a:t>
            </a:r>
            <a:endParaRPr lang="en-US" dirty="0"/>
          </a:p>
        </p:txBody>
      </p:sp>
    </p:spTree>
    <p:extLst>
      <p:ext uri="{BB962C8B-B14F-4D97-AF65-F5344CB8AC3E}">
        <p14:creationId xmlns:p14="http://schemas.microsoft.com/office/powerpoint/2010/main" val="35272905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タイトル付きのコンテンツ">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4A0C0C8A-CCAE-4B98-91F0-838AA4F55C8F}"/>
              </a:ext>
            </a:extLst>
          </p:cNvPr>
          <p:cNvSpPr>
            <a:spLocks noGrp="1"/>
          </p:cNvSpPr>
          <p:nvPr>
            <p:ph type="body" sz="half" idx="2" hasCustomPrompt="1"/>
          </p:nvPr>
        </p:nvSpPr>
        <p:spPr>
          <a:xfrm>
            <a:off x="407988" y="1400569"/>
            <a:ext cx="5372101" cy="313932"/>
          </a:xfrm>
        </p:spPr>
        <p:txBody>
          <a:bodyPr/>
          <a:lstStyle>
            <a:lvl1pPr marL="0" indent="0">
              <a:buNone/>
              <a:defRPr sz="1600" b="0" i="0">
                <a:latin typeface="Amazon Ember Display" panose="020F0603020204020204" pitchFamily="34"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Enter descriptive text here</a:t>
            </a:r>
          </a:p>
        </p:txBody>
      </p:sp>
      <p:sp>
        <p:nvSpPr>
          <p:cNvPr id="5" name="タイトル 4">
            <a:extLst>
              <a:ext uri="{FF2B5EF4-FFF2-40B4-BE49-F238E27FC236}">
                <a16:creationId xmlns:a16="http://schemas.microsoft.com/office/drawing/2014/main" id="{F968D0AB-9FF9-12E3-BB21-0A374A030C82}"/>
              </a:ext>
            </a:extLst>
          </p:cNvPr>
          <p:cNvSpPr>
            <a:spLocks noGrp="1"/>
          </p:cNvSpPr>
          <p:nvPr>
            <p:ph type="title"/>
          </p:nvPr>
        </p:nvSpPr>
        <p:spPr/>
        <p:txBody>
          <a:bodyPr/>
          <a:lstStyle/>
          <a:p>
            <a:r>
              <a:rPr kumimoji="1" lang="ja-JP" altLang="en-US"/>
              <a:t>マスター タイトルの書式設定</a:t>
            </a:r>
          </a:p>
        </p:txBody>
      </p:sp>
      <p:sp>
        <p:nvSpPr>
          <p:cNvPr id="6" name="コンテンツ プレースホルダー 10">
            <a:extLst>
              <a:ext uri="{FF2B5EF4-FFF2-40B4-BE49-F238E27FC236}">
                <a16:creationId xmlns:a16="http://schemas.microsoft.com/office/drawing/2014/main" id="{E49841DD-7E94-26B6-8D11-132733EE64AD}"/>
              </a:ext>
            </a:extLst>
          </p:cNvPr>
          <p:cNvSpPr>
            <a:spLocks noGrp="1"/>
          </p:cNvSpPr>
          <p:nvPr>
            <p:ph sz="quarter" idx="15"/>
          </p:nvPr>
        </p:nvSpPr>
        <p:spPr>
          <a:xfrm>
            <a:off x="6210300" y="1376363"/>
            <a:ext cx="5248274" cy="2062103"/>
          </a:xfrm>
        </p:spPr>
        <p:txBody>
          <a:bodyPr/>
          <a:lstStyle>
            <a:lvl1pPr marL="342900" indent="-342900">
              <a:buFont typeface="Arial" panose="020B0604020202020204" pitchFamily="34" charset="0"/>
              <a:buChar char="•"/>
              <a:defRPr/>
            </a:lvl1pPr>
            <a:lvl2pPr marL="622350" indent="-342900">
              <a:buFont typeface="Arial" panose="020B0604020202020204" pitchFamily="34" charset="0"/>
              <a:buChar char="•"/>
              <a:defRPr/>
            </a:lvl2pPr>
            <a:lvl3pPr marL="965250" indent="-342900">
              <a:buFont typeface="Arial" panose="020B0604020202020204" pitchFamily="34" charset="0"/>
              <a:buChar char="•"/>
              <a:defRPr/>
            </a:lvl3pPr>
            <a:lvl4pPr marL="1081138" indent="-285750">
              <a:buFont typeface="Arial" panose="020B0604020202020204" pitchFamily="34" charset="0"/>
              <a:buChar char="•"/>
              <a:defRPr/>
            </a:lvl4pPr>
            <a:lvl5pPr marL="1252588" indent="-285750">
              <a:buFont typeface="Arial" panose="020B0604020202020204" pitchFamily="34" charset="0"/>
              <a:buChar char="•"/>
              <a:defRPr/>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Tree>
    <p:extLst>
      <p:ext uri="{BB962C8B-B14F-4D97-AF65-F5344CB8AC3E}">
        <p14:creationId xmlns:p14="http://schemas.microsoft.com/office/powerpoint/2010/main" val="38540583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Thank You Option 1">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B63FEA24-4BB1-51F6-D1A3-1CDE18E45E7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8" name="Text Placeholder 7">
            <a:extLst>
              <a:ext uri="{FF2B5EF4-FFF2-40B4-BE49-F238E27FC236}">
                <a16:creationId xmlns:a16="http://schemas.microsoft.com/office/drawing/2014/main" id="{F1FFA190-394C-4586-A84A-BA2A67703000}"/>
              </a:ext>
            </a:extLst>
          </p:cNvPr>
          <p:cNvSpPr>
            <a:spLocks noGrp="1"/>
          </p:cNvSpPr>
          <p:nvPr>
            <p:ph type="body" sz="quarter" idx="10" hasCustomPrompt="1"/>
          </p:nvPr>
        </p:nvSpPr>
        <p:spPr>
          <a:xfrm>
            <a:off x="619125" y="3621643"/>
            <a:ext cx="1994088" cy="369332"/>
          </a:xfrm>
        </p:spPr>
        <p:txBody>
          <a:bodyPr anchor="b" anchorCtr="0"/>
          <a:lstStyle>
            <a:lvl1pPr marL="0" indent="0">
              <a:buNone/>
              <a:defRPr sz="2000" b="0" i="0">
                <a:solidFill>
                  <a:schemeClr val="tx2"/>
                </a:solidFill>
                <a:latin typeface="Amazon Ember Display" panose="020F0603020204020204" pitchFamily="34" charset="0"/>
              </a:defRPr>
            </a:lvl1pPr>
          </a:lstStyle>
          <a:p>
            <a:pPr lvl="0"/>
            <a:r>
              <a:rPr lang="en-US" dirty="0"/>
              <a:t>Speaker name</a:t>
            </a:r>
          </a:p>
        </p:txBody>
      </p:sp>
      <p:sp>
        <p:nvSpPr>
          <p:cNvPr id="10" name="Text Placeholder 9">
            <a:extLst>
              <a:ext uri="{FF2B5EF4-FFF2-40B4-BE49-F238E27FC236}">
                <a16:creationId xmlns:a16="http://schemas.microsoft.com/office/drawing/2014/main" id="{B682D70F-F9C4-4C4C-A916-589EA4438C2E}"/>
              </a:ext>
            </a:extLst>
          </p:cNvPr>
          <p:cNvSpPr>
            <a:spLocks noGrp="1"/>
          </p:cNvSpPr>
          <p:nvPr>
            <p:ph type="body" sz="quarter" idx="11" hasCustomPrompt="1"/>
          </p:nvPr>
        </p:nvSpPr>
        <p:spPr>
          <a:xfrm>
            <a:off x="619125" y="3990975"/>
            <a:ext cx="1994088" cy="535531"/>
          </a:xfrm>
        </p:spPr>
        <p:txBody>
          <a:bodyPr/>
          <a:lstStyle>
            <a:lvl1pPr marL="0" indent="0">
              <a:spcAft>
                <a:spcPts val="600"/>
              </a:spcAft>
              <a:buNone/>
              <a:defRPr sz="1600" b="0" i="0">
                <a:solidFill>
                  <a:schemeClr val="tx2"/>
                </a:solidFill>
                <a:latin typeface="Amazon Ember Display" panose="020F0603020204020204" pitchFamily="34" charset="0"/>
              </a:defRPr>
            </a:lvl1pPr>
          </a:lstStyle>
          <a:p>
            <a:pPr lvl="0"/>
            <a:r>
              <a:rPr lang="en-US" dirty="0"/>
              <a:t>Speaker contact info (email or socials)</a:t>
            </a:r>
          </a:p>
        </p:txBody>
      </p:sp>
      <p:sp>
        <p:nvSpPr>
          <p:cNvPr id="11" name="Text Placeholder 7">
            <a:extLst>
              <a:ext uri="{FF2B5EF4-FFF2-40B4-BE49-F238E27FC236}">
                <a16:creationId xmlns:a16="http://schemas.microsoft.com/office/drawing/2014/main" id="{393A1250-E885-4935-B98D-9C62E4E51F4E}"/>
              </a:ext>
            </a:extLst>
          </p:cNvPr>
          <p:cNvSpPr>
            <a:spLocks noGrp="1"/>
          </p:cNvSpPr>
          <p:nvPr>
            <p:ph type="body" sz="quarter" idx="12" hasCustomPrompt="1"/>
          </p:nvPr>
        </p:nvSpPr>
        <p:spPr>
          <a:xfrm>
            <a:off x="2714625" y="3621643"/>
            <a:ext cx="1994088" cy="369332"/>
          </a:xfrm>
        </p:spPr>
        <p:txBody>
          <a:bodyPr anchor="b" anchorCtr="0"/>
          <a:lstStyle>
            <a:lvl1pPr marL="0" indent="0">
              <a:buNone/>
              <a:defRPr sz="2000" b="0" i="0">
                <a:solidFill>
                  <a:schemeClr val="tx2"/>
                </a:solidFill>
                <a:latin typeface="Amazon Ember Display" panose="020F0603020204020204" pitchFamily="34" charset="0"/>
              </a:defRPr>
            </a:lvl1pPr>
          </a:lstStyle>
          <a:p>
            <a:pPr lvl="0"/>
            <a:r>
              <a:rPr lang="en-US" dirty="0"/>
              <a:t>Speaker name</a:t>
            </a:r>
          </a:p>
        </p:txBody>
      </p:sp>
      <p:sp>
        <p:nvSpPr>
          <p:cNvPr id="12" name="Text Placeholder 9">
            <a:extLst>
              <a:ext uri="{FF2B5EF4-FFF2-40B4-BE49-F238E27FC236}">
                <a16:creationId xmlns:a16="http://schemas.microsoft.com/office/drawing/2014/main" id="{DF7E9957-AB07-4CE6-BD9E-3631EF6ED53B}"/>
              </a:ext>
            </a:extLst>
          </p:cNvPr>
          <p:cNvSpPr>
            <a:spLocks noGrp="1"/>
          </p:cNvSpPr>
          <p:nvPr>
            <p:ph type="body" sz="quarter" idx="13" hasCustomPrompt="1"/>
          </p:nvPr>
        </p:nvSpPr>
        <p:spPr>
          <a:xfrm>
            <a:off x="2714625" y="3990975"/>
            <a:ext cx="1994088" cy="535531"/>
          </a:xfrm>
        </p:spPr>
        <p:txBody>
          <a:bodyPr/>
          <a:lstStyle>
            <a:lvl1pPr marL="0" indent="0">
              <a:spcAft>
                <a:spcPts val="600"/>
              </a:spcAft>
              <a:buNone/>
              <a:defRPr sz="1600" b="0" i="0">
                <a:solidFill>
                  <a:schemeClr val="tx2"/>
                </a:solidFill>
                <a:latin typeface="Amazon Ember Display" panose="020F0603020204020204" pitchFamily="34" charset="0"/>
              </a:defRPr>
            </a:lvl1pPr>
          </a:lstStyle>
          <a:p>
            <a:pPr lvl="0"/>
            <a:r>
              <a:rPr lang="en-US" dirty="0"/>
              <a:t>Speaker contact info (email or socials)</a:t>
            </a:r>
          </a:p>
        </p:txBody>
      </p:sp>
      <p:sp>
        <p:nvSpPr>
          <p:cNvPr id="13" name="Text Placeholder 7">
            <a:extLst>
              <a:ext uri="{FF2B5EF4-FFF2-40B4-BE49-F238E27FC236}">
                <a16:creationId xmlns:a16="http://schemas.microsoft.com/office/drawing/2014/main" id="{E064B62F-5416-46A2-BBC6-945C362C63DE}"/>
              </a:ext>
            </a:extLst>
          </p:cNvPr>
          <p:cNvSpPr>
            <a:spLocks noGrp="1"/>
          </p:cNvSpPr>
          <p:nvPr>
            <p:ph type="body" sz="quarter" idx="14" hasCustomPrompt="1"/>
          </p:nvPr>
        </p:nvSpPr>
        <p:spPr>
          <a:xfrm>
            <a:off x="4810125" y="3621643"/>
            <a:ext cx="1994088" cy="369332"/>
          </a:xfrm>
        </p:spPr>
        <p:txBody>
          <a:bodyPr anchor="b" anchorCtr="0"/>
          <a:lstStyle>
            <a:lvl1pPr marL="0" indent="0">
              <a:buNone/>
              <a:defRPr sz="2000" b="0" i="0">
                <a:solidFill>
                  <a:schemeClr val="tx2"/>
                </a:solidFill>
                <a:latin typeface="Amazon Ember Display" panose="020F0603020204020204" pitchFamily="34" charset="0"/>
              </a:defRPr>
            </a:lvl1pPr>
          </a:lstStyle>
          <a:p>
            <a:pPr lvl="0"/>
            <a:r>
              <a:rPr lang="en-US" dirty="0"/>
              <a:t>Speaker name</a:t>
            </a:r>
          </a:p>
        </p:txBody>
      </p:sp>
      <p:sp>
        <p:nvSpPr>
          <p:cNvPr id="14" name="Text Placeholder 9">
            <a:extLst>
              <a:ext uri="{FF2B5EF4-FFF2-40B4-BE49-F238E27FC236}">
                <a16:creationId xmlns:a16="http://schemas.microsoft.com/office/drawing/2014/main" id="{4BBE44B1-E140-4E35-AF0B-41A3CDA5CA27}"/>
              </a:ext>
            </a:extLst>
          </p:cNvPr>
          <p:cNvSpPr>
            <a:spLocks noGrp="1"/>
          </p:cNvSpPr>
          <p:nvPr>
            <p:ph type="body" sz="quarter" idx="15" hasCustomPrompt="1"/>
          </p:nvPr>
        </p:nvSpPr>
        <p:spPr>
          <a:xfrm>
            <a:off x="4810125" y="3990975"/>
            <a:ext cx="1994088" cy="535531"/>
          </a:xfrm>
        </p:spPr>
        <p:txBody>
          <a:bodyPr/>
          <a:lstStyle>
            <a:lvl1pPr marL="0" indent="0">
              <a:spcAft>
                <a:spcPts val="600"/>
              </a:spcAft>
              <a:buNone/>
              <a:defRPr sz="1600" b="0" i="0">
                <a:solidFill>
                  <a:schemeClr val="tx2"/>
                </a:solidFill>
                <a:latin typeface="Amazon Ember Display" panose="020F0603020204020204" pitchFamily="34" charset="0"/>
              </a:defRPr>
            </a:lvl1pPr>
          </a:lstStyle>
          <a:p>
            <a:pPr lvl="0"/>
            <a:r>
              <a:rPr lang="en-US" dirty="0"/>
              <a:t>Speaker contact info (email or socials)</a:t>
            </a:r>
          </a:p>
        </p:txBody>
      </p:sp>
      <p:sp>
        <p:nvSpPr>
          <p:cNvPr id="16" name="TextBox 15">
            <a:extLst>
              <a:ext uri="{FF2B5EF4-FFF2-40B4-BE49-F238E27FC236}">
                <a16:creationId xmlns:a16="http://schemas.microsoft.com/office/drawing/2014/main" id="{82BEBFA3-8C5E-448A-B03D-8DAAEBB407B0}"/>
              </a:ext>
            </a:extLst>
          </p:cNvPr>
          <p:cNvSpPr txBox="1"/>
          <p:nvPr userDrawn="1"/>
        </p:nvSpPr>
        <p:spPr>
          <a:xfrm>
            <a:off x="609599" y="2461211"/>
            <a:ext cx="6867525" cy="923330"/>
          </a:xfrm>
          <a:prstGeom prst="rect">
            <a:avLst/>
          </a:prstGeom>
          <a:noFill/>
        </p:spPr>
        <p:txBody>
          <a:bodyPr wrap="square" lIns="0" rtlCol="0">
            <a:noAutofit/>
          </a:bodyPr>
          <a:lstStyle/>
          <a:p>
            <a:r>
              <a:rPr lang="en-US" sz="4800" b="0" i="0" dirty="0">
                <a:solidFill>
                  <a:schemeClr val="tx2"/>
                </a:solidFill>
                <a:latin typeface="Amazon Ember Display" panose="020F0603020204020204" pitchFamily="34" charset="0"/>
              </a:rPr>
              <a:t>Thank you!</a:t>
            </a:r>
          </a:p>
        </p:txBody>
      </p:sp>
      <p:pic>
        <p:nvPicPr>
          <p:cNvPr id="5" name="Picture 4">
            <a:extLst>
              <a:ext uri="{FF2B5EF4-FFF2-40B4-BE49-F238E27FC236}">
                <a16:creationId xmlns:a16="http://schemas.microsoft.com/office/drawing/2014/main" id="{C0B9A91F-2413-643E-00B4-F93DC2255525}"/>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0602686" y="5622947"/>
            <a:ext cx="979714" cy="587352"/>
          </a:xfrm>
          <a:prstGeom prst="rect">
            <a:avLst/>
          </a:prstGeom>
        </p:spPr>
      </p:pic>
      <p:sp>
        <p:nvSpPr>
          <p:cNvPr id="3" name="TextBox 2">
            <a:extLst>
              <a:ext uri="{FF2B5EF4-FFF2-40B4-BE49-F238E27FC236}">
                <a16:creationId xmlns:a16="http://schemas.microsoft.com/office/drawing/2014/main" id="{0902F78A-89C5-9A95-F0BE-08B93E2052E0}"/>
              </a:ext>
            </a:extLst>
          </p:cNvPr>
          <p:cNvSpPr txBox="1"/>
          <p:nvPr userDrawn="1"/>
        </p:nvSpPr>
        <p:spPr>
          <a:xfrm>
            <a:off x="527766" y="6025634"/>
            <a:ext cx="2621230" cy="184666"/>
          </a:xfrm>
          <a:prstGeom prst="rect">
            <a:avLst/>
          </a:prstGeom>
          <a:noFill/>
        </p:spPr>
        <p:txBody>
          <a:bodyPr wrap="none" rtlCol="0">
            <a:spAutoFit/>
          </a:bodyPr>
          <a:lstStyle/>
          <a:p>
            <a:pPr algn="l"/>
            <a:r>
              <a:rPr lang="en-US" sz="600" b="0" i="0" dirty="0">
                <a:solidFill>
                  <a:schemeClr val="tx2"/>
                </a:solidFill>
                <a:latin typeface="Amazon Ember Display" panose="020F0603020204020204" pitchFamily="34" charset="0"/>
              </a:rPr>
              <a:t>© 2025, Amazon Web Services, Inc. or its affiliates. All rights reserved.</a:t>
            </a:r>
          </a:p>
        </p:txBody>
      </p:sp>
    </p:spTree>
    <p:extLst>
      <p:ext uri="{BB962C8B-B14F-4D97-AF65-F5344CB8AC3E}">
        <p14:creationId xmlns:p14="http://schemas.microsoft.com/office/powerpoint/2010/main" val="15967112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Thank You Option 2">
    <p:spTree>
      <p:nvGrpSpPr>
        <p:cNvPr id="1" name=""/>
        <p:cNvGrpSpPr/>
        <p:nvPr/>
      </p:nvGrpSpPr>
      <p:grpSpPr>
        <a:xfrm>
          <a:off x="0" y="0"/>
          <a:ext cx="0" cy="0"/>
          <a:chOff x="0" y="0"/>
          <a:chExt cx="0" cy="0"/>
        </a:xfrm>
      </p:grpSpPr>
      <p:pic>
        <p:nvPicPr>
          <p:cNvPr id="23" name="Picture 22">
            <a:extLst>
              <a:ext uri="{FF2B5EF4-FFF2-40B4-BE49-F238E27FC236}">
                <a16:creationId xmlns:a16="http://schemas.microsoft.com/office/drawing/2014/main" id="{54CF3CEA-C5D6-3EE2-0ADF-9CA879927A5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3" name="Text Placeholder 7">
            <a:extLst>
              <a:ext uri="{FF2B5EF4-FFF2-40B4-BE49-F238E27FC236}">
                <a16:creationId xmlns:a16="http://schemas.microsoft.com/office/drawing/2014/main" id="{F4CEAE59-88AB-067D-8305-5D60E5C0CC94}"/>
              </a:ext>
            </a:extLst>
          </p:cNvPr>
          <p:cNvSpPr>
            <a:spLocks noGrp="1"/>
          </p:cNvSpPr>
          <p:nvPr>
            <p:ph type="body" sz="quarter" idx="10" hasCustomPrompt="1"/>
          </p:nvPr>
        </p:nvSpPr>
        <p:spPr>
          <a:xfrm>
            <a:off x="619125" y="3621643"/>
            <a:ext cx="1994088" cy="369332"/>
          </a:xfrm>
        </p:spPr>
        <p:txBody>
          <a:bodyPr anchor="b" anchorCtr="0"/>
          <a:lstStyle>
            <a:lvl1pPr marL="0" indent="0">
              <a:buNone/>
              <a:defRPr sz="2000" b="0" i="0">
                <a:solidFill>
                  <a:schemeClr val="tx2"/>
                </a:solidFill>
                <a:latin typeface="Amazon Ember Display" panose="020F0603020204020204" pitchFamily="34" charset="0"/>
              </a:defRPr>
            </a:lvl1pPr>
          </a:lstStyle>
          <a:p>
            <a:pPr lvl="0"/>
            <a:r>
              <a:rPr lang="en-US" dirty="0"/>
              <a:t>Speaker name</a:t>
            </a:r>
          </a:p>
        </p:txBody>
      </p:sp>
      <p:sp>
        <p:nvSpPr>
          <p:cNvPr id="4" name="Text Placeholder 9">
            <a:extLst>
              <a:ext uri="{FF2B5EF4-FFF2-40B4-BE49-F238E27FC236}">
                <a16:creationId xmlns:a16="http://schemas.microsoft.com/office/drawing/2014/main" id="{7ED4E7E8-6939-47DD-F50C-1BE8D7C7AB1B}"/>
              </a:ext>
            </a:extLst>
          </p:cNvPr>
          <p:cNvSpPr>
            <a:spLocks noGrp="1"/>
          </p:cNvSpPr>
          <p:nvPr>
            <p:ph type="body" sz="quarter" idx="11" hasCustomPrompt="1"/>
          </p:nvPr>
        </p:nvSpPr>
        <p:spPr>
          <a:xfrm>
            <a:off x="619125" y="3990975"/>
            <a:ext cx="1994088" cy="535531"/>
          </a:xfrm>
        </p:spPr>
        <p:txBody>
          <a:bodyPr/>
          <a:lstStyle>
            <a:lvl1pPr marL="0" indent="0">
              <a:spcAft>
                <a:spcPts val="600"/>
              </a:spcAft>
              <a:buNone/>
              <a:defRPr sz="1600" b="0" i="0">
                <a:solidFill>
                  <a:schemeClr val="tx2"/>
                </a:solidFill>
                <a:latin typeface="Amazon Ember Display" panose="020F0603020204020204" pitchFamily="34" charset="0"/>
              </a:defRPr>
            </a:lvl1pPr>
          </a:lstStyle>
          <a:p>
            <a:pPr lvl="0"/>
            <a:r>
              <a:rPr lang="en-US" dirty="0"/>
              <a:t>Speaker contact info (email or socials)</a:t>
            </a:r>
          </a:p>
        </p:txBody>
      </p:sp>
      <p:sp>
        <p:nvSpPr>
          <p:cNvPr id="5" name="Text Placeholder 7">
            <a:extLst>
              <a:ext uri="{FF2B5EF4-FFF2-40B4-BE49-F238E27FC236}">
                <a16:creationId xmlns:a16="http://schemas.microsoft.com/office/drawing/2014/main" id="{B0E08B7E-513C-0B0B-9DC0-33A10068E811}"/>
              </a:ext>
            </a:extLst>
          </p:cNvPr>
          <p:cNvSpPr>
            <a:spLocks noGrp="1"/>
          </p:cNvSpPr>
          <p:nvPr>
            <p:ph type="body" sz="quarter" idx="12" hasCustomPrompt="1"/>
          </p:nvPr>
        </p:nvSpPr>
        <p:spPr>
          <a:xfrm>
            <a:off x="2714625" y="3621643"/>
            <a:ext cx="1994088" cy="369332"/>
          </a:xfrm>
        </p:spPr>
        <p:txBody>
          <a:bodyPr anchor="b" anchorCtr="0"/>
          <a:lstStyle>
            <a:lvl1pPr marL="0" indent="0">
              <a:buNone/>
              <a:defRPr sz="2000" b="0" i="0">
                <a:solidFill>
                  <a:schemeClr val="tx2"/>
                </a:solidFill>
                <a:latin typeface="Amazon Ember Display" panose="020F0603020204020204" pitchFamily="34" charset="0"/>
              </a:defRPr>
            </a:lvl1pPr>
          </a:lstStyle>
          <a:p>
            <a:pPr lvl="0"/>
            <a:r>
              <a:rPr lang="en-US" dirty="0"/>
              <a:t>Speaker name</a:t>
            </a:r>
          </a:p>
        </p:txBody>
      </p:sp>
      <p:sp>
        <p:nvSpPr>
          <p:cNvPr id="6" name="Text Placeholder 9">
            <a:extLst>
              <a:ext uri="{FF2B5EF4-FFF2-40B4-BE49-F238E27FC236}">
                <a16:creationId xmlns:a16="http://schemas.microsoft.com/office/drawing/2014/main" id="{21EF1BFC-F8EA-31FF-2ECB-6FE640057D1C}"/>
              </a:ext>
            </a:extLst>
          </p:cNvPr>
          <p:cNvSpPr>
            <a:spLocks noGrp="1"/>
          </p:cNvSpPr>
          <p:nvPr>
            <p:ph type="body" sz="quarter" idx="13" hasCustomPrompt="1"/>
          </p:nvPr>
        </p:nvSpPr>
        <p:spPr>
          <a:xfrm>
            <a:off x="2714625" y="3990975"/>
            <a:ext cx="1994088" cy="535531"/>
          </a:xfrm>
        </p:spPr>
        <p:txBody>
          <a:bodyPr/>
          <a:lstStyle>
            <a:lvl1pPr marL="0" indent="0">
              <a:spcAft>
                <a:spcPts val="600"/>
              </a:spcAft>
              <a:buNone/>
              <a:defRPr sz="1600" b="0" i="0">
                <a:solidFill>
                  <a:schemeClr val="tx2"/>
                </a:solidFill>
                <a:latin typeface="Amazon Ember Display" panose="020F0603020204020204" pitchFamily="34" charset="0"/>
              </a:defRPr>
            </a:lvl1pPr>
          </a:lstStyle>
          <a:p>
            <a:pPr lvl="0"/>
            <a:r>
              <a:rPr lang="en-US" dirty="0"/>
              <a:t>Speaker contact info (email or socials)</a:t>
            </a:r>
          </a:p>
        </p:txBody>
      </p:sp>
      <p:sp>
        <p:nvSpPr>
          <p:cNvPr id="7" name="Text Placeholder 7">
            <a:extLst>
              <a:ext uri="{FF2B5EF4-FFF2-40B4-BE49-F238E27FC236}">
                <a16:creationId xmlns:a16="http://schemas.microsoft.com/office/drawing/2014/main" id="{BCF5D785-7779-B4A7-1593-D9E4005D4186}"/>
              </a:ext>
            </a:extLst>
          </p:cNvPr>
          <p:cNvSpPr>
            <a:spLocks noGrp="1"/>
          </p:cNvSpPr>
          <p:nvPr>
            <p:ph type="body" sz="quarter" idx="14" hasCustomPrompt="1"/>
          </p:nvPr>
        </p:nvSpPr>
        <p:spPr>
          <a:xfrm>
            <a:off x="4810125" y="3621643"/>
            <a:ext cx="1994088" cy="369332"/>
          </a:xfrm>
        </p:spPr>
        <p:txBody>
          <a:bodyPr anchor="b" anchorCtr="0"/>
          <a:lstStyle>
            <a:lvl1pPr marL="0" indent="0">
              <a:buNone/>
              <a:defRPr sz="2000" b="0" i="0">
                <a:solidFill>
                  <a:schemeClr val="tx2"/>
                </a:solidFill>
                <a:latin typeface="Amazon Ember Display" panose="020F0603020204020204" pitchFamily="34" charset="0"/>
              </a:defRPr>
            </a:lvl1pPr>
          </a:lstStyle>
          <a:p>
            <a:pPr lvl="0"/>
            <a:r>
              <a:rPr lang="en-US" dirty="0"/>
              <a:t>Speaker name</a:t>
            </a:r>
          </a:p>
        </p:txBody>
      </p:sp>
      <p:sp>
        <p:nvSpPr>
          <p:cNvPr id="9" name="Text Placeholder 9">
            <a:extLst>
              <a:ext uri="{FF2B5EF4-FFF2-40B4-BE49-F238E27FC236}">
                <a16:creationId xmlns:a16="http://schemas.microsoft.com/office/drawing/2014/main" id="{6C67EAE0-22D8-7774-6075-2E7C8D357946}"/>
              </a:ext>
            </a:extLst>
          </p:cNvPr>
          <p:cNvSpPr>
            <a:spLocks noGrp="1"/>
          </p:cNvSpPr>
          <p:nvPr>
            <p:ph type="body" sz="quarter" idx="15" hasCustomPrompt="1"/>
          </p:nvPr>
        </p:nvSpPr>
        <p:spPr>
          <a:xfrm>
            <a:off x="4810125" y="3990975"/>
            <a:ext cx="1994088" cy="535531"/>
          </a:xfrm>
        </p:spPr>
        <p:txBody>
          <a:bodyPr/>
          <a:lstStyle>
            <a:lvl1pPr marL="0" indent="0">
              <a:spcAft>
                <a:spcPts val="600"/>
              </a:spcAft>
              <a:buNone/>
              <a:defRPr sz="1600" b="0" i="0">
                <a:solidFill>
                  <a:schemeClr val="tx2"/>
                </a:solidFill>
                <a:latin typeface="Amazon Ember Display" panose="020F0603020204020204" pitchFamily="34" charset="0"/>
              </a:defRPr>
            </a:lvl1pPr>
          </a:lstStyle>
          <a:p>
            <a:pPr lvl="0"/>
            <a:r>
              <a:rPr lang="en-US" dirty="0"/>
              <a:t>Speaker contact info (email or socials)</a:t>
            </a:r>
          </a:p>
        </p:txBody>
      </p:sp>
      <p:sp>
        <p:nvSpPr>
          <p:cNvPr id="20" name="TextBox 19">
            <a:extLst>
              <a:ext uri="{FF2B5EF4-FFF2-40B4-BE49-F238E27FC236}">
                <a16:creationId xmlns:a16="http://schemas.microsoft.com/office/drawing/2014/main" id="{8B073B14-3FCE-9EBE-8EF4-076D31F5D3A9}"/>
              </a:ext>
            </a:extLst>
          </p:cNvPr>
          <p:cNvSpPr txBox="1"/>
          <p:nvPr userDrawn="1"/>
        </p:nvSpPr>
        <p:spPr>
          <a:xfrm>
            <a:off x="609599" y="2461211"/>
            <a:ext cx="6867525" cy="923330"/>
          </a:xfrm>
          <a:prstGeom prst="rect">
            <a:avLst/>
          </a:prstGeom>
          <a:noFill/>
        </p:spPr>
        <p:txBody>
          <a:bodyPr wrap="square" lIns="0" rtlCol="0">
            <a:noAutofit/>
          </a:bodyPr>
          <a:lstStyle/>
          <a:p>
            <a:r>
              <a:rPr lang="en-US" sz="4800" b="0" i="0" dirty="0">
                <a:solidFill>
                  <a:schemeClr val="tx2"/>
                </a:solidFill>
                <a:latin typeface="Amazon Ember Display" panose="020F0603020204020204" pitchFamily="34" charset="0"/>
              </a:rPr>
              <a:t>Thank you!</a:t>
            </a:r>
          </a:p>
        </p:txBody>
      </p:sp>
      <p:sp>
        <p:nvSpPr>
          <p:cNvPr id="21" name="TextBox 20">
            <a:extLst>
              <a:ext uri="{FF2B5EF4-FFF2-40B4-BE49-F238E27FC236}">
                <a16:creationId xmlns:a16="http://schemas.microsoft.com/office/drawing/2014/main" id="{2B64E461-542C-9DF0-B91E-B36341643F32}"/>
              </a:ext>
            </a:extLst>
          </p:cNvPr>
          <p:cNvSpPr txBox="1"/>
          <p:nvPr userDrawn="1"/>
        </p:nvSpPr>
        <p:spPr>
          <a:xfrm>
            <a:off x="-1352550" y="3771900"/>
            <a:ext cx="65" cy="369332"/>
          </a:xfrm>
          <a:prstGeom prst="rect">
            <a:avLst/>
          </a:prstGeom>
          <a:noFill/>
        </p:spPr>
        <p:txBody>
          <a:bodyPr wrap="none" lIns="0" rIns="0" rtlCol="0">
            <a:spAutoFit/>
          </a:bodyPr>
          <a:lstStyle/>
          <a:p>
            <a:pPr algn="l"/>
            <a:endParaRPr lang="en-US" b="0" i="0" dirty="0" err="1">
              <a:latin typeface="Amazon Ember Display" panose="020F0603020204020204" pitchFamily="34" charset="0"/>
            </a:endParaRPr>
          </a:p>
        </p:txBody>
      </p:sp>
      <p:pic>
        <p:nvPicPr>
          <p:cNvPr id="22" name="Picture 21">
            <a:extLst>
              <a:ext uri="{FF2B5EF4-FFF2-40B4-BE49-F238E27FC236}">
                <a16:creationId xmlns:a16="http://schemas.microsoft.com/office/drawing/2014/main" id="{0625BCAF-5C90-042B-0BAB-CD0E59CCA80B}"/>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0602686" y="5622947"/>
            <a:ext cx="979714" cy="587352"/>
          </a:xfrm>
          <a:prstGeom prst="rect">
            <a:avLst/>
          </a:prstGeom>
        </p:spPr>
      </p:pic>
      <p:sp>
        <p:nvSpPr>
          <p:cNvPr id="2" name="TextBox 1">
            <a:extLst>
              <a:ext uri="{FF2B5EF4-FFF2-40B4-BE49-F238E27FC236}">
                <a16:creationId xmlns:a16="http://schemas.microsoft.com/office/drawing/2014/main" id="{DDEC7666-E95B-BA1B-9CE7-A188F672FA46}"/>
              </a:ext>
            </a:extLst>
          </p:cNvPr>
          <p:cNvSpPr txBox="1"/>
          <p:nvPr userDrawn="1"/>
        </p:nvSpPr>
        <p:spPr>
          <a:xfrm>
            <a:off x="527766" y="6025634"/>
            <a:ext cx="2621230" cy="184666"/>
          </a:xfrm>
          <a:prstGeom prst="rect">
            <a:avLst/>
          </a:prstGeom>
          <a:noFill/>
        </p:spPr>
        <p:txBody>
          <a:bodyPr wrap="none" rtlCol="0">
            <a:spAutoFit/>
          </a:bodyPr>
          <a:lstStyle/>
          <a:p>
            <a:pPr algn="l"/>
            <a:r>
              <a:rPr lang="en-US" sz="600" b="0" i="0" dirty="0">
                <a:solidFill>
                  <a:schemeClr val="tx2"/>
                </a:solidFill>
                <a:latin typeface="Amazon Ember Display" panose="020F0603020204020204" pitchFamily="34" charset="0"/>
              </a:rPr>
              <a:t>© 2025, Amazon Web Services, Inc. or its affiliates. All rights reserved.</a:t>
            </a:r>
          </a:p>
        </p:txBody>
      </p:sp>
    </p:spTree>
    <p:extLst>
      <p:ext uri="{BB962C8B-B14F-4D97-AF65-F5344CB8AC3E}">
        <p14:creationId xmlns:p14="http://schemas.microsoft.com/office/powerpoint/2010/main" val="23770775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Thank You Option 3">
    <p:spTree>
      <p:nvGrpSpPr>
        <p:cNvPr id="1" name=""/>
        <p:cNvGrpSpPr/>
        <p:nvPr/>
      </p:nvGrpSpPr>
      <p:grpSpPr>
        <a:xfrm>
          <a:off x="0" y="0"/>
          <a:ext cx="0" cy="0"/>
          <a:chOff x="0" y="0"/>
          <a:chExt cx="0" cy="0"/>
        </a:xfrm>
      </p:grpSpPr>
      <p:pic>
        <p:nvPicPr>
          <p:cNvPr id="23" name="Picture 22">
            <a:extLst>
              <a:ext uri="{FF2B5EF4-FFF2-40B4-BE49-F238E27FC236}">
                <a16:creationId xmlns:a16="http://schemas.microsoft.com/office/drawing/2014/main" id="{00EE6D9C-875B-CBBD-B13E-569C0B9A8F7D}"/>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3" name="Text Placeholder 7">
            <a:extLst>
              <a:ext uri="{FF2B5EF4-FFF2-40B4-BE49-F238E27FC236}">
                <a16:creationId xmlns:a16="http://schemas.microsoft.com/office/drawing/2014/main" id="{C3E01366-E822-32FE-65C0-B3B4125945BA}"/>
              </a:ext>
            </a:extLst>
          </p:cNvPr>
          <p:cNvSpPr>
            <a:spLocks noGrp="1"/>
          </p:cNvSpPr>
          <p:nvPr>
            <p:ph type="body" sz="quarter" idx="10" hasCustomPrompt="1"/>
          </p:nvPr>
        </p:nvSpPr>
        <p:spPr>
          <a:xfrm>
            <a:off x="619125" y="3621643"/>
            <a:ext cx="1994088" cy="369332"/>
          </a:xfrm>
        </p:spPr>
        <p:txBody>
          <a:bodyPr anchor="b" anchorCtr="0"/>
          <a:lstStyle>
            <a:lvl1pPr marL="0" indent="0">
              <a:buNone/>
              <a:defRPr sz="2000" b="0" i="0">
                <a:solidFill>
                  <a:schemeClr val="tx2"/>
                </a:solidFill>
                <a:latin typeface="Amazon Ember Display" panose="020F0603020204020204" pitchFamily="34" charset="0"/>
              </a:defRPr>
            </a:lvl1pPr>
          </a:lstStyle>
          <a:p>
            <a:pPr lvl="0"/>
            <a:r>
              <a:rPr lang="en-US" dirty="0"/>
              <a:t>Speaker name</a:t>
            </a:r>
          </a:p>
        </p:txBody>
      </p:sp>
      <p:sp>
        <p:nvSpPr>
          <p:cNvPr id="4" name="Text Placeholder 9">
            <a:extLst>
              <a:ext uri="{FF2B5EF4-FFF2-40B4-BE49-F238E27FC236}">
                <a16:creationId xmlns:a16="http://schemas.microsoft.com/office/drawing/2014/main" id="{1E78FCF9-F25E-3767-EB4A-8D919FAD0C7D}"/>
              </a:ext>
            </a:extLst>
          </p:cNvPr>
          <p:cNvSpPr>
            <a:spLocks noGrp="1"/>
          </p:cNvSpPr>
          <p:nvPr>
            <p:ph type="body" sz="quarter" idx="11" hasCustomPrompt="1"/>
          </p:nvPr>
        </p:nvSpPr>
        <p:spPr>
          <a:xfrm>
            <a:off x="619125" y="3990975"/>
            <a:ext cx="1994088" cy="535531"/>
          </a:xfrm>
        </p:spPr>
        <p:txBody>
          <a:bodyPr/>
          <a:lstStyle>
            <a:lvl1pPr marL="0" indent="0">
              <a:spcAft>
                <a:spcPts val="600"/>
              </a:spcAft>
              <a:buNone/>
              <a:defRPr sz="1600" b="0" i="0">
                <a:solidFill>
                  <a:schemeClr val="tx2"/>
                </a:solidFill>
                <a:latin typeface="Amazon Ember Display" panose="020F0603020204020204" pitchFamily="34" charset="0"/>
              </a:defRPr>
            </a:lvl1pPr>
          </a:lstStyle>
          <a:p>
            <a:pPr lvl="0"/>
            <a:r>
              <a:rPr lang="en-US" dirty="0"/>
              <a:t>Speaker contact info (email or socials)</a:t>
            </a:r>
          </a:p>
        </p:txBody>
      </p:sp>
      <p:sp>
        <p:nvSpPr>
          <p:cNvPr id="5" name="Text Placeholder 7">
            <a:extLst>
              <a:ext uri="{FF2B5EF4-FFF2-40B4-BE49-F238E27FC236}">
                <a16:creationId xmlns:a16="http://schemas.microsoft.com/office/drawing/2014/main" id="{4A1C9D7C-4935-7A74-21C6-B88B45377B89}"/>
              </a:ext>
            </a:extLst>
          </p:cNvPr>
          <p:cNvSpPr>
            <a:spLocks noGrp="1"/>
          </p:cNvSpPr>
          <p:nvPr>
            <p:ph type="body" sz="quarter" idx="12" hasCustomPrompt="1"/>
          </p:nvPr>
        </p:nvSpPr>
        <p:spPr>
          <a:xfrm>
            <a:off x="2714625" y="3621643"/>
            <a:ext cx="1994088" cy="369332"/>
          </a:xfrm>
        </p:spPr>
        <p:txBody>
          <a:bodyPr anchor="b" anchorCtr="0"/>
          <a:lstStyle>
            <a:lvl1pPr marL="0" indent="0">
              <a:buNone/>
              <a:defRPr sz="2000" b="0" i="0">
                <a:solidFill>
                  <a:schemeClr val="tx2"/>
                </a:solidFill>
                <a:latin typeface="Amazon Ember Display" panose="020F0603020204020204" pitchFamily="34" charset="0"/>
              </a:defRPr>
            </a:lvl1pPr>
          </a:lstStyle>
          <a:p>
            <a:pPr lvl="0"/>
            <a:r>
              <a:rPr lang="en-US" dirty="0"/>
              <a:t>Speaker name</a:t>
            </a:r>
          </a:p>
        </p:txBody>
      </p:sp>
      <p:sp>
        <p:nvSpPr>
          <p:cNvPr id="6" name="Text Placeholder 9">
            <a:extLst>
              <a:ext uri="{FF2B5EF4-FFF2-40B4-BE49-F238E27FC236}">
                <a16:creationId xmlns:a16="http://schemas.microsoft.com/office/drawing/2014/main" id="{20D6E1ED-92EF-4477-D94E-EDA210EF8854}"/>
              </a:ext>
            </a:extLst>
          </p:cNvPr>
          <p:cNvSpPr>
            <a:spLocks noGrp="1"/>
          </p:cNvSpPr>
          <p:nvPr>
            <p:ph type="body" sz="quarter" idx="13" hasCustomPrompt="1"/>
          </p:nvPr>
        </p:nvSpPr>
        <p:spPr>
          <a:xfrm>
            <a:off x="2714625" y="3990975"/>
            <a:ext cx="1994088" cy="535531"/>
          </a:xfrm>
        </p:spPr>
        <p:txBody>
          <a:bodyPr/>
          <a:lstStyle>
            <a:lvl1pPr marL="0" indent="0">
              <a:spcAft>
                <a:spcPts val="600"/>
              </a:spcAft>
              <a:buNone/>
              <a:defRPr sz="1600" b="0" i="0">
                <a:solidFill>
                  <a:schemeClr val="tx2"/>
                </a:solidFill>
                <a:latin typeface="Amazon Ember Display" panose="020F0603020204020204" pitchFamily="34" charset="0"/>
              </a:defRPr>
            </a:lvl1pPr>
          </a:lstStyle>
          <a:p>
            <a:pPr lvl="0"/>
            <a:r>
              <a:rPr lang="en-US" dirty="0"/>
              <a:t>Speaker contact info (email or socials)</a:t>
            </a:r>
          </a:p>
        </p:txBody>
      </p:sp>
      <p:sp>
        <p:nvSpPr>
          <p:cNvPr id="7" name="Text Placeholder 7">
            <a:extLst>
              <a:ext uri="{FF2B5EF4-FFF2-40B4-BE49-F238E27FC236}">
                <a16:creationId xmlns:a16="http://schemas.microsoft.com/office/drawing/2014/main" id="{3F1AB78F-B9B6-3B94-6F03-015F0598F319}"/>
              </a:ext>
            </a:extLst>
          </p:cNvPr>
          <p:cNvSpPr>
            <a:spLocks noGrp="1"/>
          </p:cNvSpPr>
          <p:nvPr>
            <p:ph type="body" sz="quarter" idx="14" hasCustomPrompt="1"/>
          </p:nvPr>
        </p:nvSpPr>
        <p:spPr>
          <a:xfrm>
            <a:off x="4810125" y="3621643"/>
            <a:ext cx="1994088" cy="369332"/>
          </a:xfrm>
        </p:spPr>
        <p:txBody>
          <a:bodyPr anchor="b" anchorCtr="0"/>
          <a:lstStyle>
            <a:lvl1pPr marL="0" indent="0">
              <a:buNone/>
              <a:defRPr sz="2000" b="0" i="0">
                <a:solidFill>
                  <a:schemeClr val="tx2"/>
                </a:solidFill>
                <a:latin typeface="Amazon Ember Display" panose="020F0603020204020204" pitchFamily="34" charset="0"/>
              </a:defRPr>
            </a:lvl1pPr>
          </a:lstStyle>
          <a:p>
            <a:pPr lvl="0"/>
            <a:r>
              <a:rPr lang="en-US" dirty="0"/>
              <a:t>Speaker name</a:t>
            </a:r>
          </a:p>
        </p:txBody>
      </p:sp>
      <p:sp>
        <p:nvSpPr>
          <p:cNvPr id="9" name="Text Placeholder 9">
            <a:extLst>
              <a:ext uri="{FF2B5EF4-FFF2-40B4-BE49-F238E27FC236}">
                <a16:creationId xmlns:a16="http://schemas.microsoft.com/office/drawing/2014/main" id="{7B0FD9D2-77A6-9253-CB15-84E1C403FB55}"/>
              </a:ext>
            </a:extLst>
          </p:cNvPr>
          <p:cNvSpPr>
            <a:spLocks noGrp="1"/>
          </p:cNvSpPr>
          <p:nvPr>
            <p:ph type="body" sz="quarter" idx="15" hasCustomPrompt="1"/>
          </p:nvPr>
        </p:nvSpPr>
        <p:spPr>
          <a:xfrm>
            <a:off x="4810125" y="3990975"/>
            <a:ext cx="1994088" cy="535531"/>
          </a:xfrm>
        </p:spPr>
        <p:txBody>
          <a:bodyPr/>
          <a:lstStyle>
            <a:lvl1pPr marL="0" indent="0">
              <a:spcAft>
                <a:spcPts val="600"/>
              </a:spcAft>
              <a:buNone/>
              <a:defRPr sz="1600" b="0" i="0">
                <a:solidFill>
                  <a:schemeClr val="tx2"/>
                </a:solidFill>
                <a:latin typeface="Amazon Ember Display" panose="020F0603020204020204" pitchFamily="34" charset="0"/>
              </a:defRPr>
            </a:lvl1pPr>
          </a:lstStyle>
          <a:p>
            <a:pPr lvl="0"/>
            <a:r>
              <a:rPr lang="en-US" dirty="0"/>
              <a:t>Speaker contact info (email or socials)</a:t>
            </a:r>
          </a:p>
        </p:txBody>
      </p:sp>
      <p:sp>
        <p:nvSpPr>
          <p:cNvPr id="20" name="TextBox 19">
            <a:extLst>
              <a:ext uri="{FF2B5EF4-FFF2-40B4-BE49-F238E27FC236}">
                <a16:creationId xmlns:a16="http://schemas.microsoft.com/office/drawing/2014/main" id="{DAE79A02-C451-B664-9107-9D196F3382D7}"/>
              </a:ext>
            </a:extLst>
          </p:cNvPr>
          <p:cNvSpPr txBox="1"/>
          <p:nvPr userDrawn="1"/>
        </p:nvSpPr>
        <p:spPr>
          <a:xfrm>
            <a:off x="609599" y="2461211"/>
            <a:ext cx="6867525" cy="923330"/>
          </a:xfrm>
          <a:prstGeom prst="rect">
            <a:avLst/>
          </a:prstGeom>
          <a:noFill/>
        </p:spPr>
        <p:txBody>
          <a:bodyPr wrap="square" lIns="0" rtlCol="0">
            <a:noAutofit/>
          </a:bodyPr>
          <a:lstStyle/>
          <a:p>
            <a:r>
              <a:rPr lang="en-US" sz="4800" b="0" i="0" dirty="0">
                <a:solidFill>
                  <a:schemeClr val="tx2"/>
                </a:solidFill>
                <a:latin typeface="Amazon Ember Display" panose="020F0603020204020204" pitchFamily="34" charset="0"/>
              </a:rPr>
              <a:t>Thank you!</a:t>
            </a:r>
          </a:p>
        </p:txBody>
      </p:sp>
      <p:sp>
        <p:nvSpPr>
          <p:cNvPr id="21" name="TextBox 20">
            <a:extLst>
              <a:ext uri="{FF2B5EF4-FFF2-40B4-BE49-F238E27FC236}">
                <a16:creationId xmlns:a16="http://schemas.microsoft.com/office/drawing/2014/main" id="{1416FB4C-1D1E-4119-B730-03DD2E265086}"/>
              </a:ext>
            </a:extLst>
          </p:cNvPr>
          <p:cNvSpPr txBox="1"/>
          <p:nvPr userDrawn="1"/>
        </p:nvSpPr>
        <p:spPr>
          <a:xfrm>
            <a:off x="-1352550" y="3771900"/>
            <a:ext cx="65" cy="369332"/>
          </a:xfrm>
          <a:prstGeom prst="rect">
            <a:avLst/>
          </a:prstGeom>
          <a:noFill/>
        </p:spPr>
        <p:txBody>
          <a:bodyPr wrap="none" lIns="0" rIns="0" rtlCol="0">
            <a:spAutoFit/>
          </a:bodyPr>
          <a:lstStyle/>
          <a:p>
            <a:pPr algn="l"/>
            <a:endParaRPr lang="en-US" b="0" i="0" dirty="0" err="1">
              <a:latin typeface="Amazon Ember Display" panose="020F0603020204020204" pitchFamily="34" charset="0"/>
            </a:endParaRPr>
          </a:p>
        </p:txBody>
      </p:sp>
      <p:pic>
        <p:nvPicPr>
          <p:cNvPr id="22" name="Picture 21">
            <a:extLst>
              <a:ext uri="{FF2B5EF4-FFF2-40B4-BE49-F238E27FC236}">
                <a16:creationId xmlns:a16="http://schemas.microsoft.com/office/drawing/2014/main" id="{30CC1F33-20B4-A2CC-CBF3-F33B6E957A35}"/>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0602686" y="5622947"/>
            <a:ext cx="979714" cy="587352"/>
          </a:xfrm>
          <a:prstGeom prst="rect">
            <a:avLst/>
          </a:prstGeom>
        </p:spPr>
      </p:pic>
      <p:sp>
        <p:nvSpPr>
          <p:cNvPr id="2" name="TextBox 1">
            <a:extLst>
              <a:ext uri="{FF2B5EF4-FFF2-40B4-BE49-F238E27FC236}">
                <a16:creationId xmlns:a16="http://schemas.microsoft.com/office/drawing/2014/main" id="{492CA65A-606C-B6BF-5226-3CAA4640D586}"/>
              </a:ext>
            </a:extLst>
          </p:cNvPr>
          <p:cNvSpPr txBox="1"/>
          <p:nvPr userDrawn="1"/>
        </p:nvSpPr>
        <p:spPr>
          <a:xfrm>
            <a:off x="527766" y="6025634"/>
            <a:ext cx="2621230" cy="184666"/>
          </a:xfrm>
          <a:prstGeom prst="rect">
            <a:avLst/>
          </a:prstGeom>
          <a:noFill/>
        </p:spPr>
        <p:txBody>
          <a:bodyPr wrap="none" rtlCol="0">
            <a:spAutoFit/>
          </a:bodyPr>
          <a:lstStyle/>
          <a:p>
            <a:pPr algn="l"/>
            <a:r>
              <a:rPr lang="en-US" sz="600" b="0" i="0" dirty="0">
                <a:solidFill>
                  <a:schemeClr val="tx2"/>
                </a:solidFill>
                <a:latin typeface="Amazon Ember Display" panose="020F0603020204020204" pitchFamily="34" charset="0"/>
              </a:rPr>
              <a:t>© 2025, Amazon Web Services, Inc. or its affiliates. All rights reserved.</a:t>
            </a:r>
          </a:p>
        </p:txBody>
      </p:sp>
    </p:spTree>
    <p:extLst>
      <p:ext uri="{BB962C8B-B14F-4D97-AF65-F5344CB8AC3E}">
        <p14:creationId xmlns:p14="http://schemas.microsoft.com/office/powerpoint/2010/main" val="10777928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タイトルと縦書きテキスト">
    <p:spTree>
      <p:nvGrpSpPr>
        <p:cNvPr id="1" name=""/>
        <p:cNvGrpSpPr/>
        <p:nvPr/>
      </p:nvGrpSpPr>
      <p:grpSpPr>
        <a:xfrm>
          <a:off x="0" y="0"/>
          <a:ext cx="0" cy="0"/>
          <a:chOff x="0" y="0"/>
          <a:chExt cx="0" cy="0"/>
        </a:xfrm>
      </p:grpSpPr>
      <p:sp>
        <p:nvSpPr>
          <p:cNvPr id="3" name="Vertical Text Placeholder 2">
            <a:extLst>
              <a:ext uri="{FF2B5EF4-FFF2-40B4-BE49-F238E27FC236}">
                <a16:creationId xmlns:a16="http://schemas.microsoft.com/office/drawing/2014/main" id="{9E93D77A-024C-472F-B312-4E06A5BAE0BA}"/>
              </a:ext>
            </a:extLst>
          </p:cNvPr>
          <p:cNvSpPr>
            <a:spLocks noGrp="1"/>
          </p:cNvSpPr>
          <p:nvPr>
            <p:ph type="body" orient="vert" idx="1"/>
          </p:nvPr>
        </p:nvSpPr>
        <p:spPr>
          <a:xfrm>
            <a:off x="9350967" y="1376363"/>
            <a:ext cx="2506071" cy="4491317"/>
          </a:xfrm>
        </p:spPr>
        <p:txBody>
          <a:bodyPr vert="eaVert"/>
          <a:lstStyle>
            <a:lvl1pPr marL="457200" indent="-457200">
              <a:buFont typeface="Arial" panose="020B0604020202020204" pitchFamily="34" charset="0"/>
              <a:buChar char="•"/>
              <a:defRPr b="0" i="0">
                <a:latin typeface="Amazon Ember Display" panose="020F0603020204020204" pitchFamily="34" charset="0"/>
              </a:defRPr>
            </a:lvl1pPr>
            <a:lvl2pPr marL="628650" indent="-342900">
              <a:buFont typeface="Arial" panose="020B0604020202020204" pitchFamily="34" charset="0"/>
              <a:buChar char="•"/>
              <a:defRPr b="0" i="0">
                <a:latin typeface="Amazon Ember Display" panose="020F0603020204020204" pitchFamily="34" charset="0"/>
              </a:defRPr>
            </a:lvl2pPr>
            <a:lvl3pPr marL="971550" indent="-342900">
              <a:buFont typeface="Arial" panose="020B0604020202020204" pitchFamily="34" charset="0"/>
              <a:buChar char="•"/>
              <a:defRPr b="0" i="0">
                <a:latin typeface="Amazon Ember Display" panose="020F0603020204020204" pitchFamily="34" charset="0"/>
              </a:defRPr>
            </a:lvl3pPr>
            <a:lvl4pPr marL="1144588" indent="-285750">
              <a:buFont typeface="Arial" panose="020B0604020202020204" pitchFamily="34" charset="0"/>
              <a:buChar char="•"/>
              <a:defRPr b="0" i="0">
                <a:latin typeface="Amazon Ember Display" panose="020F0603020204020204" pitchFamily="34" charset="0"/>
              </a:defRPr>
            </a:lvl4pPr>
            <a:lvl5pPr marL="1316038" indent="-285750">
              <a:buFont typeface="Arial" panose="020B0604020202020204" pitchFamily="34" charset="0"/>
              <a:buChar char="•"/>
              <a:defRPr b="0" i="0">
                <a:latin typeface="Amazon Ember Display" panose="020F0603020204020204" pitchFamily="34" charset="0"/>
              </a:defRPr>
            </a:lvl5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Date Placeholder 3">
            <a:extLst>
              <a:ext uri="{FF2B5EF4-FFF2-40B4-BE49-F238E27FC236}">
                <a16:creationId xmlns:a16="http://schemas.microsoft.com/office/drawing/2014/main" id="{7D7BCF1F-274F-4C05-8696-189CDAE0C33B}"/>
              </a:ext>
            </a:extLst>
          </p:cNvPr>
          <p:cNvSpPr>
            <a:spLocks noGrp="1"/>
          </p:cNvSpPr>
          <p:nvPr>
            <p:ph type="dt" sz="half" idx="10"/>
          </p:nvPr>
        </p:nvSpPr>
        <p:spPr/>
        <p:txBody>
          <a:bodyPr/>
          <a:lstStyle>
            <a:lvl1pPr>
              <a:defRPr b="0" i="0">
                <a:latin typeface="Amazon Ember Display" panose="020F0603020204020204" pitchFamily="34" charset="0"/>
              </a:defRPr>
            </a:lvl1pPr>
          </a:lstStyle>
          <a:p>
            <a:fld id="{B9419CB5-94BF-844B-9FE1-2557A7F8579D}" type="datetime1">
              <a:rPr lang="ja-JP" altLang="en-US" smtClean="0"/>
              <a:t>2026/1/26</a:t>
            </a:fld>
            <a:endParaRPr lang="en-US" dirty="0"/>
          </a:p>
        </p:txBody>
      </p:sp>
      <p:sp>
        <p:nvSpPr>
          <p:cNvPr id="5" name="Footer Placeholder 4">
            <a:extLst>
              <a:ext uri="{FF2B5EF4-FFF2-40B4-BE49-F238E27FC236}">
                <a16:creationId xmlns:a16="http://schemas.microsoft.com/office/drawing/2014/main" id="{34FBB62C-DD5C-4CC6-98BC-330285579B79}"/>
              </a:ext>
            </a:extLst>
          </p:cNvPr>
          <p:cNvSpPr>
            <a:spLocks noGrp="1"/>
          </p:cNvSpPr>
          <p:nvPr>
            <p:ph type="ftr" sz="quarter" idx="11"/>
          </p:nvPr>
        </p:nvSpPr>
        <p:spPr/>
        <p:txBody>
          <a:bodyPr/>
          <a:lstStyle>
            <a:lvl1pPr>
              <a:defRPr b="0" i="0">
                <a:latin typeface="Amazon Ember Display" panose="020F0603020204020204" pitchFamily="34" charset="0"/>
              </a:defRPr>
            </a:lvl1pPr>
          </a:lstStyle>
          <a:p>
            <a:endParaRPr lang="en-US" dirty="0"/>
          </a:p>
        </p:txBody>
      </p:sp>
      <p:sp>
        <p:nvSpPr>
          <p:cNvPr id="6" name="Slide Number Placeholder 5">
            <a:extLst>
              <a:ext uri="{FF2B5EF4-FFF2-40B4-BE49-F238E27FC236}">
                <a16:creationId xmlns:a16="http://schemas.microsoft.com/office/drawing/2014/main" id="{310D4DAD-D906-4444-864A-7CED33CEDEB5}"/>
              </a:ext>
            </a:extLst>
          </p:cNvPr>
          <p:cNvSpPr>
            <a:spLocks noGrp="1"/>
          </p:cNvSpPr>
          <p:nvPr>
            <p:ph type="sldNum" sz="quarter" idx="12"/>
          </p:nvPr>
        </p:nvSpPr>
        <p:spPr/>
        <p:txBody>
          <a:bodyPr/>
          <a:lstStyle>
            <a:lvl1pPr>
              <a:defRPr b="0" i="0">
                <a:latin typeface="Amazon Ember Display" panose="020F0603020204020204" pitchFamily="34" charset="0"/>
              </a:defRPr>
            </a:lvl1pPr>
          </a:lstStyle>
          <a:p>
            <a:fld id="{625061DB-7406-41C8-A121-52D8D4484FD1}" type="slidenum">
              <a:rPr lang="en-US" smtClean="0"/>
              <a:pPr/>
              <a:t>‹#›</a:t>
            </a:fld>
            <a:endParaRPr lang="en-US" dirty="0"/>
          </a:p>
        </p:txBody>
      </p:sp>
      <p:sp>
        <p:nvSpPr>
          <p:cNvPr id="7" name="タイトル 6">
            <a:extLst>
              <a:ext uri="{FF2B5EF4-FFF2-40B4-BE49-F238E27FC236}">
                <a16:creationId xmlns:a16="http://schemas.microsoft.com/office/drawing/2014/main" id="{301F7150-BCED-1983-0D50-D4FF6DB72303}"/>
              </a:ext>
            </a:extLst>
          </p:cNvPr>
          <p:cNvSpPr>
            <a:spLocks noGrp="1"/>
          </p:cNvSpPr>
          <p:nvPr>
            <p:ph type="title"/>
          </p:nvPr>
        </p:nvSpPr>
        <p:spPr/>
        <p:txBody>
          <a:bodyPr/>
          <a:lstStyle/>
          <a:p>
            <a:r>
              <a:rPr kumimoji="1" lang="ja-JP" altLang="en-US"/>
              <a:t>マスター タイトルの書式設定</a:t>
            </a:r>
          </a:p>
        </p:txBody>
      </p:sp>
    </p:spTree>
    <p:extLst>
      <p:ext uri="{BB962C8B-B14F-4D97-AF65-F5344CB8AC3E}">
        <p14:creationId xmlns:p14="http://schemas.microsoft.com/office/powerpoint/2010/main" val="24840977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5.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2F2CA4B-F100-498A-9F95-D1048E98B369}"/>
              </a:ext>
            </a:extLst>
          </p:cNvPr>
          <p:cNvSpPr>
            <a:spLocks noGrp="1"/>
          </p:cNvSpPr>
          <p:nvPr>
            <p:ph type="title" orient="vert"/>
          </p:nvPr>
        </p:nvSpPr>
        <p:spPr>
          <a:xfrm>
            <a:off x="8999538" y="914399"/>
            <a:ext cx="2857500" cy="5295901"/>
          </a:xfrm>
          <a:prstGeom prst="rect">
            <a:avLst/>
          </a:prstGeom>
        </p:spPr>
        <p:txBody>
          <a:bodyPr vert="eaVert">
            <a:normAutofit/>
          </a:bodyPr>
          <a:lstStyle>
            <a:lvl1pPr>
              <a:defRPr sz="3600" b="0" i="0">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r>
              <a:rPr lang="ja-JP" altLang="en-US"/>
              <a:t>マスター タイトルの書式設定</a:t>
            </a:r>
            <a:endParaRPr lang="en-US" dirty="0"/>
          </a:p>
        </p:txBody>
      </p:sp>
      <p:sp>
        <p:nvSpPr>
          <p:cNvPr id="3" name="Vertical Text Placeholder 2">
            <a:extLst>
              <a:ext uri="{FF2B5EF4-FFF2-40B4-BE49-F238E27FC236}">
                <a16:creationId xmlns:a16="http://schemas.microsoft.com/office/drawing/2014/main" id="{64442DEB-18AA-41C3-A034-B81C2006971D}"/>
              </a:ext>
            </a:extLst>
          </p:cNvPr>
          <p:cNvSpPr>
            <a:spLocks noGrp="1"/>
          </p:cNvSpPr>
          <p:nvPr>
            <p:ph type="body" orient="vert" idx="1"/>
          </p:nvPr>
        </p:nvSpPr>
        <p:spPr>
          <a:xfrm>
            <a:off x="6341067" y="914399"/>
            <a:ext cx="2506071" cy="5295901"/>
          </a:xfrm>
        </p:spPr>
        <p:txBody>
          <a:bodyPr vert="eaVert"/>
          <a:lstStyle>
            <a:lvl1pPr marL="457200" indent="-457200">
              <a:buFont typeface="Arial" panose="020B0604020202020204" pitchFamily="34" charset="0"/>
              <a:buChar char="•"/>
              <a:defRPr b="0" i="0">
                <a:latin typeface="Amazon Ember Display" panose="020F0603020204020204" pitchFamily="34" charset="0"/>
              </a:defRPr>
            </a:lvl1pPr>
            <a:lvl2pPr marL="628650" indent="-342900">
              <a:buFont typeface="Arial" panose="020B0604020202020204" pitchFamily="34" charset="0"/>
              <a:buChar char="•"/>
              <a:defRPr b="0" i="0">
                <a:latin typeface="Amazon Ember Display" panose="020F0603020204020204" pitchFamily="34" charset="0"/>
              </a:defRPr>
            </a:lvl2pPr>
            <a:lvl3pPr marL="971550" indent="-342900">
              <a:buFont typeface="Arial" panose="020B0604020202020204" pitchFamily="34" charset="0"/>
              <a:buChar char="•"/>
              <a:defRPr b="0" i="0">
                <a:latin typeface="Amazon Ember Display" panose="020F0603020204020204" pitchFamily="34" charset="0"/>
              </a:defRPr>
            </a:lvl3pPr>
            <a:lvl4pPr marL="1144588" indent="-285750">
              <a:buFont typeface="Arial" panose="020B0604020202020204" pitchFamily="34" charset="0"/>
              <a:buChar char="•"/>
              <a:defRPr b="0" i="0">
                <a:latin typeface="Amazon Ember Display" panose="020F0603020204020204" pitchFamily="34" charset="0"/>
              </a:defRPr>
            </a:lvl4pPr>
            <a:lvl5pPr marL="1316038" indent="-285750">
              <a:buFont typeface="Arial" panose="020B0604020202020204" pitchFamily="34" charset="0"/>
              <a:buChar char="•"/>
              <a:defRPr b="0" i="0">
                <a:latin typeface="Amazon Ember Display" panose="020F0603020204020204" pitchFamily="34" charset="0"/>
              </a:defRPr>
            </a:lvl5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Date Placeholder 3">
            <a:extLst>
              <a:ext uri="{FF2B5EF4-FFF2-40B4-BE49-F238E27FC236}">
                <a16:creationId xmlns:a16="http://schemas.microsoft.com/office/drawing/2014/main" id="{0D98874D-2362-4107-9CFB-6624C519CF0C}"/>
              </a:ext>
            </a:extLst>
          </p:cNvPr>
          <p:cNvSpPr>
            <a:spLocks noGrp="1"/>
          </p:cNvSpPr>
          <p:nvPr>
            <p:ph type="dt" sz="half" idx="10"/>
          </p:nvPr>
        </p:nvSpPr>
        <p:spPr/>
        <p:txBody>
          <a:bodyPr/>
          <a:lstStyle>
            <a:lvl1pPr>
              <a:defRPr b="0" i="0">
                <a:latin typeface="Amazon Ember Display" panose="020F0603020204020204" pitchFamily="34" charset="0"/>
              </a:defRPr>
            </a:lvl1pPr>
          </a:lstStyle>
          <a:p>
            <a:fld id="{AAC35C94-FDFA-C446-91F8-C91AFA494418}" type="datetime1">
              <a:rPr lang="ja-JP" altLang="en-US" smtClean="0"/>
              <a:t>2026/1/26</a:t>
            </a:fld>
            <a:endParaRPr lang="en-US" dirty="0"/>
          </a:p>
        </p:txBody>
      </p:sp>
      <p:sp>
        <p:nvSpPr>
          <p:cNvPr id="5" name="Footer Placeholder 4">
            <a:extLst>
              <a:ext uri="{FF2B5EF4-FFF2-40B4-BE49-F238E27FC236}">
                <a16:creationId xmlns:a16="http://schemas.microsoft.com/office/drawing/2014/main" id="{0C81FEF1-5834-4539-A37C-ED5E275C6D22}"/>
              </a:ext>
            </a:extLst>
          </p:cNvPr>
          <p:cNvSpPr>
            <a:spLocks noGrp="1"/>
          </p:cNvSpPr>
          <p:nvPr>
            <p:ph type="ftr" sz="quarter" idx="11"/>
          </p:nvPr>
        </p:nvSpPr>
        <p:spPr/>
        <p:txBody>
          <a:bodyPr/>
          <a:lstStyle>
            <a:lvl1pPr>
              <a:defRPr b="0" i="0">
                <a:latin typeface="Amazon Ember Display" panose="020F0603020204020204" pitchFamily="34" charset="0"/>
              </a:defRPr>
            </a:lvl1pPr>
          </a:lstStyle>
          <a:p>
            <a:endParaRPr lang="en-US" dirty="0"/>
          </a:p>
        </p:txBody>
      </p:sp>
      <p:sp>
        <p:nvSpPr>
          <p:cNvPr id="6" name="Slide Number Placeholder 5">
            <a:extLst>
              <a:ext uri="{FF2B5EF4-FFF2-40B4-BE49-F238E27FC236}">
                <a16:creationId xmlns:a16="http://schemas.microsoft.com/office/drawing/2014/main" id="{F0AA1474-147C-4D4E-B55D-24F747B205EB}"/>
              </a:ext>
            </a:extLst>
          </p:cNvPr>
          <p:cNvSpPr>
            <a:spLocks noGrp="1"/>
          </p:cNvSpPr>
          <p:nvPr>
            <p:ph type="sldNum" sz="quarter" idx="12"/>
          </p:nvPr>
        </p:nvSpPr>
        <p:spPr/>
        <p:txBody>
          <a:bodyPr/>
          <a:lstStyle>
            <a:lvl1pPr>
              <a:defRPr b="0" i="0">
                <a:latin typeface="Amazon Ember Display" panose="020F0603020204020204" pitchFamily="34" charset="0"/>
              </a:defRPr>
            </a:lvl1pPr>
          </a:lstStyle>
          <a:p>
            <a:fld id="{625061DB-7406-41C8-A121-52D8D4484FD1}" type="slidenum">
              <a:rPr lang="en-US" smtClean="0"/>
              <a:pPr/>
              <a:t>‹#›</a:t>
            </a:fld>
            <a:endParaRPr lang="en-US" dirty="0"/>
          </a:p>
        </p:txBody>
      </p:sp>
    </p:spTree>
    <p:extLst>
      <p:ext uri="{BB962C8B-B14F-4D97-AF65-F5344CB8AC3E}">
        <p14:creationId xmlns:p14="http://schemas.microsoft.com/office/powerpoint/2010/main" val="28477484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Do Not Use">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3A4731D4-24B7-407D-A119-09109E0E0D80}"/>
              </a:ext>
            </a:extLst>
          </p:cNvPr>
          <p:cNvSpPr txBox="1"/>
          <p:nvPr userDrawn="1"/>
        </p:nvSpPr>
        <p:spPr>
          <a:xfrm>
            <a:off x="3486150" y="2512370"/>
            <a:ext cx="7353300" cy="1874103"/>
          </a:xfrm>
          <a:prstGeom prst="rect">
            <a:avLst/>
          </a:prstGeom>
          <a:noFill/>
        </p:spPr>
        <p:txBody>
          <a:bodyPr wrap="square" rtlCol="0">
            <a:spAutoFit/>
          </a:bodyPr>
          <a:lstStyle/>
          <a:p>
            <a:pPr algn="l">
              <a:lnSpc>
                <a:spcPct val="80000"/>
              </a:lnSpc>
            </a:pPr>
            <a:r>
              <a:rPr lang="en-US" sz="6000" dirty="0">
                <a:latin typeface="+mj-lt"/>
              </a:rPr>
              <a:t>Do not use layouts after this slide.</a:t>
            </a:r>
            <a:br>
              <a:rPr lang="en-US" sz="6000" dirty="0">
                <a:latin typeface="+mj-lt"/>
              </a:rPr>
            </a:br>
            <a:r>
              <a:rPr lang="en-US" sz="2000" dirty="0">
                <a:latin typeface="+mj-lt"/>
              </a:rPr>
              <a:t>They are not part of the official template.</a:t>
            </a:r>
            <a:endParaRPr lang="en-US" sz="6000" dirty="0">
              <a:latin typeface="+mj-lt"/>
            </a:endParaRPr>
          </a:p>
        </p:txBody>
      </p:sp>
      <p:pic>
        <p:nvPicPr>
          <p:cNvPr id="7" name="Graphic 6" descr="Stop sign">
            <a:extLst>
              <a:ext uri="{FF2B5EF4-FFF2-40B4-BE49-F238E27FC236}">
                <a16:creationId xmlns:a16="http://schemas.microsoft.com/office/drawing/2014/main" id="{2E1D490C-0B7A-44B5-A2CC-97504831122D}"/>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57250" y="2114549"/>
            <a:ext cx="2628900" cy="2628900"/>
          </a:xfrm>
          <a:prstGeom prst="rect">
            <a:avLst/>
          </a:prstGeom>
        </p:spPr>
      </p:pic>
    </p:spTree>
    <p:extLst>
      <p:ext uri="{BB962C8B-B14F-4D97-AF65-F5344CB8AC3E}">
        <p14:creationId xmlns:p14="http://schemas.microsoft.com/office/powerpoint/2010/main" val="15990471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7.xml><?xml version="1.0" encoding="utf-8"?>
<p:sldLayout xmlns:a="http://schemas.openxmlformats.org/drawingml/2006/main" xmlns:r="http://schemas.openxmlformats.org/officeDocument/2006/relationships" xmlns:p="http://schemas.openxmlformats.org/presentationml/2006/main" userDrawn="1">
  <p:cSld name="Title Only">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08A22A18-A983-4477-9CE2-E889A78034A4}"/>
              </a:ext>
            </a:extLst>
          </p:cNvPr>
          <p:cNvSpPr>
            <a:spLocks noGrp="1"/>
          </p:cNvSpPr>
          <p:nvPr>
            <p:ph type="dt" sz="half" idx="10"/>
          </p:nvPr>
        </p:nvSpPr>
        <p:spPr/>
        <p:txBody>
          <a:bodyPr/>
          <a:lstStyle>
            <a:lvl1pPr>
              <a:defRPr b="0" i="0">
                <a:latin typeface="Amazon Ember Display" panose="020F0603020204020204" pitchFamily="34" charset="0"/>
              </a:defRPr>
            </a:lvl1pPr>
          </a:lstStyle>
          <a:p>
            <a:fld id="{7FF9CF2E-62E0-A545-84DA-B9AC00F7E3E6}" type="datetime1">
              <a:rPr lang="ja-JP" altLang="en-US" smtClean="0"/>
              <a:t>2026/1/26</a:t>
            </a:fld>
            <a:endParaRPr lang="en-US" dirty="0"/>
          </a:p>
        </p:txBody>
      </p:sp>
      <p:sp>
        <p:nvSpPr>
          <p:cNvPr id="4" name="Footer Placeholder 3">
            <a:extLst>
              <a:ext uri="{FF2B5EF4-FFF2-40B4-BE49-F238E27FC236}">
                <a16:creationId xmlns:a16="http://schemas.microsoft.com/office/drawing/2014/main" id="{416B6389-19E6-4677-81FB-25CCEB0E3D8F}"/>
              </a:ext>
            </a:extLst>
          </p:cNvPr>
          <p:cNvSpPr>
            <a:spLocks noGrp="1"/>
          </p:cNvSpPr>
          <p:nvPr>
            <p:ph type="ftr" sz="quarter" idx="11"/>
          </p:nvPr>
        </p:nvSpPr>
        <p:spPr/>
        <p:txBody>
          <a:bodyPr/>
          <a:lstStyle>
            <a:lvl1pPr>
              <a:defRPr b="0" i="0">
                <a:latin typeface="Amazon Ember Display" panose="020F0603020204020204" pitchFamily="34" charset="0"/>
              </a:defRPr>
            </a:lvl1pPr>
          </a:lstStyle>
          <a:p>
            <a:endParaRPr lang="en-US" dirty="0"/>
          </a:p>
        </p:txBody>
      </p:sp>
      <p:sp>
        <p:nvSpPr>
          <p:cNvPr id="5" name="Slide Number Placeholder 4">
            <a:extLst>
              <a:ext uri="{FF2B5EF4-FFF2-40B4-BE49-F238E27FC236}">
                <a16:creationId xmlns:a16="http://schemas.microsoft.com/office/drawing/2014/main" id="{6D907AE9-2A8E-446F-AC5C-E522F1C0231C}"/>
              </a:ext>
            </a:extLst>
          </p:cNvPr>
          <p:cNvSpPr>
            <a:spLocks noGrp="1"/>
          </p:cNvSpPr>
          <p:nvPr>
            <p:ph type="sldNum" sz="quarter" idx="12"/>
          </p:nvPr>
        </p:nvSpPr>
        <p:spPr>
          <a:xfrm>
            <a:off x="9113838" y="6200775"/>
            <a:ext cx="2743200" cy="365125"/>
          </a:xfrm>
          <a:prstGeom prst="rect">
            <a:avLst/>
          </a:prstGeom>
        </p:spPr>
        <p:txBody>
          <a:bodyPr/>
          <a:lstStyle>
            <a:lvl1pPr>
              <a:defRPr b="0" i="0">
                <a:latin typeface="Amazon Ember Display" panose="020F0603020204020204" pitchFamily="34" charset="0"/>
              </a:defRPr>
            </a:lvl1pPr>
          </a:lstStyle>
          <a:p>
            <a:fld id="{EB4B8DE2-A4E8-46E4-8BBF-D75455EFF32C}" type="slidenum">
              <a:rPr lang="en-US" smtClean="0"/>
              <a:pPr/>
              <a:t>‹#›</a:t>
            </a:fld>
            <a:endParaRPr lang="en-US" dirty="0"/>
          </a:p>
        </p:txBody>
      </p:sp>
      <p:sp>
        <p:nvSpPr>
          <p:cNvPr id="6" name="タイトル 5">
            <a:extLst>
              <a:ext uri="{FF2B5EF4-FFF2-40B4-BE49-F238E27FC236}">
                <a16:creationId xmlns:a16="http://schemas.microsoft.com/office/drawing/2014/main" id="{071E41DC-3AB2-33CA-0E29-26E2B01642FD}"/>
              </a:ext>
            </a:extLst>
          </p:cNvPr>
          <p:cNvSpPr>
            <a:spLocks noGrp="1"/>
          </p:cNvSpPr>
          <p:nvPr>
            <p:ph type="title"/>
          </p:nvPr>
        </p:nvSpPr>
        <p:spPr/>
        <p:txBody>
          <a:bodyPr/>
          <a:lstStyle/>
          <a:p>
            <a:r>
              <a:rPr kumimoji="1" lang="ja-JP" altLang="en-US"/>
              <a:t>マスター タイトルの書式設定</a:t>
            </a:r>
          </a:p>
        </p:txBody>
      </p:sp>
    </p:spTree>
    <p:extLst>
      <p:ext uri="{BB962C8B-B14F-4D97-AF65-F5344CB8AC3E}">
        <p14:creationId xmlns:p14="http://schemas.microsoft.com/office/powerpoint/2010/main" val="3391106696"/>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39E35C6-DA4E-2A84-EEED-683C7889BBE0}"/>
              </a:ext>
            </a:extLst>
          </p:cNvPr>
          <p:cNvSpPr>
            <a:spLocks noGrp="1"/>
          </p:cNvSpPr>
          <p:nvPr>
            <p:ph type="ctrTitle"/>
          </p:nvPr>
        </p:nvSpPr>
        <p:spPr>
          <a:xfrm>
            <a:off x="1524000" y="1122363"/>
            <a:ext cx="9144000" cy="2387600"/>
          </a:xfrm>
        </p:spPr>
        <p:txBody>
          <a:bodyPr anchor="b"/>
          <a:lstStyle>
            <a:lvl1pPr algn="ctr">
              <a:defRPr sz="6000"/>
            </a:lvl1pPr>
          </a:lstStyle>
          <a:p>
            <a:r>
              <a:rPr kumimoji="1" lang="ja-JP" altLang="en-US"/>
              <a:t>マスター タイトルの書式設定</a:t>
            </a:r>
          </a:p>
        </p:txBody>
      </p:sp>
      <p:sp>
        <p:nvSpPr>
          <p:cNvPr id="3" name="字幕 2">
            <a:extLst>
              <a:ext uri="{FF2B5EF4-FFF2-40B4-BE49-F238E27FC236}">
                <a16:creationId xmlns:a16="http://schemas.microsoft.com/office/drawing/2014/main" id="{90D9FA03-9521-D1B3-796B-9DBBBE2C800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ltLang="en-US"/>
              <a:t>マスター サブタイトルの書式設定</a:t>
            </a:r>
          </a:p>
        </p:txBody>
      </p:sp>
      <p:sp>
        <p:nvSpPr>
          <p:cNvPr id="4" name="日付プレースホルダー 3">
            <a:extLst>
              <a:ext uri="{FF2B5EF4-FFF2-40B4-BE49-F238E27FC236}">
                <a16:creationId xmlns:a16="http://schemas.microsoft.com/office/drawing/2014/main" id="{8A2B17C8-87F6-76B4-0A50-9A8155953389}"/>
              </a:ext>
            </a:extLst>
          </p:cNvPr>
          <p:cNvSpPr>
            <a:spLocks noGrp="1"/>
          </p:cNvSpPr>
          <p:nvPr>
            <p:ph type="dt" sz="half" idx="10"/>
          </p:nvPr>
        </p:nvSpPr>
        <p:spPr/>
        <p:txBody>
          <a:bodyPr/>
          <a:lstStyle/>
          <a:p>
            <a:fld id="{26C8AF4D-8CD9-ED44-A0DD-79793B56D1A8}" type="datetimeFigureOut">
              <a:rPr kumimoji="1" lang="ja-JP" altLang="en-US" smtClean="0"/>
              <a:t>2026/1/26</a:t>
            </a:fld>
            <a:endParaRPr kumimoji="1" lang="ja-JP" altLang="en-US"/>
          </a:p>
        </p:txBody>
      </p:sp>
      <p:sp>
        <p:nvSpPr>
          <p:cNvPr id="5" name="フッター プレースホルダー 4">
            <a:extLst>
              <a:ext uri="{FF2B5EF4-FFF2-40B4-BE49-F238E27FC236}">
                <a16:creationId xmlns:a16="http://schemas.microsoft.com/office/drawing/2014/main" id="{B29B52EC-ED1C-9959-AC0B-C40DD4385EAA}"/>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002F6770-037F-41D1-8EFE-F65AAD79A3CD}"/>
              </a:ext>
            </a:extLst>
          </p:cNvPr>
          <p:cNvSpPr>
            <a:spLocks noGrp="1"/>
          </p:cNvSpPr>
          <p:nvPr>
            <p:ph type="sldNum" sz="quarter" idx="12"/>
          </p:nvPr>
        </p:nvSpPr>
        <p:spPr/>
        <p:txBody>
          <a:bodyPr/>
          <a:lstStyle/>
          <a:p>
            <a:fld id="{10A6D318-C36D-D243-84D0-72FD52D9AC68}" type="slidenum">
              <a:rPr kumimoji="1" lang="ja-JP" altLang="en-US" smtClean="0"/>
              <a:t>‹#›</a:t>
            </a:fld>
            <a:endParaRPr kumimoji="1" lang="ja-JP" altLang="en-US"/>
          </a:p>
        </p:txBody>
      </p:sp>
    </p:spTree>
    <p:extLst>
      <p:ext uri="{BB962C8B-B14F-4D97-AF65-F5344CB8AC3E}">
        <p14:creationId xmlns:p14="http://schemas.microsoft.com/office/powerpoint/2010/main" val="2749918789"/>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F6CE447-175C-F5CB-9B43-B375CADC3E8A}"/>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4A01B405-91E2-D5F8-AB9D-63A6ACEFAF44}"/>
              </a:ext>
            </a:extLst>
          </p:cNvPr>
          <p:cNvSpPr>
            <a:spLocks noGrp="1"/>
          </p:cNvSpPr>
          <p:nvPr>
            <p:ph idx="1"/>
          </p:nvPr>
        </p:nvSpPr>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F863E3A6-97B5-540D-1D1E-F012CFD711A4}"/>
              </a:ext>
            </a:extLst>
          </p:cNvPr>
          <p:cNvSpPr>
            <a:spLocks noGrp="1"/>
          </p:cNvSpPr>
          <p:nvPr>
            <p:ph type="dt" sz="half" idx="10"/>
          </p:nvPr>
        </p:nvSpPr>
        <p:spPr/>
        <p:txBody>
          <a:bodyPr/>
          <a:lstStyle/>
          <a:p>
            <a:fld id="{26C8AF4D-8CD9-ED44-A0DD-79793B56D1A8}" type="datetimeFigureOut">
              <a:rPr kumimoji="1" lang="ja-JP" altLang="en-US" smtClean="0"/>
              <a:t>2026/1/26</a:t>
            </a:fld>
            <a:endParaRPr kumimoji="1" lang="ja-JP" altLang="en-US"/>
          </a:p>
        </p:txBody>
      </p:sp>
      <p:sp>
        <p:nvSpPr>
          <p:cNvPr id="5" name="フッター プレースホルダー 4">
            <a:extLst>
              <a:ext uri="{FF2B5EF4-FFF2-40B4-BE49-F238E27FC236}">
                <a16:creationId xmlns:a16="http://schemas.microsoft.com/office/drawing/2014/main" id="{AB695DCE-D67B-3442-F803-0B7E0C3A316A}"/>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D1AF252A-CD94-C480-E277-6D42BE8B6743}"/>
              </a:ext>
            </a:extLst>
          </p:cNvPr>
          <p:cNvSpPr>
            <a:spLocks noGrp="1"/>
          </p:cNvSpPr>
          <p:nvPr>
            <p:ph type="sldNum" sz="quarter" idx="12"/>
          </p:nvPr>
        </p:nvSpPr>
        <p:spPr/>
        <p:txBody>
          <a:bodyPr/>
          <a:lstStyle/>
          <a:p>
            <a:fld id="{10A6D318-C36D-D243-84D0-72FD52D9AC68}" type="slidenum">
              <a:rPr kumimoji="1" lang="ja-JP" altLang="en-US" smtClean="0"/>
              <a:t>‹#›</a:t>
            </a:fld>
            <a:endParaRPr kumimoji="1" lang="ja-JP" altLang="en-US"/>
          </a:p>
        </p:txBody>
      </p:sp>
    </p:spTree>
    <p:extLst>
      <p:ext uri="{BB962C8B-B14F-4D97-AF65-F5344CB8AC3E}">
        <p14:creationId xmlns:p14="http://schemas.microsoft.com/office/powerpoint/2010/main" val="2668414803"/>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08469B27-B75C-D760-DABA-26666C3F9CF2}"/>
              </a:ext>
            </a:extLst>
          </p:cNvPr>
          <p:cNvSpPr>
            <a:spLocks noGrp="1"/>
          </p:cNvSpPr>
          <p:nvPr>
            <p:ph type="title"/>
          </p:nvPr>
        </p:nvSpPr>
        <p:spPr>
          <a:xfrm>
            <a:off x="831850" y="1709738"/>
            <a:ext cx="10515600" cy="2852737"/>
          </a:xfrm>
        </p:spPr>
        <p:txBody>
          <a:bodyPr anchor="b"/>
          <a:lstStyle>
            <a:lvl1pPr>
              <a:defRPr sz="6000"/>
            </a:lvl1p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BD8C544A-D7E1-47D9-D321-C870FFF50A10}"/>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kumimoji="1" lang="ja-JP" altLang="en-US"/>
              <a:t>マスター テキストの書式設定</a:t>
            </a:r>
          </a:p>
        </p:txBody>
      </p:sp>
      <p:sp>
        <p:nvSpPr>
          <p:cNvPr id="4" name="日付プレースホルダー 3">
            <a:extLst>
              <a:ext uri="{FF2B5EF4-FFF2-40B4-BE49-F238E27FC236}">
                <a16:creationId xmlns:a16="http://schemas.microsoft.com/office/drawing/2014/main" id="{BBBD81CE-B6F3-AEE8-6FCE-F8A583AC8FB7}"/>
              </a:ext>
            </a:extLst>
          </p:cNvPr>
          <p:cNvSpPr>
            <a:spLocks noGrp="1"/>
          </p:cNvSpPr>
          <p:nvPr>
            <p:ph type="dt" sz="half" idx="10"/>
          </p:nvPr>
        </p:nvSpPr>
        <p:spPr/>
        <p:txBody>
          <a:bodyPr/>
          <a:lstStyle/>
          <a:p>
            <a:fld id="{26C8AF4D-8CD9-ED44-A0DD-79793B56D1A8}" type="datetimeFigureOut">
              <a:rPr kumimoji="1" lang="ja-JP" altLang="en-US" smtClean="0"/>
              <a:t>2026/1/26</a:t>
            </a:fld>
            <a:endParaRPr kumimoji="1" lang="ja-JP" altLang="en-US"/>
          </a:p>
        </p:txBody>
      </p:sp>
      <p:sp>
        <p:nvSpPr>
          <p:cNvPr id="5" name="フッター プレースホルダー 4">
            <a:extLst>
              <a:ext uri="{FF2B5EF4-FFF2-40B4-BE49-F238E27FC236}">
                <a16:creationId xmlns:a16="http://schemas.microsoft.com/office/drawing/2014/main" id="{95F3C927-65CE-2170-D9B4-4D10196228DF}"/>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C8AA40E5-6094-514D-E3F5-C9FE07029179}"/>
              </a:ext>
            </a:extLst>
          </p:cNvPr>
          <p:cNvSpPr>
            <a:spLocks noGrp="1"/>
          </p:cNvSpPr>
          <p:nvPr>
            <p:ph type="sldNum" sz="quarter" idx="12"/>
          </p:nvPr>
        </p:nvSpPr>
        <p:spPr/>
        <p:txBody>
          <a:bodyPr/>
          <a:lstStyle/>
          <a:p>
            <a:fld id="{10A6D318-C36D-D243-84D0-72FD52D9AC68}" type="slidenum">
              <a:rPr kumimoji="1" lang="ja-JP" altLang="en-US" smtClean="0"/>
              <a:t>‹#›</a:t>
            </a:fld>
            <a:endParaRPr kumimoji="1" lang="ja-JP" altLang="en-US"/>
          </a:p>
        </p:txBody>
      </p:sp>
    </p:spTree>
    <p:extLst>
      <p:ext uri="{BB962C8B-B14F-4D97-AF65-F5344CB8AC3E}">
        <p14:creationId xmlns:p14="http://schemas.microsoft.com/office/powerpoint/2010/main" val="316657228"/>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153404F-D899-E5EE-FA10-9AC319A02223}"/>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55AD39A6-311E-A2D9-8044-AE7758FB4785}"/>
              </a:ext>
            </a:extLst>
          </p:cNvPr>
          <p:cNvSpPr>
            <a:spLocks noGrp="1"/>
          </p:cNvSpPr>
          <p:nvPr>
            <p:ph sz="half" idx="1"/>
          </p:nvPr>
        </p:nvSpPr>
        <p:spPr>
          <a:xfrm>
            <a:off x="838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コンテンツ プレースホルダー 3">
            <a:extLst>
              <a:ext uri="{FF2B5EF4-FFF2-40B4-BE49-F238E27FC236}">
                <a16:creationId xmlns:a16="http://schemas.microsoft.com/office/drawing/2014/main" id="{A665B24F-FD3C-DF9D-B967-520EB68BBE60}"/>
              </a:ext>
            </a:extLst>
          </p:cNvPr>
          <p:cNvSpPr>
            <a:spLocks noGrp="1"/>
          </p:cNvSpPr>
          <p:nvPr>
            <p:ph sz="half" idx="2"/>
          </p:nvPr>
        </p:nvSpPr>
        <p:spPr>
          <a:xfrm>
            <a:off x="6172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日付プレースホルダー 4">
            <a:extLst>
              <a:ext uri="{FF2B5EF4-FFF2-40B4-BE49-F238E27FC236}">
                <a16:creationId xmlns:a16="http://schemas.microsoft.com/office/drawing/2014/main" id="{AA472FDA-712F-3CBF-FBF3-C6BE0517C43E}"/>
              </a:ext>
            </a:extLst>
          </p:cNvPr>
          <p:cNvSpPr>
            <a:spLocks noGrp="1"/>
          </p:cNvSpPr>
          <p:nvPr>
            <p:ph type="dt" sz="half" idx="10"/>
          </p:nvPr>
        </p:nvSpPr>
        <p:spPr/>
        <p:txBody>
          <a:bodyPr/>
          <a:lstStyle/>
          <a:p>
            <a:fld id="{26C8AF4D-8CD9-ED44-A0DD-79793B56D1A8}" type="datetimeFigureOut">
              <a:rPr kumimoji="1" lang="ja-JP" altLang="en-US" smtClean="0"/>
              <a:t>2026/1/26</a:t>
            </a:fld>
            <a:endParaRPr kumimoji="1" lang="ja-JP" altLang="en-US"/>
          </a:p>
        </p:txBody>
      </p:sp>
      <p:sp>
        <p:nvSpPr>
          <p:cNvPr id="6" name="フッター プレースホルダー 5">
            <a:extLst>
              <a:ext uri="{FF2B5EF4-FFF2-40B4-BE49-F238E27FC236}">
                <a16:creationId xmlns:a16="http://schemas.microsoft.com/office/drawing/2014/main" id="{D70F956B-14B4-3DE3-F9F5-D6A0AD658663}"/>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DC732997-73E8-BF2E-0200-30E1416E37CE}"/>
              </a:ext>
            </a:extLst>
          </p:cNvPr>
          <p:cNvSpPr>
            <a:spLocks noGrp="1"/>
          </p:cNvSpPr>
          <p:nvPr>
            <p:ph type="sldNum" sz="quarter" idx="12"/>
          </p:nvPr>
        </p:nvSpPr>
        <p:spPr/>
        <p:txBody>
          <a:bodyPr/>
          <a:lstStyle/>
          <a:p>
            <a:fld id="{10A6D318-C36D-D243-84D0-72FD52D9AC68}" type="slidenum">
              <a:rPr kumimoji="1" lang="ja-JP" altLang="en-US" smtClean="0"/>
              <a:t>‹#›</a:t>
            </a:fld>
            <a:endParaRPr kumimoji="1" lang="ja-JP" altLang="en-US"/>
          </a:p>
        </p:txBody>
      </p:sp>
    </p:spTree>
    <p:extLst>
      <p:ext uri="{BB962C8B-B14F-4D97-AF65-F5344CB8AC3E}">
        <p14:creationId xmlns:p14="http://schemas.microsoft.com/office/powerpoint/2010/main" val="1588222464"/>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F332E1E-0857-1A69-5C1F-D19DD3754E46}"/>
              </a:ext>
            </a:extLst>
          </p:cNvPr>
          <p:cNvSpPr>
            <a:spLocks noGrp="1"/>
          </p:cNvSpPr>
          <p:nvPr>
            <p:ph type="title"/>
          </p:nvPr>
        </p:nvSpPr>
        <p:spPr>
          <a:xfrm>
            <a:off x="839788" y="365125"/>
            <a:ext cx="10515600" cy="1325563"/>
          </a:xfrm>
        </p:spPr>
        <p:txBody>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B8679107-6C31-44A6-9D29-56C50D41FD4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4" name="コンテンツ プレースホルダー 3">
            <a:extLst>
              <a:ext uri="{FF2B5EF4-FFF2-40B4-BE49-F238E27FC236}">
                <a16:creationId xmlns:a16="http://schemas.microsoft.com/office/drawing/2014/main" id="{3355D087-F174-51ED-DA1C-37FC25F7170C}"/>
              </a:ext>
            </a:extLst>
          </p:cNvPr>
          <p:cNvSpPr>
            <a:spLocks noGrp="1"/>
          </p:cNvSpPr>
          <p:nvPr>
            <p:ph sz="half" idx="2"/>
          </p:nvPr>
        </p:nvSpPr>
        <p:spPr>
          <a:xfrm>
            <a:off x="839788" y="2505075"/>
            <a:ext cx="5157787"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テキスト プレースホルダー 4">
            <a:extLst>
              <a:ext uri="{FF2B5EF4-FFF2-40B4-BE49-F238E27FC236}">
                <a16:creationId xmlns:a16="http://schemas.microsoft.com/office/drawing/2014/main" id="{A76D125A-C1FA-0558-AA03-9276F69E52F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6" name="コンテンツ プレースホルダー 5">
            <a:extLst>
              <a:ext uri="{FF2B5EF4-FFF2-40B4-BE49-F238E27FC236}">
                <a16:creationId xmlns:a16="http://schemas.microsoft.com/office/drawing/2014/main" id="{E47B8E4B-FB2E-3874-DF2C-7D87190227A3}"/>
              </a:ext>
            </a:extLst>
          </p:cNvPr>
          <p:cNvSpPr>
            <a:spLocks noGrp="1"/>
          </p:cNvSpPr>
          <p:nvPr>
            <p:ph sz="quarter" idx="4"/>
          </p:nvPr>
        </p:nvSpPr>
        <p:spPr>
          <a:xfrm>
            <a:off x="6172200" y="2505075"/>
            <a:ext cx="5183188"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7" name="日付プレースホルダー 6">
            <a:extLst>
              <a:ext uri="{FF2B5EF4-FFF2-40B4-BE49-F238E27FC236}">
                <a16:creationId xmlns:a16="http://schemas.microsoft.com/office/drawing/2014/main" id="{406ACC50-F005-B99A-E9F3-0D8B3A8DB40E}"/>
              </a:ext>
            </a:extLst>
          </p:cNvPr>
          <p:cNvSpPr>
            <a:spLocks noGrp="1"/>
          </p:cNvSpPr>
          <p:nvPr>
            <p:ph type="dt" sz="half" idx="10"/>
          </p:nvPr>
        </p:nvSpPr>
        <p:spPr/>
        <p:txBody>
          <a:bodyPr/>
          <a:lstStyle/>
          <a:p>
            <a:fld id="{26C8AF4D-8CD9-ED44-A0DD-79793B56D1A8}" type="datetimeFigureOut">
              <a:rPr kumimoji="1" lang="ja-JP" altLang="en-US" smtClean="0"/>
              <a:t>2026/1/26</a:t>
            </a:fld>
            <a:endParaRPr kumimoji="1" lang="ja-JP" altLang="en-US"/>
          </a:p>
        </p:txBody>
      </p:sp>
      <p:sp>
        <p:nvSpPr>
          <p:cNvPr id="8" name="フッター プレースホルダー 7">
            <a:extLst>
              <a:ext uri="{FF2B5EF4-FFF2-40B4-BE49-F238E27FC236}">
                <a16:creationId xmlns:a16="http://schemas.microsoft.com/office/drawing/2014/main" id="{500D51F2-40FA-75FA-5472-AC2C9CDED0FE}"/>
              </a:ext>
            </a:extLst>
          </p:cNvPr>
          <p:cNvSpPr>
            <a:spLocks noGrp="1"/>
          </p:cNvSpPr>
          <p:nvPr>
            <p:ph type="ftr" sz="quarter" idx="11"/>
          </p:nvPr>
        </p:nvSpPr>
        <p:spPr/>
        <p:txBody>
          <a:bodyPr/>
          <a:lstStyle/>
          <a:p>
            <a:endParaRPr kumimoji="1" lang="ja-JP" altLang="en-US"/>
          </a:p>
        </p:txBody>
      </p:sp>
      <p:sp>
        <p:nvSpPr>
          <p:cNvPr id="9" name="スライド番号プレースホルダー 8">
            <a:extLst>
              <a:ext uri="{FF2B5EF4-FFF2-40B4-BE49-F238E27FC236}">
                <a16:creationId xmlns:a16="http://schemas.microsoft.com/office/drawing/2014/main" id="{5379A29F-4556-16EC-4A63-83AA2280C7BD}"/>
              </a:ext>
            </a:extLst>
          </p:cNvPr>
          <p:cNvSpPr>
            <a:spLocks noGrp="1"/>
          </p:cNvSpPr>
          <p:nvPr>
            <p:ph type="sldNum" sz="quarter" idx="12"/>
          </p:nvPr>
        </p:nvSpPr>
        <p:spPr/>
        <p:txBody>
          <a:bodyPr/>
          <a:lstStyle/>
          <a:p>
            <a:fld id="{10A6D318-C36D-D243-84D0-72FD52D9AC68}" type="slidenum">
              <a:rPr kumimoji="1" lang="ja-JP" altLang="en-US" smtClean="0"/>
              <a:t>‹#›</a:t>
            </a:fld>
            <a:endParaRPr kumimoji="1" lang="ja-JP" altLang="en-US"/>
          </a:p>
        </p:txBody>
      </p:sp>
    </p:spTree>
    <p:extLst>
      <p:ext uri="{BB962C8B-B14F-4D97-AF65-F5344CB8AC3E}">
        <p14:creationId xmlns:p14="http://schemas.microsoft.com/office/powerpoint/2010/main" val="1209998635"/>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85AF3B8-517A-E24C-D3B0-AEF35F1CF51E}"/>
              </a:ext>
            </a:extLst>
          </p:cNvPr>
          <p:cNvSpPr>
            <a:spLocks noGrp="1"/>
          </p:cNvSpPr>
          <p:nvPr>
            <p:ph type="title"/>
          </p:nvPr>
        </p:nvSpPr>
        <p:spPr/>
        <p:txBody>
          <a:bodyPr/>
          <a:lstStyle/>
          <a:p>
            <a:r>
              <a:rPr kumimoji="1" lang="ja-JP" altLang="en-US"/>
              <a:t>マスター タイトルの書式設定</a:t>
            </a:r>
          </a:p>
        </p:txBody>
      </p:sp>
      <p:sp>
        <p:nvSpPr>
          <p:cNvPr id="3" name="日付プレースホルダー 2">
            <a:extLst>
              <a:ext uri="{FF2B5EF4-FFF2-40B4-BE49-F238E27FC236}">
                <a16:creationId xmlns:a16="http://schemas.microsoft.com/office/drawing/2014/main" id="{BC456843-BAEE-C2F3-C607-AF6A6197DE77}"/>
              </a:ext>
            </a:extLst>
          </p:cNvPr>
          <p:cNvSpPr>
            <a:spLocks noGrp="1"/>
          </p:cNvSpPr>
          <p:nvPr>
            <p:ph type="dt" sz="half" idx="10"/>
          </p:nvPr>
        </p:nvSpPr>
        <p:spPr/>
        <p:txBody>
          <a:bodyPr/>
          <a:lstStyle/>
          <a:p>
            <a:fld id="{26C8AF4D-8CD9-ED44-A0DD-79793B56D1A8}" type="datetimeFigureOut">
              <a:rPr kumimoji="1" lang="ja-JP" altLang="en-US" smtClean="0"/>
              <a:t>2026/1/26</a:t>
            </a:fld>
            <a:endParaRPr kumimoji="1" lang="ja-JP" altLang="en-US"/>
          </a:p>
        </p:txBody>
      </p:sp>
      <p:sp>
        <p:nvSpPr>
          <p:cNvPr id="4" name="フッター プレースホルダー 3">
            <a:extLst>
              <a:ext uri="{FF2B5EF4-FFF2-40B4-BE49-F238E27FC236}">
                <a16:creationId xmlns:a16="http://schemas.microsoft.com/office/drawing/2014/main" id="{3199CEF8-4089-4779-F6A8-B3EAF0ED1BAE}"/>
              </a:ext>
            </a:extLst>
          </p:cNvPr>
          <p:cNvSpPr>
            <a:spLocks noGrp="1"/>
          </p:cNvSpPr>
          <p:nvPr>
            <p:ph type="ftr" sz="quarter" idx="11"/>
          </p:nvPr>
        </p:nvSpPr>
        <p:spPr/>
        <p:txBody>
          <a:bodyPr/>
          <a:lstStyle/>
          <a:p>
            <a:endParaRPr kumimoji="1" lang="ja-JP" altLang="en-US"/>
          </a:p>
        </p:txBody>
      </p:sp>
      <p:sp>
        <p:nvSpPr>
          <p:cNvPr id="5" name="スライド番号プレースホルダー 4">
            <a:extLst>
              <a:ext uri="{FF2B5EF4-FFF2-40B4-BE49-F238E27FC236}">
                <a16:creationId xmlns:a16="http://schemas.microsoft.com/office/drawing/2014/main" id="{DF8FE216-9D47-5712-96E2-D49E89534AB0}"/>
              </a:ext>
            </a:extLst>
          </p:cNvPr>
          <p:cNvSpPr>
            <a:spLocks noGrp="1"/>
          </p:cNvSpPr>
          <p:nvPr>
            <p:ph type="sldNum" sz="quarter" idx="12"/>
          </p:nvPr>
        </p:nvSpPr>
        <p:spPr/>
        <p:txBody>
          <a:bodyPr/>
          <a:lstStyle/>
          <a:p>
            <a:fld id="{10A6D318-C36D-D243-84D0-72FD52D9AC68}" type="slidenum">
              <a:rPr kumimoji="1" lang="ja-JP" altLang="en-US" smtClean="0"/>
              <a:t>‹#›</a:t>
            </a:fld>
            <a:endParaRPr kumimoji="1" lang="ja-JP" altLang="en-US"/>
          </a:p>
        </p:txBody>
      </p:sp>
    </p:spTree>
    <p:extLst>
      <p:ext uri="{BB962C8B-B14F-4D97-AF65-F5344CB8AC3E}">
        <p14:creationId xmlns:p14="http://schemas.microsoft.com/office/powerpoint/2010/main" val="485385005"/>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a:extLst>
              <a:ext uri="{FF2B5EF4-FFF2-40B4-BE49-F238E27FC236}">
                <a16:creationId xmlns:a16="http://schemas.microsoft.com/office/drawing/2014/main" id="{A579ED98-A47C-3E42-542D-E8618DB75DD9}"/>
              </a:ext>
            </a:extLst>
          </p:cNvPr>
          <p:cNvSpPr>
            <a:spLocks noGrp="1"/>
          </p:cNvSpPr>
          <p:nvPr>
            <p:ph type="dt" sz="half" idx="10"/>
          </p:nvPr>
        </p:nvSpPr>
        <p:spPr/>
        <p:txBody>
          <a:bodyPr/>
          <a:lstStyle/>
          <a:p>
            <a:fld id="{26C8AF4D-8CD9-ED44-A0DD-79793B56D1A8}" type="datetimeFigureOut">
              <a:rPr kumimoji="1" lang="ja-JP" altLang="en-US" smtClean="0"/>
              <a:t>2026/1/26</a:t>
            </a:fld>
            <a:endParaRPr kumimoji="1" lang="ja-JP" altLang="en-US"/>
          </a:p>
        </p:txBody>
      </p:sp>
      <p:sp>
        <p:nvSpPr>
          <p:cNvPr id="3" name="フッター プレースホルダー 2">
            <a:extLst>
              <a:ext uri="{FF2B5EF4-FFF2-40B4-BE49-F238E27FC236}">
                <a16:creationId xmlns:a16="http://schemas.microsoft.com/office/drawing/2014/main" id="{E6FF2F7B-1A8D-6522-E415-7231D19D6B2E}"/>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993AAF8F-C9C9-7962-9815-963A4C60F060}"/>
              </a:ext>
            </a:extLst>
          </p:cNvPr>
          <p:cNvSpPr>
            <a:spLocks noGrp="1"/>
          </p:cNvSpPr>
          <p:nvPr>
            <p:ph type="sldNum" sz="quarter" idx="12"/>
          </p:nvPr>
        </p:nvSpPr>
        <p:spPr/>
        <p:txBody>
          <a:bodyPr/>
          <a:lstStyle/>
          <a:p>
            <a:fld id="{10A6D318-C36D-D243-84D0-72FD52D9AC68}" type="slidenum">
              <a:rPr kumimoji="1" lang="ja-JP" altLang="en-US" smtClean="0"/>
              <a:t>‹#›</a:t>
            </a:fld>
            <a:endParaRPr kumimoji="1" lang="ja-JP" altLang="en-US"/>
          </a:p>
        </p:txBody>
      </p:sp>
    </p:spTree>
    <p:extLst>
      <p:ext uri="{BB962C8B-B14F-4D97-AF65-F5344CB8AC3E}">
        <p14:creationId xmlns:p14="http://schemas.microsoft.com/office/powerpoint/2010/main" val="803626416"/>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83FE693-024A-7508-A8AA-E06EB2B73B91}"/>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B7AB3E86-AB17-BBD2-5217-F3E9BC01F0F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テキスト プレースホルダー 3">
            <a:extLst>
              <a:ext uri="{FF2B5EF4-FFF2-40B4-BE49-F238E27FC236}">
                <a16:creationId xmlns:a16="http://schemas.microsoft.com/office/drawing/2014/main" id="{01F9EC7A-28EF-6F45-3547-0AA931616BD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F2AD4801-769F-F081-02D1-1C5311BB68CB}"/>
              </a:ext>
            </a:extLst>
          </p:cNvPr>
          <p:cNvSpPr>
            <a:spLocks noGrp="1"/>
          </p:cNvSpPr>
          <p:nvPr>
            <p:ph type="dt" sz="half" idx="10"/>
          </p:nvPr>
        </p:nvSpPr>
        <p:spPr/>
        <p:txBody>
          <a:bodyPr/>
          <a:lstStyle/>
          <a:p>
            <a:fld id="{26C8AF4D-8CD9-ED44-A0DD-79793B56D1A8}" type="datetimeFigureOut">
              <a:rPr kumimoji="1" lang="ja-JP" altLang="en-US" smtClean="0"/>
              <a:t>2026/1/26</a:t>
            </a:fld>
            <a:endParaRPr kumimoji="1" lang="ja-JP" altLang="en-US"/>
          </a:p>
        </p:txBody>
      </p:sp>
      <p:sp>
        <p:nvSpPr>
          <p:cNvPr id="6" name="フッター プレースホルダー 5">
            <a:extLst>
              <a:ext uri="{FF2B5EF4-FFF2-40B4-BE49-F238E27FC236}">
                <a16:creationId xmlns:a16="http://schemas.microsoft.com/office/drawing/2014/main" id="{995E6AC3-816C-6D59-D9AF-9CD88C71835F}"/>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734AFAFB-F335-303B-5874-9058B2C2965A}"/>
              </a:ext>
            </a:extLst>
          </p:cNvPr>
          <p:cNvSpPr>
            <a:spLocks noGrp="1"/>
          </p:cNvSpPr>
          <p:nvPr>
            <p:ph type="sldNum" sz="quarter" idx="12"/>
          </p:nvPr>
        </p:nvSpPr>
        <p:spPr/>
        <p:txBody>
          <a:bodyPr/>
          <a:lstStyle/>
          <a:p>
            <a:fld id="{10A6D318-C36D-D243-84D0-72FD52D9AC68}" type="slidenum">
              <a:rPr kumimoji="1" lang="ja-JP" altLang="en-US" smtClean="0"/>
              <a:t>‹#›</a:t>
            </a:fld>
            <a:endParaRPr kumimoji="1" lang="ja-JP" altLang="en-US"/>
          </a:p>
        </p:txBody>
      </p:sp>
    </p:spTree>
    <p:extLst>
      <p:ext uri="{BB962C8B-B14F-4D97-AF65-F5344CB8AC3E}">
        <p14:creationId xmlns:p14="http://schemas.microsoft.com/office/powerpoint/2010/main" val="3354126984"/>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7394038-786E-0FC5-9624-4F0F57CD2862}"/>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図プレースホルダー 2">
            <a:extLst>
              <a:ext uri="{FF2B5EF4-FFF2-40B4-BE49-F238E27FC236}">
                <a16:creationId xmlns:a16="http://schemas.microsoft.com/office/drawing/2014/main" id="{2ECD5FC6-E8AF-87A5-3452-109AE58FF5F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ー 3">
            <a:extLst>
              <a:ext uri="{FF2B5EF4-FFF2-40B4-BE49-F238E27FC236}">
                <a16:creationId xmlns:a16="http://schemas.microsoft.com/office/drawing/2014/main" id="{7F38E67F-FB0F-7BF7-C5FB-631F538766A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5574125B-4152-04A9-6E5B-99DE77E5FBD0}"/>
              </a:ext>
            </a:extLst>
          </p:cNvPr>
          <p:cNvSpPr>
            <a:spLocks noGrp="1"/>
          </p:cNvSpPr>
          <p:nvPr>
            <p:ph type="dt" sz="half" idx="10"/>
          </p:nvPr>
        </p:nvSpPr>
        <p:spPr/>
        <p:txBody>
          <a:bodyPr/>
          <a:lstStyle/>
          <a:p>
            <a:fld id="{26C8AF4D-8CD9-ED44-A0DD-79793B56D1A8}" type="datetimeFigureOut">
              <a:rPr kumimoji="1" lang="ja-JP" altLang="en-US" smtClean="0"/>
              <a:t>2026/1/26</a:t>
            </a:fld>
            <a:endParaRPr kumimoji="1" lang="ja-JP" altLang="en-US"/>
          </a:p>
        </p:txBody>
      </p:sp>
      <p:sp>
        <p:nvSpPr>
          <p:cNvPr id="6" name="フッター プレースホルダー 5">
            <a:extLst>
              <a:ext uri="{FF2B5EF4-FFF2-40B4-BE49-F238E27FC236}">
                <a16:creationId xmlns:a16="http://schemas.microsoft.com/office/drawing/2014/main" id="{C4B68761-62D6-7A72-0B60-90944EA0779D}"/>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9039B637-D6FF-FEC7-B942-D1835652A3E4}"/>
              </a:ext>
            </a:extLst>
          </p:cNvPr>
          <p:cNvSpPr>
            <a:spLocks noGrp="1"/>
          </p:cNvSpPr>
          <p:nvPr>
            <p:ph type="sldNum" sz="quarter" idx="12"/>
          </p:nvPr>
        </p:nvSpPr>
        <p:spPr/>
        <p:txBody>
          <a:bodyPr/>
          <a:lstStyle/>
          <a:p>
            <a:fld id="{10A6D318-C36D-D243-84D0-72FD52D9AC68}" type="slidenum">
              <a:rPr kumimoji="1" lang="ja-JP" altLang="en-US" smtClean="0"/>
              <a:t>‹#›</a:t>
            </a:fld>
            <a:endParaRPr kumimoji="1" lang="ja-JP" altLang="en-US"/>
          </a:p>
        </p:txBody>
      </p:sp>
    </p:spTree>
    <p:extLst>
      <p:ext uri="{BB962C8B-B14F-4D97-AF65-F5344CB8AC3E}">
        <p14:creationId xmlns:p14="http://schemas.microsoft.com/office/powerpoint/2010/main" val="3588610526"/>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49601DE-0CA6-8F7C-904E-4EDE63AD0BCA}"/>
              </a:ext>
            </a:extLst>
          </p:cNvPr>
          <p:cNvSpPr>
            <a:spLocks noGrp="1"/>
          </p:cNvSpPr>
          <p:nvPr>
            <p:ph type="title"/>
          </p:nvPr>
        </p:nvSpPr>
        <p:spPr/>
        <p:txBody>
          <a:bodyPr/>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00AB7E0A-4D94-A968-2426-4C02A7DD6FA3}"/>
              </a:ext>
            </a:extLst>
          </p:cNvPr>
          <p:cNvSpPr>
            <a:spLocks noGrp="1"/>
          </p:cNvSpPr>
          <p:nvPr>
            <p:ph type="body" orient="vert" idx="1"/>
          </p:nvPr>
        </p:nvSpPr>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3B0192DC-DA0E-F729-58A1-F662C684768C}"/>
              </a:ext>
            </a:extLst>
          </p:cNvPr>
          <p:cNvSpPr>
            <a:spLocks noGrp="1"/>
          </p:cNvSpPr>
          <p:nvPr>
            <p:ph type="dt" sz="half" idx="10"/>
          </p:nvPr>
        </p:nvSpPr>
        <p:spPr/>
        <p:txBody>
          <a:bodyPr/>
          <a:lstStyle/>
          <a:p>
            <a:fld id="{26C8AF4D-8CD9-ED44-A0DD-79793B56D1A8}" type="datetimeFigureOut">
              <a:rPr kumimoji="1" lang="ja-JP" altLang="en-US" smtClean="0"/>
              <a:t>2026/1/26</a:t>
            </a:fld>
            <a:endParaRPr kumimoji="1" lang="ja-JP" altLang="en-US"/>
          </a:p>
        </p:txBody>
      </p:sp>
      <p:sp>
        <p:nvSpPr>
          <p:cNvPr id="5" name="フッター プレースホルダー 4">
            <a:extLst>
              <a:ext uri="{FF2B5EF4-FFF2-40B4-BE49-F238E27FC236}">
                <a16:creationId xmlns:a16="http://schemas.microsoft.com/office/drawing/2014/main" id="{486920C8-7852-D819-3048-59E2AFBF2BDB}"/>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FBCEF83A-056F-0DA5-99C3-0495E1068193}"/>
              </a:ext>
            </a:extLst>
          </p:cNvPr>
          <p:cNvSpPr>
            <a:spLocks noGrp="1"/>
          </p:cNvSpPr>
          <p:nvPr>
            <p:ph type="sldNum" sz="quarter" idx="12"/>
          </p:nvPr>
        </p:nvSpPr>
        <p:spPr/>
        <p:txBody>
          <a:bodyPr/>
          <a:lstStyle/>
          <a:p>
            <a:fld id="{10A6D318-C36D-D243-84D0-72FD52D9AC68}" type="slidenum">
              <a:rPr kumimoji="1" lang="ja-JP" altLang="en-US" smtClean="0"/>
              <a:t>‹#›</a:t>
            </a:fld>
            <a:endParaRPr kumimoji="1" lang="ja-JP" altLang="en-US"/>
          </a:p>
        </p:txBody>
      </p:sp>
    </p:spTree>
    <p:extLst>
      <p:ext uri="{BB962C8B-B14F-4D97-AF65-F5344CB8AC3E}">
        <p14:creationId xmlns:p14="http://schemas.microsoft.com/office/powerpoint/2010/main" val="4181373594"/>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a:extLst>
              <a:ext uri="{FF2B5EF4-FFF2-40B4-BE49-F238E27FC236}">
                <a16:creationId xmlns:a16="http://schemas.microsoft.com/office/drawing/2014/main" id="{12242095-75B2-B87B-91D9-60C87CF3291E}"/>
              </a:ext>
            </a:extLst>
          </p:cNvPr>
          <p:cNvSpPr>
            <a:spLocks noGrp="1"/>
          </p:cNvSpPr>
          <p:nvPr>
            <p:ph type="title" orient="vert"/>
          </p:nvPr>
        </p:nvSpPr>
        <p:spPr>
          <a:xfrm>
            <a:off x="8724900" y="365125"/>
            <a:ext cx="2628900" cy="5811838"/>
          </a:xfrm>
        </p:spPr>
        <p:txBody>
          <a:bodyPr vert="eaVert"/>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655C7810-2AAF-3249-5242-8C9E8C93DB1B}"/>
              </a:ext>
            </a:extLst>
          </p:cNvPr>
          <p:cNvSpPr>
            <a:spLocks noGrp="1"/>
          </p:cNvSpPr>
          <p:nvPr>
            <p:ph type="body" orient="vert" idx="1"/>
          </p:nvPr>
        </p:nvSpPr>
        <p:spPr>
          <a:xfrm>
            <a:off x="838200" y="365125"/>
            <a:ext cx="7734300" cy="5811838"/>
          </a:xfrm>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CA490EAA-3A86-7BB9-FF8A-98D868BFC7EE}"/>
              </a:ext>
            </a:extLst>
          </p:cNvPr>
          <p:cNvSpPr>
            <a:spLocks noGrp="1"/>
          </p:cNvSpPr>
          <p:nvPr>
            <p:ph type="dt" sz="half" idx="10"/>
          </p:nvPr>
        </p:nvSpPr>
        <p:spPr/>
        <p:txBody>
          <a:bodyPr/>
          <a:lstStyle/>
          <a:p>
            <a:fld id="{26C8AF4D-8CD9-ED44-A0DD-79793B56D1A8}" type="datetimeFigureOut">
              <a:rPr kumimoji="1" lang="ja-JP" altLang="en-US" smtClean="0"/>
              <a:t>2026/1/26</a:t>
            </a:fld>
            <a:endParaRPr kumimoji="1" lang="ja-JP" altLang="en-US"/>
          </a:p>
        </p:txBody>
      </p:sp>
      <p:sp>
        <p:nvSpPr>
          <p:cNvPr id="5" name="フッター プレースホルダー 4">
            <a:extLst>
              <a:ext uri="{FF2B5EF4-FFF2-40B4-BE49-F238E27FC236}">
                <a16:creationId xmlns:a16="http://schemas.microsoft.com/office/drawing/2014/main" id="{7A5AF6FB-F8B0-1204-7EBF-15C2D0B8AF36}"/>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0D77817D-4FCC-11A7-ABF2-AB70AB9C9B19}"/>
              </a:ext>
            </a:extLst>
          </p:cNvPr>
          <p:cNvSpPr>
            <a:spLocks noGrp="1"/>
          </p:cNvSpPr>
          <p:nvPr>
            <p:ph type="sldNum" sz="quarter" idx="12"/>
          </p:nvPr>
        </p:nvSpPr>
        <p:spPr/>
        <p:txBody>
          <a:bodyPr/>
          <a:lstStyle/>
          <a:p>
            <a:fld id="{10A6D318-C36D-D243-84D0-72FD52D9AC68}" type="slidenum">
              <a:rPr kumimoji="1" lang="ja-JP" altLang="en-US" smtClean="0"/>
              <a:t>‹#›</a:t>
            </a:fld>
            <a:endParaRPr kumimoji="1" lang="ja-JP" altLang="en-US"/>
          </a:p>
        </p:txBody>
      </p:sp>
    </p:spTree>
    <p:extLst>
      <p:ext uri="{BB962C8B-B14F-4D97-AF65-F5344CB8AC3E}">
        <p14:creationId xmlns:p14="http://schemas.microsoft.com/office/powerpoint/2010/main" val="4257648232"/>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Title Side 1A">
    <p:spTree>
      <p:nvGrpSpPr>
        <p:cNvPr id="1" name=""/>
        <p:cNvGrpSpPr/>
        <p:nvPr/>
      </p:nvGrpSpPr>
      <p:grpSpPr>
        <a:xfrm>
          <a:off x="0" y="0"/>
          <a:ext cx="0" cy="0"/>
          <a:chOff x="0" y="0"/>
          <a:chExt cx="0" cy="0"/>
        </a:xfrm>
      </p:grpSpPr>
      <p:pic>
        <p:nvPicPr>
          <p:cNvPr id="14" name="Picture 13">
            <a:extLst>
              <a:ext uri="{FF2B5EF4-FFF2-40B4-BE49-F238E27FC236}">
                <a16:creationId xmlns:a16="http://schemas.microsoft.com/office/drawing/2014/main" id="{87593843-4CBC-A712-CB2B-B4F878BE3458}"/>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pic>
        <p:nvPicPr>
          <p:cNvPr id="9" name="Picture 8">
            <a:extLst>
              <a:ext uri="{FF2B5EF4-FFF2-40B4-BE49-F238E27FC236}">
                <a16:creationId xmlns:a16="http://schemas.microsoft.com/office/drawing/2014/main" id="{41B6776E-568F-A5A4-981B-E30628F8727D}"/>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0602686" y="5616413"/>
            <a:ext cx="979714" cy="586152"/>
          </a:xfrm>
          <a:prstGeom prst="rect">
            <a:avLst/>
          </a:prstGeom>
        </p:spPr>
      </p:pic>
      <p:sp>
        <p:nvSpPr>
          <p:cNvPr id="2" name="Title 1">
            <a:extLst>
              <a:ext uri="{FF2B5EF4-FFF2-40B4-BE49-F238E27FC236}">
                <a16:creationId xmlns:a16="http://schemas.microsoft.com/office/drawing/2014/main" id="{5EFDF3A4-5795-4C3E-A626-E8705501F605}"/>
              </a:ext>
            </a:extLst>
          </p:cNvPr>
          <p:cNvSpPr>
            <a:spLocks noGrp="1"/>
          </p:cNvSpPr>
          <p:nvPr>
            <p:ph type="ctrTitle" hasCustomPrompt="1"/>
          </p:nvPr>
        </p:nvSpPr>
        <p:spPr>
          <a:xfrm>
            <a:off x="477246" y="3418321"/>
            <a:ext cx="6460999" cy="923330"/>
          </a:xfrm>
          <a:prstGeom prst="rect">
            <a:avLst/>
          </a:prstGeom>
        </p:spPr>
        <p:txBody>
          <a:bodyPr wrap="square" anchor="t" anchorCtr="0"/>
          <a:lstStyle>
            <a:lvl1pPr algn="l">
              <a:defRPr sz="6000" b="1" i="0" baseline="0">
                <a:solidFill>
                  <a:schemeClr val="tx2"/>
                </a:solidFill>
                <a:latin typeface="Amazon Ember Display" panose="020F0603020204020204" pitchFamily="34" charset="0"/>
                <a:ea typeface="メイリオ" panose="020B0604030504040204" pitchFamily="34" charset="-128"/>
                <a:cs typeface="Amazon Ember Display" panose="020F0603020204020204" pitchFamily="34" charset="0"/>
              </a:defRPr>
            </a:lvl1pPr>
          </a:lstStyle>
          <a:p>
            <a:r>
              <a:rPr lang="en-US" dirty="0"/>
              <a:t>Enter title</a:t>
            </a:r>
          </a:p>
        </p:txBody>
      </p:sp>
      <p:sp>
        <p:nvSpPr>
          <p:cNvPr id="3" name="Subtitle 2">
            <a:extLst>
              <a:ext uri="{FF2B5EF4-FFF2-40B4-BE49-F238E27FC236}">
                <a16:creationId xmlns:a16="http://schemas.microsoft.com/office/drawing/2014/main" id="{FDAD1914-560C-4D5C-AA3F-8A993D908EC6}"/>
              </a:ext>
            </a:extLst>
          </p:cNvPr>
          <p:cNvSpPr>
            <a:spLocks noGrp="1"/>
          </p:cNvSpPr>
          <p:nvPr>
            <p:ph type="subTitle" idx="1" hasCustomPrompt="1"/>
          </p:nvPr>
        </p:nvSpPr>
        <p:spPr>
          <a:xfrm>
            <a:off x="609598" y="4366830"/>
            <a:ext cx="6460998" cy="584775"/>
          </a:xfrm>
          <a:prstGeom prst="rect">
            <a:avLst/>
          </a:prstGeom>
        </p:spPr>
        <p:txBody>
          <a:bodyPr wrap="square"/>
          <a:lstStyle>
            <a:lvl1pPr marL="0" indent="0" algn="l">
              <a:spcAft>
                <a:spcPts val="0"/>
              </a:spcAft>
              <a:buFont typeface="Arial" panose="020B0604020202020204" pitchFamily="34" charset="0"/>
              <a:buNone/>
              <a:defRPr sz="3200" b="1" i="0" cap="none" spc="0" baseline="0">
                <a:solidFill>
                  <a:schemeClr val="tx2"/>
                </a:solidFill>
                <a:latin typeface="Amazon Ember Display" panose="020F0603020204020204" pitchFamily="34" charset="0"/>
                <a:ea typeface="メイリオ" panose="020B0604030504040204" pitchFamily="34" charset="-128"/>
                <a:cs typeface="Amazon Ember Display" panose="020F0603020204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Enter subtitle</a:t>
            </a:r>
          </a:p>
        </p:txBody>
      </p:sp>
      <p:sp>
        <p:nvSpPr>
          <p:cNvPr id="10" name="Text Placeholder 9">
            <a:extLst>
              <a:ext uri="{FF2B5EF4-FFF2-40B4-BE49-F238E27FC236}">
                <a16:creationId xmlns:a16="http://schemas.microsoft.com/office/drawing/2014/main" id="{8235E33B-41A5-4ACB-9AE6-2F3E7CAA4429}"/>
              </a:ext>
            </a:extLst>
          </p:cNvPr>
          <p:cNvSpPr>
            <a:spLocks noGrp="1"/>
          </p:cNvSpPr>
          <p:nvPr>
            <p:ph type="body" sz="quarter" idx="11" hasCustomPrompt="1"/>
          </p:nvPr>
        </p:nvSpPr>
        <p:spPr>
          <a:xfrm>
            <a:off x="609598" y="5261981"/>
            <a:ext cx="3797302" cy="400110"/>
          </a:xfrm>
          <a:prstGeom prst="rect">
            <a:avLst/>
          </a:prstGeom>
        </p:spPr>
        <p:txBody>
          <a:bodyPr wrap="square"/>
          <a:lstStyle>
            <a:lvl1pPr marL="0" indent="0">
              <a:spcAft>
                <a:spcPts val="0"/>
              </a:spcAft>
              <a:buNone/>
              <a:defRPr sz="2000" b="1" i="0" cap="none" spc="0" baseline="0">
                <a:solidFill>
                  <a:schemeClr val="tx2"/>
                </a:solidFill>
                <a:latin typeface="Amazon Ember Display" panose="020F0603020204020204" pitchFamily="34" charset="0"/>
                <a:ea typeface="メイリオ" panose="020B0604030504040204" pitchFamily="34" charset="-128"/>
                <a:cs typeface="Amazon Ember Display" panose="020F0603020204020204" pitchFamily="34" charset="0"/>
              </a:defRPr>
            </a:lvl1pPr>
          </a:lstStyle>
          <a:p>
            <a:pPr lvl="0"/>
            <a:r>
              <a:rPr lang="en-US" dirty="0"/>
              <a:t>Speaker name (pronouns)</a:t>
            </a:r>
          </a:p>
        </p:txBody>
      </p:sp>
      <p:sp>
        <p:nvSpPr>
          <p:cNvPr id="8" name="Text Placeholder 7">
            <a:extLst>
              <a:ext uri="{FF2B5EF4-FFF2-40B4-BE49-F238E27FC236}">
                <a16:creationId xmlns:a16="http://schemas.microsoft.com/office/drawing/2014/main" id="{B54CE4ED-4096-479A-AA41-A2286E854BFC}"/>
              </a:ext>
            </a:extLst>
          </p:cNvPr>
          <p:cNvSpPr>
            <a:spLocks noGrp="1"/>
          </p:cNvSpPr>
          <p:nvPr>
            <p:ph type="body" sz="quarter" idx="10" hasCustomPrompt="1"/>
          </p:nvPr>
        </p:nvSpPr>
        <p:spPr>
          <a:xfrm>
            <a:off x="609598" y="332014"/>
            <a:ext cx="6477002" cy="230832"/>
          </a:xfrm>
          <a:prstGeom prst="rect">
            <a:avLst/>
          </a:prstGeom>
        </p:spPr>
        <p:txBody>
          <a:bodyPr wrap="square"/>
          <a:lstStyle>
            <a:lvl1pPr marL="0" indent="0">
              <a:spcAft>
                <a:spcPts val="0"/>
              </a:spcAft>
              <a:buNone/>
              <a:defRPr sz="1000" b="0" i="0" cap="all" spc="300" baseline="0">
                <a:solidFill>
                  <a:schemeClr val="tx2"/>
                </a:solidFill>
                <a:latin typeface="Amazon Ember Mono" panose="020B0509020204020204" pitchFamily="49" charset="0"/>
                <a:ea typeface="Amazon Ember Mono" panose="020B0509020204020204" pitchFamily="49" charset="0"/>
                <a:cs typeface="Amazon Ember Mono" panose="020B0509020204020204" pitchFamily="49" charset="0"/>
              </a:defRPr>
            </a:lvl1pPr>
          </a:lstStyle>
          <a:p>
            <a:pPr lvl="0"/>
            <a:r>
              <a:rPr lang="en-US" dirty="0"/>
              <a:t>Enter session ID if required</a:t>
            </a:r>
          </a:p>
        </p:txBody>
      </p:sp>
      <p:sp>
        <p:nvSpPr>
          <p:cNvPr id="12" name="Text Placeholder 11">
            <a:extLst>
              <a:ext uri="{FF2B5EF4-FFF2-40B4-BE49-F238E27FC236}">
                <a16:creationId xmlns:a16="http://schemas.microsoft.com/office/drawing/2014/main" id="{E7D4CE88-F816-4273-A6C0-5D3F9D2E0519}"/>
              </a:ext>
            </a:extLst>
          </p:cNvPr>
          <p:cNvSpPr>
            <a:spLocks noGrp="1"/>
          </p:cNvSpPr>
          <p:nvPr>
            <p:ph type="body" sz="quarter" idx="12" hasCustomPrompt="1"/>
          </p:nvPr>
        </p:nvSpPr>
        <p:spPr>
          <a:xfrm>
            <a:off x="609598" y="5674769"/>
            <a:ext cx="3797302" cy="584775"/>
          </a:xfrm>
          <a:prstGeom prst="rect">
            <a:avLst/>
          </a:prstGeom>
        </p:spPr>
        <p:txBody>
          <a:bodyPr wrap="square"/>
          <a:lstStyle>
            <a:lvl1pPr marL="0" indent="0">
              <a:spcAft>
                <a:spcPts val="300"/>
              </a:spcAft>
              <a:buNone/>
              <a:defRPr sz="1600" b="0" i="0" baseline="0">
                <a:solidFill>
                  <a:schemeClr val="tx2"/>
                </a:solidFill>
                <a:latin typeface="Amazon Ember Display" panose="020F0603020204020204" pitchFamily="34" charset="0"/>
                <a:ea typeface="メイリオ" panose="020B0604030504040204" pitchFamily="34" charset="-128"/>
                <a:cs typeface="Amazon Ember Display" panose="020F0603020204020204" pitchFamily="34" charset="0"/>
              </a:defRPr>
            </a:lvl1pPr>
          </a:lstStyle>
          <a:p>
            <a:pPr lvl="0"/>
            <a:r>
              <a:rPr lang="en-US" dirty="0"/>
              <a:t>Speaker job title</a:t>
            </a:r>
            <a:br>
              <a:rPr lang="en-US" dirty="0"/>
            </a:br>
            <a:r>
              <a:rPr lang="en-US" dirty="0"/>
              <a:t>Speaker company</a:t>
            </a:r>
          </a:p>
        </p:txBody>
      </p:sp>
      <p:sp>
        <p:nvSpPr>
          <p:cNvPr id="11" name="TextBox 10">
            <a:extLst>
              <a:ext uri="{FF2B5EF4-FFF2-40B4-BE49-F238E27FC236}">
                <a16:creationId xmlns:a16="http://schemas.microsoft.com/office/drawing/2014/main" id="{F9CE4815-926B-43B6-82AB-971B1A89CEF6}"/>
              </a:ext>
            </a:extLst>
          </p:cNvPr>
          <p:cNvSpPr txBox="1"/>
          <p:nvPr userDrawn="1"/>
        </p:nvSpPr>
        <p:spPr>
          <a:xfrm>
            <a:off x="504476" y="6389813"/>
            <a:ext cx="2621230" cy="184666"/>
          </a:xfrm>
          <a:prstGeom prst="rect">
            <a:avLst/>
          </a:prstGeom>
          <a:noFill/>
        </p:spPr>
        <p:txBody>
          <a:bodyPr wrap="none" rtlCol="0">
            <a:spAutoFit/>
          </a:bodyPr>
          <a:lstStyle/>
          <a:p>
            <a:pPr algn="l"/>
            <a:r>
              <a:rPr lang="en-US" sz="600" b="0" i="0" dirty="0">
                <a:solidFill>
                  <a:schemeClr val="tx2"/>
                </a:solidFill>
                <a:latin typeface="Amazon Ember Display" panose="020F0603020204020204" pitchFamily="34" charset="0"/>
              </a:rPr>
              <a:t>© 2025, Amazon Web Services, Inc. or its affiliates. All rights reserved.</a:t>
            </a:r>
          </a:p>
        </p:txBody>
      </p:sp>
    </p:spTree>
    <p:extLst>
      <p:ext uri="{BB962C8B-B14F-4D97-AF65-F5344CB8AC3E}">
        <p14:creationId xmlns:p14="http://schemas.microsoft.com/office/powerpoint/2010/main" val="31164470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pos="4464">
          <p15:clr>
            <a:srgbClr val="FBAE40"/>
          </p15:clr>
        </p15:guide>
        <p15:guide id="3" orient="horz" pos="2736">
          <p15:clr>
            <a:srgbClr val="FBAE40"/>
          </p15:clr>
        </p15:guide>
        <p15:guide id="4" orient="horz" pos="1272">
          <p15:clr>
            <a:srgbClr val="FBAE40"/>
          </p15:clr>
        </p15:guide>
        <p15:guide id="5" orient="horz" pos="1728">
          <p15:clr>
            <a:srgbClr val="FBAE40"/>
          </p15:clr>
        </p15:guide>
      </p15:sldGuideLst>
    </p:ext>
  </p:extLst>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userDrawn="1">
  <p:cSld name="Title Slide 1C">
    <p:spTree>
      <p:nvGrpSpPr>
        <p:cNvPr id="1" name=""/>
        <p:cNvGrpSpPr/>
        <p:nvPr/>
      </p:nvGrpSpPr>
      <p:grpSpPr>
        <a:xfrm>
          <a:off x="0" y="0"/>
          <a:ext cx="0" cy="0"/>
          <a:chOff x="0" y="0"/>
          <a:chExt cx="0" cy="0"/>
        </a:xfrm>
      </p:grpSpPr>
      <p:pic>
        <p:nvPicPr>
          <p:cNvPr id="13" name="Picture 12">
            <a:extLst>
              <a:ext uri="{FF2B5EF4-FFF2-40B4-BE49-F238E27FC236}">
                <a16:creationId xmlns:a16="http://schemas.microsoft.com/office/drawing/2014/main" id="{0273828A-79F8-15CD-9D21-FB44B77FDBBF}"/>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3" name="Subtitle 2">
            <a:extLst>
              <a:ext uri="{FF2B5EF4-FFF2-40B4-BE49-F238E27FC236}">
                <a16:creationId xmlns:a16="http://schemas.microsoft.com/office/drawing/2014/main" id="{53CAD519-9A88-CC6D-C64F-32781DE12863}"/>
              </a:ext>
            </a:extLst>
          </p:cNvPr>
          <p:cNvSpPr>
            <a:spLocks noGrp="1"/>
          </p:cNvSpPr>
          <p:nvPr>
            <p:ph type="subTitle" idx="1" hasCustomPrompt="1"/>
          </p:nvPr>
        </p:nvSpPr>
        <p:spPr>
          <a:xfrm>
            <a:off x="609598" y="4366830"/>
            <a:ext cx="6460998" cy="584775"/>
          </a:xfrm>
          <a:prstGeom prst="rect">
            <a:avLst/>
          </a:prstGeom>
        </p:spPr>
        <p:txBody>
          <a:bodyPr wrap="square"/>
          <a:lstStyle>
            <a:lvl1pPr marL="0" indent="0" algn="l">
              <a:spcAft>
                <a:spcPts val="0"/>
              </a:spcAft>
              <a:buFont typeface="Arial" panose="020B0604020202020204" pitchFamily="34" charset="0"/>
              <a:buNone/>
              <a:defRPr sz="3200" b="1" i="0" cap="none" spc="0" baseline="0">
                <a:solidFill>
                  <a:schemeClr val="tx2"/>
                </a:solidFill>
                <a:latin typeface="Amazon Ember Display" panose="020F0603020204020204" pitchFamily="34" charset="0"/>
                <a:ea typeface="メイリオ" panose="020B0604030504040204" pitchFamily="34" charset="-128"/>
                <a:cs typeface="Amazon Ember Display" panose="020F0603020204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Enter subtitle</a:t>
            </a:r>
          </a:p>
        </p:txBody>
      </p:sp>
      <p:sp>
        <p:nvSpPr>
          <p:cNvPr id="5" name="Text Placeholder 9">
            <a:extLst>
              <a:ext uri="{FF2B5EF4-FFF2-40B4-BE49-F238E27FC236}">
                <a16:creationId xmlns:a16="http://schemas.microsoft.com/office/drawing/2014/main" id="{AECD1BDB-3933-70D1-D0B1-585F679690F4}"/>
              </a:ext>
            </a:extLst>
          </p:cNvPr>
          <p:cNvSpPr>
            <a:spLocks noGrp="1"/>
          </p:cNvSpPr>
          <p:nvPr>
            <p:ph type="body" sz="quarter" idx="11" hasCustomPrompt="1"/>
          </p:nvPr>
        </p:nvSpPr>
        <p:spPr>
          <a:xfrm>
            <a:off x="609598" y="5261981"/>
            <a:ext cx="3797302" cy="400110"/>
          </a:xfrm>
          <a:prstGeom prst="rect">
            <a:avLst/>
          </a:prstGeom>
        </p:spPr>
        <p:txBody>
          <a:bodyPr wrap="square"/>
          <a:lstStyle>
            <a:lvl1pPr marL="0" indent="0">
              <a:spcAft>
                <a:spcPts val="0"/>
              </a:spcAft>
              <a:buNone/>
              <a:defRPr sz="2000" b="1" i="0" cap="none" spc="0" baseline="0">
                <a:solidFill>
                  <a:schemeClr val="tx2"/>
                </a:solidFill>
                <a:latin typeface="Amazon Ember Display" panose="020F0603020204020204" pitchFamily="34" charset="0"/>
                <a:ea typeface="メイリオ" panose="020B0604030504040204" pitchFamily="34" charset="-128"/>
                <a:cs typeface="Amazon Ember Display" panose="020F0603020204020204" pitchFamily="34" charset="0"/>
              </a:defRPr>
            </a:lvl1pPr>
          </a:lstStyle>
          <a:p>
            <a:pPr lvl="0"/>
            <a:r>
              <a:rPr lang="en-US" dirty="0"/>
              <a:t>Speaker name (pronouns)</a:t>
            </a:r>
          </a:p>
        </p:txBody>
      </p:sp>
      <p:sp>
        <p:nvSpPr>
          <p:cNvPr id="6" name="Text Placeholder 7">
            <a:extLst>
              <a:ext uri="{FF2B5EF4-FFF2-40B4-BE49-F238E27FC236}">
                <a16:creationId xmlns:a16="http://schemas.microsoft.com/office/drawing/2014/main" id="{49BD2DDE-9CEA-E55B-45AC-E81DC0520AEE}"/>
              </a:ext>
            </a:extLst>
          </p:cNvPr>
          <p:cNvSpPr>
            <a:spLocks noGrp="1"/>
          </p:cNvSpPr>
          <p:nvPr>
            <p:ph type="body" sz="quarter" idx="10" hasCustomPrompt="1"/>
          </p:nvPr>
        </p:nvSpPr>
        <p:spPr>
          <a:xfrm>
            <a:off x="609598" y="332014"/>
            <a:ext cx="6477002" cy="230832"/>
          </a:xfrm>
          <a:prstGeom prst="rect">
            <a:avLst/>
          </a:prstGeom>
        </p:spPr>
        <p:txBody>
          <a:bodyPr wrap="square"/>
          <a:lstStyle>
            <a:lvl1pPr marL="0" indent="0">
              <a:spcAft>
                <a:spcPts val="0"/>
              </a:spcAft>
              <a:buNone/>
              <a:defRPr sz="1000" b="0" i="0" cap="all" spc="300" baseline="0">
                <a:solidFill>
                  <a:schemeClr val="tx2"/>
                </a:solidFill>
                <a:latin typeface="Amazon Ember Mono" panose="020B0509020204020204" pitchFamily="49" charset="0"/>
                <a:ea typeface="Amazon Ember Mono" panose="020B0509020204020204" pitchFamily="49" charset="0"/>
                <a:cs typeface="Amazon Ember Mono" panose="020B0509020204020204" pitchFamily="49" charset="0"/>
              </a:defRPr>
            </a:lvl1pPr>
          </a:lstStyle>
          <a:p>
            <a:pPr lvl="0"/>
            <a:r>
              <a:rPr lang="en-US" dirty="0"/>
              <a:t>Enter session ID if required</a:t>
            </a:r>
          </a:p>
        </p:txBody>
      </p:sp>
      <p:sp>
        <p:nvSpPr>
          <p:cNvPr id="7" name="Text Placeholder 11">
            <a:extLst>
              <a:ext uri="{FF2B5EF4-FFF2-40B4-BE49-F238E27FC236}">
                <a16:creationId xmlns:a16="http://schemas.microsoft.com/office/drawing/2014/main" id="{6F4339BC-5512-257D-D251-96C726B3928B}"/>
              </a:ext>
            </a:extLst>
          </p:cNvPr>
          <p:cNvSpPr>
            <a:spLocks noGrp="1"/>
          </p:cNvSpPr>
          <p:nvPr>
            <p:ph type="body" sz="quarter" idx="12" hasCustomPrompt="1"/>
          </p:nvPr>
        </p:nvSpPr>
        <p:spPr>
          <a:xfrm>
            <a:off x="609598" y="5674769"/>
            <a:ext cx="3797302" cy="584775"/>
          </a:xfrm>
          <a:prstGeom prst="rect">
            <a:avLst/>
          </a:prstGeom>
        </p:spPr>
        <p:txBody>
          <a:bodyPr wrap="square"/>
          <a:lstStyle>
            <a:lvl1pPr marL="0" indent="0">
              <a:spcAft>
                <a:spcPts val="300"/>
              </a:spcAft>
              <a:buNone/>
              <a:defRPr sz="1600" b="0" i="0" baseline="0">
                <a:solidFill>
                  <a:schemeClr val="tx2"/>
                </a:solidFill>
                <a:latin typeface="Amazon Ember Display" panose="020F0603020204020204" pitchFamily="34" charset="0"/>
                <a:ea typeface="メイリオ" panose="020B0604030504040204" pitchFamily="34" charset="-128"/>
                <a:cs typeface="Amazon Ember Display" panose="020F0603020204020204" pitchFamily="34" charset="0"/>
              </a:defRPr>
            </a:lvl1pPr>
          </a:lstStyle>
          <a:p>
            <a:pPr lvl="0"/>
            <a:r>
              <a:rPr lang="en-US" dirty="0"/>
              <a:t>Speaker job title</a:t>
            </a:r>
            <a:br>
              <a:rPr lang="en-US" dirty="0"/>
            </a:br>
            <a:r>
              <a:rPr lang="en-US" dirty="0"/>
              <a:t>Speaker company</a:t>
            </a:r>
          </a:p>
        </p:txBody>
      </p:sp>
      <p:sp>
        <p:nvSpPr>
          <p:cNvPr id="8" name="TextBox 7">
            <a:extLst>
              <a:ext uri="{FF2B5EF4-FFF2-40B4-BE49-F238E27FC236}">
                <a16:creationId xmlns:a16="http://schemas.microsoft.com/office/drawing/2014/main" id="{2A8E9AEE-EE0A-4511-286D-B7E92DB33387}"/>
              </a:ext>
            </a:extLst>
          </p:cNvPr>
          <p:cNvSpPr txBox="1"/>
          <p:nvPr userDrawn="1"/>
        </p:nvSpPr>
        <p:spPr>
          <a:xfrm>
            <a:off x="504476" y="6389813"/>
            <a:ext cx="2621230" cy="184666"/>
          </a:xfrm>
          <a:prstGeom prst="rect">
            <a:avLst/>
          </a:prstGeom>
          <a:noFill/>
        </p:spPr>
        <p:txBody>
          <a:bodyPr wrap="none" rtlCol="0">
            <a:spAutoFit/>
          </a:bodyPr>
          <a:lstStyle/>
          <a:p>
            <a:pPr algn="l"/>
            <a:r>
              <a:rPr lang="en-US" sz="600" b="0" i="0" dirty="0">
                <a:solidFill>
                  <a:schemeClr val="tx2"/>
                </a:solidFill>
                <a:latin typeface="Amazon Ember Display" panose="020F0603020204020204" pitchFamily="34" charset="0"/>
              </a:rPr>
              <a:t>© 2025, Amazon Web Services, Inc. or its affiliates. All rights reserved.</a:t>
            </a:r>
          </a:p>
        </p:txBody>
      </p:sp>
      <p:sp>
        <p:nvSpPr>
          <p:cNvPr id="2" name="Title 1">
            <a:extLst>
              <a:ext uri="{FF2B5EF4-FFF2-40B4-BE49-F238E27FC236}">
                <a16:creationId xmlns:a16="http://schemas.microsoft.com/office/drawing/2014/main" id="{4C69315F-6BED-09F1-C555-D62EBCC2C2CC}"/>
              </a:ext>
            </a:extLst>
          </p:cNvPr>
          <p:cNvSpPr>
            <a:spLocks noGrp="1"/>
          </p:cNvSpPr>
          <p:nvPr>
            <p:ph type="ctrTitle" hasCustomPrompt="1"/>
          </p:nvPr>
        </p:nvSpPr>
        <p:spPr>
          <a:xfrm>
            <a:off x="477246" y="3418321"/>
            <a:ext cx="6460999" cy="923330"/>
          </a:xfrm>
          <a:prstGeom prst="rect">
            <a:avLst/>
          </a:prstGeom>
        </p:spPr>
        <p:txBody>
          <a:bodyPr wrap="square" anchor="t" anchorCtr="0"/>
          <a:lstStyle>
            <a:lvl1pPr algn="l">
              <a:defRPr sz="6000" b="1" i="0" baseline="0">
                <a:solidFill>
                  <a:schemeClr val="tx2"/>
                </a:solidFill>
                <a:latin typeface="Amazon Ember Display" panose="020F0603020204020204" pitchFamily="34" charset="0"/>
                <a:ea typeface="メイリオ" panose="020B0604030504040204" pitchFamily="34" charset="-128"/>
                <a:cs typeface="Amazon Ember Display" panose="020F0603020204020204" pitchFamily="34" charset="0"/>
              </a:defRPr>
            </a:lvl1pPr>
          </a:lstStyle>
          <a:p>
            <a:r>
              <a:rPr lang="en-US" dirty="0"/>
              <a:t>Enter title</a:t>
            </a:r>
          </a:p>
        </p:txBody>
      </p:sp>
      <p:pic>
        <p:nvPicPr>
          <p:cNvPr id="11" name="Picture 10">
            <a:extLst>
              <a:ext uri="{FF2B5EF4-FFF2-40B4-BE49-F238E27FC236}">
                <a16:creationId xmlns:a16="http://schemas.microsoft.com/office/drawing/2014/main" id="{FA0E7CF6-AEC8-B8B6-2040-09A061248948}"/>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0602686" y="5616413"/>
            <a:ext cx="979714" cy="586152"/>
          </a:xfrm>
          <a:prstGeom prst="rect">
            <a:avLst/>
          </a:prstGeom>
        </p:spPr>
      </p:pic>
    </p:spTree>
    <p:extLst>
      <p:ext uri="{BB962C8B-B14F-4D97-AF65-F5344CB8AC3E}">
        <p14:creationId xmlns:p14="http://schemas.microsoft.com/office/powerpoint/2010/main" val="10085237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pos="4464">
          <p15:clr>
            <a:srgbClr val="FBAE40"/>
          </p15:clr>
        </p15:guide>
        <p15:guide id="3" orient="horz" pos="2736">
          <p15:clr>
            <a:srgbClr val="FBAE40"/>
          </p15:clr>
        </p15:guide>
        <p15:guide id="4" orient="horz" pos="1272">
          <p15:clr>
            <a:srgbClr val="FBAE40"/>
          </p15:clr>
        </p15:guide>
        <p15:guide id="5" orient="horz" pos="1728">
          <p15:clr>
            <a:srgbClr val="FBAE40"/>
          </p15:clr>
        </p15:guide>
      </p15:sldGuideLst>
    </p:ext>
  </p:extLst>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userDrawn="1">
  <p:cSld name="Title Slide 1B">
    <p:spTree>
      <p:nvGrpSpPr>
        <p:cNvPr id="1" name=""/>
        <p:cNvGrpSpPr/>
        <p:nvPr/>
      </p:nvGrpSpPr>
      <p:grpSpPr>
        <a:xfrm>
          <a:off x="0" y="0"/>
          <a:ext cx="0" cy="0"/>
          <a:chOff x="0" y="0"/>
          <a:chExt cx="0" cy="0"/>
        </a:xfrm>
      </p:grpSpPr>
      <p:pic>
        <p:nvPicPr>
          <p:cNvPr id="13" name="Picture 12">
            <a:extLst>
              <a:ext uri="{FF2B5EF4-FFF2-40B4-BE49-F238E27FC236}">
                <a16:creationId xmlns:a16="http://schemas.microsoft.com/office/drawing/2014/main" id="{30B1A274-34CE-9318-18E9-83796CAE5124}"/>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3" name="Subtitle 2">
            <a:extLst>
              <a:ext uri="{FF2B5EF4-FFF2-40B4-BE49-F238E27FC236}">
                <a16:creationId xmlns:a16="http://schemas.microsoft.com/office/drawing/2014/main" id="{A8CD09BF-BE98-954E-8C83-FD00798ACA28}"/>
              </a:ext>
            </a:extLst>
          </p:cNvPr>
          <p:cNvSpPr>
            <a:spLocks noGrp="1"/>
          </p:cNvSpPr>
          <p:nvPr>
            <p:ph type="subTitle" idx="1" hasCustomPrompt="1"/>
          </p:nvPr>
        </p:nvSpPr>
        <p:spPr>
          <a:xfrm>
            <a:off x="609598" y="4366830"/>
            <a:ext cx="6460998" cy="584775"/>
          </a:xfrm>
          <a:prstGeom prst="rect">
            <a:avLst/>
          </a:prstGeom>
        </p:spPr>
        <p:txBody>
          <a:bodyPr wrap="square"/>
          <a:lstStyle>
            <a:lvl1pPr marL="0" indent="0" algn="l">
              <a:spcAft>
                <a:spcPts val="0"/>
              </a:spcAft>
              <a:buFont typeface="Arial" panose="020B0604020202020204" pitchFamily="34" charset="0"/>
              <a:buNone/>
              <a:defRPr sz="3200" b="1" i="0" cap="none" spc="0" baseline="0">
                <a:solidFill>
                  <a:schemeClr val="tx2"/>
                </a:solidFill>
                <a:latin typeface="Amazon Ember Display" panose="020F0603020204020204" pitchFamily="34" charset="0"/>
                <a:ea typeface="メイリオ" panose="020B0604030504040204" pitchFamily="34" charset="-128"/>
                <a:cs typeface="Amazon Ember Display" panose="020F0603020204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Enter subtitle</a:t>
            </a:r>
          </a:p>
        </p:txBody>
      </p:sp>
      <p:sp>
        <p:nvSpPr>
          <p:cNvPr id="5" name="Text Placeholder 9">
            <a:extLst>
              <a:ext uri="{FF2B5EF4-FFF2-40B4-BE49-F238E27FC236}">
                <a16:creationId xmlns:a16="http://schemas.microsoft.com/office/drawing/2014/main" id="{AAF119F6-59CF-C06E-9DEE-68747AC5B537}"/>
              </a:ext>
            </a:extLst>
          </p:cNvPr>
          <p:cNvSpPr>
            <a:spLocks noGrp="1"/>
          </p:cNvSpPr>
          <p:nvPr>
            <p:ph type="body" sz="quarter" idx="11" hasCustomPrompt="1"/>
          </p:nvPr>
        </p:nvSpPr>
        <p:spPr>
          <a:xfrm>
            <a:off x="609598" y="5261981"/>
            <a:ext cx="3797302" cy="400110"/>
          </a:xfrm>
          <a:prstGeom prst="rect">
            <a:avLst/>
          </a:prstGeom>
        </p:spPr>
        <p:txBody>
          <a:bodyPr wrap="square"/>
          <a:lstStyle>
            <a:lvl1pPr marL="0" indent="0">
              <a:spcAft>
                <a:spcPts val="0"/>
              </a:spcAft>
              <a:buNone/>
              <a:defRPr sz="2000" b="1" i="0" cap="none" spc="0" baseline="0">
                <a:solidFill>
                  <a:schemeClr val="tx2"/>
                </a:solidFill>
                <a:latin typeface="Amazon Ember Display" panose="020F0603020204020204" pitchFamily="34" charset="0"/>
                <a:ea typeface="メイリオ" panose="020B0604030504040204" pitchFamily="34" charset="-128"/>
                <a:cs typeface="Amazon Ember Display" panose="020F0603020204020204" pitchFamily="34" charset="0"/>
              </a:defRPr>
            </a:lvl1pPr>
          </a:lstStyle>
          <a:p>
            <a:pPr lvl="0"/>
            <a:r>
              <a:rPr lang="en-US" dirty="0"/>
              <a:t>Speaker name (pronouns)</a:t>
            </a:r>
          </a:p>
        </p:txBody>
      </p:sp>
      <p:sp>
        <p:nvSpPr>
          <p:cNvPr id="6" name="Text Placeholder 7">
            <a:extLst>
              <a:ext uri="{FF2B5EF4-FFF2-40B4-BE49-F238E27FC236}">
                <a16:creationId xmlns:a16="http://schemas.microsoft.com/office/drawing/2014/main" id="{19378773-656B-3414-4689-741C92BE3E06}"/>
              </a:ext>
            </a:extLst>
          </p:cNvPr>
          <p:cNvSpPr>
            <a:spLocks noGrp="1"/>
          </p:cNvSpPr>
          <p:nvPr>
            <p:ph type="body" sz="quarter" idx="10" hasCustomPrompt="1"/>
          </p:nvPr>
        </p:nvSpPr>
        <p:spPr>
          <a:xfrm>
            <a:off x="609598" y="332014"/>
            <a:ext cx="6477002" cy="230832"/>
          </a:xfrm>
          <a:prstGeom prst="rect">
            <a:avLst/>
          </a:prstGeom>
        </p:spPr>
        <p:txBody>
          <a:bodyPr wrap="square"/>
          <a:lstStyle>
            <a:lvl1pPr marL="0" indent="0">
              <a:spcAft>
                <a:spcPts val="0"/>
              </a:spcAft>
              <a:buNone/>
              <a:defRPr sz="1000" b="0" i="0" cap="all" spc="300" baseline="0">
                <a:solidFill>
                  <a:schemeClr val="tx2"/>
                </a:solidFill>
                <a:latin typeface="Amazon Ember Mono" panose="020B0509020204020204" pitchFamily="49" charset="0"/>
                <a:ea typeface="Amazon Ember Mono" panose="020B0509020204020204" pitchFamily="49" charset="0"/>
                <a:cs typeface="Amazon Ember Mono" panose="020B0509020204020204" pitchFamily="49" charset="0"/>
              </a:defRPr>
            </a:lvl1pPr>
          </a:lstStyle>
          <a:p>
            <a:pPr lvl="0"/>
            <a:r>
              <a:rPr lang="en-US" dirty="0"/>
              <a:t>Enter session ID if required</a:t>
            </a:r>
          </a:p>
        </p:txBody>
      </p:sp>
      <p:sp>
        <p:nvSpPr>
          <p:cNvPr id="7" name="Text Placeholder 11">
            <a:extLst>
              <a:ext uri="{FF2B5EF4-FFF2-40B4-BE49-F238E27FC236}">
                <a16:creationId xmlns:a16="http://schemas.microsoft.com/office/drawing/2014/main" id="{3C5437D4-D83E-F7AB-7C05-4D16F6D780CF}"/>
              </a:ext>
            </a:extLst>
          </p:cNvPr>
          <p:cNvSpPr>
            <a:spLocks noGrp="1"/>
          </p:cNvSpPr>
          <p:nvPr>
            <p:ph type="body" sz="quarter" idx="12" hasCustomPrompt="1"/>
          </p:nvPr>
        </p:nvSpPr>
        <p:spPr>
          <a:xfrm>
            <a:off x="609598" y="5674769"/>
            <a:ext cx="3797302" cy="584775"/>
          </a:xfrm>
          <a:prstGeom prst="rect">
            <a:avLst/>
          </a:prstGeom>
        </p:spPr>
        <p:txBody>
          <a:bodyPr wrap="square"/>
          <a:lstStyle>
            <a:lvl1pPr marL="0" indent="0">
              <a:spcAft>
                <a:spcPts val="300"/>
              </a:spcAft>
              <a:buNone/>
              <a:defRPr sz="1600" b="0" i="0" baseline="0">
                <a:solidFill>
                  <a:schemeClr val="tx2"/>
                </a:solidFill>
                <a:latin typeface="Amazon Ember Display" panose="020F0603020204020204" pitchFamily="34" charset="0"/>
                <a:ea typeface="メイリオ" panose="020B0604030504040204" pitchFamily="34" charset="-128"/>
                <a:cs typeface="Amazon Ember Display" panose="020F0603020204020204" pitchFamily="34" charset="0"/>
              </a:defRPr>
            </a:lvl1pPr>
          </a:lstStyle>
          <a:p>
            <a:pPr lvl="0"/>
            <a:r>
              <a:rPr lang="en-US" dirty="0"/>
              <a:t>Speaker job title</a:t>
            </a:r>
            <a:br>
              <a:rPr lang="en-US" dirty="0"/>
            </a:br>
            <a:r>
              <a:rPr lang="en-US" dirty="0"/>
              <a:t>Speaker company</a:t>
            </a:r>
          </a:p>
        </p:txBody>
      </p:sp>
      <p:sp>
        <p:nvSpPr>
          <p:cNvPr id="8" name="TextBox 7">
            <a:extLst>
              <a:ext uri="{FF2B5EF4-FFF2-40B4-BE49-F238E27FC236}">
                <a16:creationId xmlns:a16="http://schemas.microsoft.com/office/drawing/2014/main" id="{18671D03-03D2-3246-0292-3278FC46E9BD}"/>
              </a:ext>
            </a:extLst>
          </p:cNvPr>
          <p:cNvSpPr txBox="1"/>
          <p:nvPr userDrawn="1"/>
        </p:nvSpPr>
        <p:spPr>
          <a:xfrm>
            <a:off x="504476" y="6389813"/>
            <a:ext cx="2621230" cy="184666"/>
          </a:xfrm>
          <a:prstGeom prst="rect">
            <a:avLst/>
          </a:prstGeom>
          <a:noFill/>
        </p:spPr>
        <p:txBody>
          <a:bodyPr wrap="none" rtlCol="0">
            <a:spAutoFit/>
          </a:bodyPr>
          <a:lstStyle/>
          <a:p>
            <a:pPr algn="l"/>
            <a:r>
              <a:rPr lang="en-US" sz="600" b="0" i="0" dirty="0">
                <a:solidFill>
                  <a:schemeClr val="tx2"/>
                </a:solidFill>
                <a:latin typeface="Amazon Ember Display" panose="020F0603020204020204" pitchFamily="34" charset="0"/>
              </a:rPr>
              <a:t>© 2025, Amazon Web Services, Inc. or its affiliates. All rights reserved.</a:t>
            </a:r>
          </a:p>
        </p:txBody>
      </p:sp>
      <p:sp>
        <p:nvSpPr>
          <p:cNvPr id="2" name="Title 1">
            <a:extLst>
              <a:ext uri="{FF2B5EF4-FFF2-40B4-BE49-F238E27FC236}">
                <a16:creationId xmlns:a16="http://schemas.microsoft.com/office/drawing/2014/main" id="{062C415C-2EF2-186A-04FA-1B6BE61C4101}"/>
              </a:ext>
            </a:extLst>
          </p:cNvPr>
          <p:cNvSpPr>
            <a:spLocks noGrp="1"/>
          </p:cNvSpPr>
          <p:nvPr>
            <p:ph type="ctrTitle" hasCustomPrompt="1"/>
          </p:nvPr>
        </p:nvSpPr>
        <p:spPr>
          <a:xfrm>
            <a:off x="477246" y="3418321"/>
            <a:ext cx="6460999" cy="923330"/>
          </a:xfrm>
          <a:prstGeom prst="rect">
            <a:avLst/>
          </a:prstGeom>
        </p:spPr>
        <p:txBody>
          <a:bodyPr wrap="square" anchor="t" anchorCtr="0"/>
          <a:lstStyle>
            <a:lvl1pPr algn="l">
              <a:defRPr sz="6000" b="1" i="0" baseline="0">
                <a:solidFill>
                  <a:schemeClr val="tx2"/>
                </a:solidFill>
                <a:latin typeface="Amazon Ember Display" panose="020F0603020204020204" pitchFamily="34" charset="0"/>
                <a:ea typeface="メイリオ" panose="020B0604030504040204" pitchFamily="34" charset="-128"/>
                <a:cs typeface="Amazon Ember Display" panose="020F0603020204020204" pitchFamily="34" charset="0"/>
              </a:defRPr>
            </a:lvl1pPr>
          </a:lstStyle>
          <a:p>
            <a:r>
              <a:rPr lang="en-US" dirty="0"/>
              <a:t>Enter title</a:t>
            </a:r>
          </a:p>
        </p:txBody>
      </p:sp>
      <p:pic>
        <p:nvPicPr>
          <p:cNvPr id="11" name="Picture 10">
            <a:extLst>
              <a:ext uri="{FF2B5EF4-FFF2-40B4-BE49-F238E27FC236}">
                <a16:creationId xmlns:a16="http://schemas.microsoft.com/office/drawing/2014/main" id="{47D75C48-1113-B98D-B01C-9CF253E8BBEA}"/>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0602686" y="5616413"/>
            <a:ext cx="979714" cy="586152"/>
          </a:xfrm>
          <a:prstGeom prst="rect">
            <a:avLst/>
          </a:prstGeom>
        </p:spPr>
      </p:pic>
    </p:spTree>
    <p:extLst>
      <p:ext uri="{BB962C8B-B14F-4D97-AF65-F5344CB8AC3E}">
        <p14:creationId xmlns:p14="http://schemas.microsoft.com/office/powerpoint/2010/main" val="29863553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pos="4464">
          <p15:clr>
            <a:srgbClr val="FBAE40"/>
          </p15:clr>
        </p15:guide>
        <p15:guide id="3" orient="horz" pos="2736">
          <p15:clr>
            <a:srgbClr val="FBAE40"/>
          </p15:clr>
        </p15:guide>
        <p15:guide id="4" orient="horz" pos="1272">
          <p15:clr>
            <a:srgbClr val="FBAE40"/>
          </p15:clr>
        </p15:guide>
        <p15:guide id="5" orient="horz" pos="1728">
          <p15:clr>
            <a:srgbClr val="FBAE40"/>
          </p15:clr>
        </p15:guide>
      </p15:sldGuideLst>
    </p:ext>
  </p:extLst>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userDrawn="1">
  <p:cSld name="Title Slide 2A">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1C5CAEF-E4CF-4B92-233A-7553242F643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 y="0"/>
            <a:ext cx="12192001" cy="6858001"/>
          </a:xfrm>
          <a:prstGeom prst="rect">
            <a:avLst/>
          </a:prstGeom>
        </p:spPr>
      </p:pic>
      <p:sp>
        <p:nvSpPr>
          <p:cNvPr id="3" name="Subtitle 2">
            <a:extLst>
              <a:ext uri="{FF2B5EF4-FFF2-40B4-BE49-F238E27FC236}">
                <a16:creationId xmlns:a16="http://schemas.microsoft.com/office/drawing/2014/main" id="{60F04AFD-CEAF-D96A-9FBC-950044545866}"/>
              </a:ext>
            </a:extLst>
          </p:cNvPr>
          <p:cNvSpPr>
            <a:spLocks noGrp="1"/>
          </p:cNvSpPr>
          <p:nvPr>
            <p:ph type="subTitle" idx="1" hasCustomPrompt="1"/>
          </p:nvPr>
        </p:nvSpPr>
        <p:spPr>
          <a:xfrm>
            <a:off x="609598" y="1918337"/>
            <a:ext cx="6460998" cy="584775"/>
          </a:xfrm>
          <a:prstGeom prst="rect">
            <a:avLst/>
          </a:prstGeom>
        </p:spPr>
        <p:txBody>
          <a:bodyPr wrap="square"/>
          <a:lstStyle>
            <a:lvl1pPr marL="0" indent="0" algn="l">
              <a:spcAft>
                <a:spcPts val="0"/>
              </a:spcAft>
              <a:buFont typeface="Arial" panose="020B0604020202020204" pitchFamily="34" charset="0"/>
              <a:buNone/>
              <a:defRPr sz="3200" b="1" i="0" cap="none" spc="0" baseline="0">
                <a:solidFill>
                  <a:schemeClr val="tx2"/>
                </a:solidFill>
                <a:latin typeface="Amazon Ember Display" panose="020F0603020204020204" pitchFamily="34" charset="0"/>
                <a:ea typeface="メイリオ" panose="020B0604030504040204" pitchFamily="34" charset="-128"/>
                <a:cs typeface="Amazon Ember Display" panose="020F0603020204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Enter subtitle</a:t>
            </a:r>
          </a:p>
        </p:txBody>
      </p:sp>
      <p:sp>
        <p:nvSpPr>
          <p:cNvPr id="5" name="Text Placeholder 9">
            <a:extLst>
              <a:ext uri="{FF2B5EF4-FFF2-40B4-BE49-F238E27FC236}">
                <a16:creationId xmlns:a16="http://schemas.microsoft.com/office/drawing/2014/main" id="{0187CBED-F3F8-A0AE-DBEA-EEEA1D2E7660}"/>
              </a:ext>
            </a:extLst>
          </p:cNvPr>
          <p:cNvSpPr>
            <a:spLocks noGrp="1"/>
          </p:cNvSpPr>
          <p:nvPr>
            <p:ph type="body" sz="quarter" idx="11" hasCustomPrompt="1"/>
          </p:nvPr>
        </p:nvSpPr>
        <p:spPr>
          <a:xfrm>
            <a:off x="609598" y="5261981"/>
            <a:ext cx="3797302" cy="400110"/>
          </a:xfrm>
          <a:prstGeom prst="rect">
            <a:avLst/>
          </a:prstGeom>
        </p:spPr>
        <p:txBody>
          <a:bodyPr wrap="square"/>
          <a:lstStyle>
            <a:lvl1pPr marL="0" indent="0">
              <a:spcAft>
                <a:spcPts val="0"/>
              </a:spcAft>
              <a:buNone/>
              <a:defRPr sz="2000" b="1" i="0" cap="none" spc="0" baseline="0">
                <a:solidFill>
                  <a:schemeClr val="tx2"/>
                </a:solidFill>
                <a:latin typeface="Amazon Ember Display" panose="020F0603020204020204" pitchFamily="34" charset="0"/>
                <a:ea typeface="メイリオ" panose="020B0604030504040204" pitchFamily="34" charset="-128"/>
                <a:cs typeface="Amazon Ember Display" panose="020F0603020204020204" pitchFamily="34" charset="0"/>
              </a:defRPr>
            </a:lvl1pPr>
          </a:lstStyle>
          <a:p>
            <a:pPr lvl="0"/>
            <a:r>
              <a:rPr lang="en-US" dirty="0"/>
              <a:t>Speaker name (pronouns)</a:t>
            </a:r>
          </a:p>
        </p:txBody>
      </p:sp>
      <p:sp>
        <p:nvSpPr>
          <p:cNvPr id="21" name="Rounded Rectangle 20">
            <a:extLst>
              <a:ext uri="{FF2B5EF4-FFF2-40B4-BE49-F238E27FC236}">
                <a16:creationId xmlns:a16="http://schemas.microsoft.com/office/drawing/2014/main" id="{55857500-2C8E-9211-5B61-DC83BC3450CB}"/>
              </a:ext>
            </a:extLst>
          </p:cNvPr>
          <p:cNvSpPr/>
          <p:nvPr userDrawn="1"/>
        </p:nvSpPr>
        <p:spPr>
          <a:xfrm>
            <a:off x="609598" y="304800"/>
            <a:ext cx="2993681" cy="288951"/>
          </a:xfrm>
          <a:prstGeom prst="roundRect">
            <a:avLst/>
          </a:prstGeom>
          <a:solidFill>
            <a:schemeClr val="accent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tIns="45720" rIns="45720" rtlCol="0" anchor="ctr"/>
          <a:lstStyle/>
          <a:p>
            <a:pPr algn="ctr"/>
            <a:endParaRPr lang="en-US" b="0" i="0" dirty="0" err="1">
              <a:solidFill>
                <a:schemeClr val="tx1"/>
              </a:solidFill>
              <a:latin typeface="Amazon Ember Display" panose="020F0603020204020204" pitchFamily="34" charset="0"/>
            </a:endParaRPr>
          </a:p>
        </p:txBody>
      </p:sp>
      <p:sp>
        <p:nvSpPr>
          <p:cNvPr id="6" name="Text Placeholder 7">
            <a:extLst>
              <a:ext uri="{FF2B5EF4-FFF2-40B4-BE49-F238E27FC236}">
                <a16:creationId xmlns:a16="http://schemas.microsoft.com/office/drawing/2014/main" id="{17F887A3-28C2-6DE9-5807-21C410AB73B1}"/>
              </a:ext>
            </a:extLst>
          </p:cNvPr>
          <p:cNvSpPr>
            <a:spLocks noGrp="1"/>
          </p:cNvSpPr>
          <p:nvPr>
            <p:ph type="body" sz="quarter" idx="10" hasCustomPrompt="1"/>
          </p:nvPr>
        </p:nvSpPr>
        <p:spPr>
          <a:xfrm>
            <a:off x="672969" y="332014"/>
            <a:ext cx="6477002" cy="230832"/>
          </a:xfrm>
          <a:prstGeom prst="rect">
            <a:avLst/>
          </a:prstGeom>
        </p:spPr>
        <p:txBody>
          <a:bodyPr wrap="square"/>
          <a:lstStyle>
            <a:lvl1pPr marL="0" indent="0">
              <a:spcAft>
                <a:spcPts val="0"/>
              </a:spcAft>
              <a:buNone/>
              <a:defRPr sz="1000" b="0" i="0" cap="all" spc="200" baseline="0">
                <a:solidFill>
                  <a:schemeClr val="tx2"/>
                </a:solidFill>
                <a:latin typeface="Amazon Ember Mono" panose="020B0509020204020204" pitchFamily="49" charset="0"/>
                <a:ea typeface="Amazon Ember Mono" panose="020B0509020204020204" pitchFamily="49" charset="0"/>
                <a:cs typeface="Amazon Ember Mono" panose="020B0509020204020204" pitchFamily="49" charset="0"/>
              </a:defRPr>
            </a:lvl1pPr>
          </a:lstStyle>
          <a:p>
            <a:pPr lvl="0"/>
            <a:r>
              <a:rPr lang="en-US" dirty="0"/>
              <a:t>Enter session ID if required</a:t>
            </a:r>
          </a:p>
        </p:txBody>
      </p:sp>
      <p:sp>
        <p:nvSpPr>
          <p:cNvPr id="7" name="Text Placeholder 11">
            <a:extLst>
              <a:ext uri="{FF2B5EF4-FFF2-40B4-BE49-F238E27FC236}">
                <a16:creationId xmlns:a16="http://schemas.microsoft.com/office/drawing/2014/main" id="{BBFEBE6D-8293-FD48-7C86-4989B458ECE3}"/>
              </a:ext>
            </a:extLst>
          </p:cNvPr>
          <p:cNvSpPr>
            <a:spLocks noGrp="1"/>
          </p:cNvSpPr>
          <p:nvPr>
            <p:ph type="body" sz="quarter" idx="12" hasCustomPrompt="1"/>
          </p:nvPr>
        </p:nvSpPr>
        <p:spPr>
          <a:xfrm>
            <a:off x="609598" y="5674769"/>
            <a:ext cx="3797302" cy="584775"/>
          </a:xfrm>
          <a:prstGeom prst="rect">
            <a:avLst/>
          </a:prstGeom>
        </p:spPr>
        <p:txBody>
          <a:bodyPr wrap="square"/>
          <a:lstStyle>
            <a:lvl1pPr marL="0" indent="0">
              <a:spcAft>
                <a:spcPts val="300"/>
              </a:spcAft>
              <a:buNone/>
              <a:defRPr sz="1600" b="0" i="0" baseline="0">
                <a:solidFill>
                  <a:schemeClr val="tx2"/>
                </a:solidFill>
                <a:latin typeface="Amazon Ember Display" panose="020F0603020204020204" pitchFamily="34" charset="0"/>
                <a:ea typeface="メイリオ" panose="020B0604030504040204" pitchFamily="34" charset="-128"/>
                <a:cs typeface="Amazon Ember Display" panose="020F0603020204020204" pitchFamily="34" charset="0"/>
              </a:defRPr>
            </a:lvl1pPr>
          </a:lstStyle>
          <a:p>
            <a:pPr lvl="0"/>
            <a:r>
              <a:rPr lang="en-US" dirty="0"/>
              <a:t>Speaker job title</a:t>
            </a:r>
            <a:br>
              <a:rPr lang="en-US" dirty="0"/>
            </a:br>
            <a:r>
              <a:rPr lang="en-US" dirty="0"/>
              <a:t>Speaker company</a:t>
            </a:r>
          </a:p>
        </p:txBody>
      </p:sp>
      <p:sp>
        <p:nvSpPr>
          <p:cNvPr id="8" name="TextBox 7">
            <a:extLst>
              <a:ext uri="{FF2B5EF4-FFF2-40B4-BE49-F238E27FC236}">
                <a16:creationId xmlns:a16="http://schemas.microsoft.com/office/drawing/2014/main" id="{0F412FE6-3787-9446-924A-F202645A1CFC}"/>
              </a:ext>
            </a:extLst>
          </p:cNvPr>
          <p:cNvSpPr txBox="1"/>
          <p:nvPr userDrawn="1"/>
        </p:nvSpPr>
        <p:spPr>
          <a:xfrm>
            <a:off x="504476" y="6389813"/>
            <a:ext cx="2621230" cy="184666"/>
          </a:xfrm>
          <a:prstGeom prst="rect">
            <a:avLst/>
          </a:prstGeom>
          <a:noFill/>
        </p:spPr>
        <p:txBody>
          <a:bodyPr wrap="none" rtlCol="0">
            <a:spAutoFit/>
          </a:bodyPr>
          <a:lstStyle/>
          <a:p>
            <a:pPr algn="l"/>
            <a:r>
              <a:rPr lang="en-US" sz="600" b="0" i="0" dirty="0">
                <a:solidFill>
                  <a:schemeClr val="tx2"/>
                </a:solidFill>
                <a:latin typeface="Amazon Ember Display" panose="020F0603020204020204" pitchFamily="34" charset="0"/>
              </a:rPr>
              <a:t>© 2025, Amazon Web Services, Inc. or its affiliates. All rights reserved.</a:t>
            </a:r>
          </a:p>
        </p:txBody>
      </p:sp>
      <p:sp>
        <p:nvSpPr>
          <p:cNvPr id="22" name="TextBox 21">
            <a:extLst>
              <a:ext uri="{FF2B5EF4-FFF2-40B4-BE49-F238E27FC236}">
                <a16:creationId xmlns:a16="http://schemas.microsoft.com/office/drawing/2014/main" id="{19ABE821-C29F-8323-0B26-4C07043DC762}"/>
              </a:ext>
            </a:extLst>
          </p:cNvPr>
          <p:cNvSpPr txBox="1"/>
          <p:nvPr userDrawn="1"/>
        </p:nvSpPr>
        <p:spPr>
          <a:xfrm>
            <a:off x="-135802" y="2471596"/>
            <a:ext cx="65" cy="369332"/>
          </a:xfrm>
          <a:prstGeom prst="rect">
            <a:avLst/>
          </a:prstGeom>
          <a:noFill/>
        </p:spPr>
        <p:txBody>
          <a:bodyPr wrap="none" lIns="0" rIns="0" rtlCol="0">
            <a:spAutoFit/>
          </a:bodyPr>
          <a:lstStyle/>
          <a:p>
            <a:pPr algn="l"/>
            <a:endParaRPr lang="en-US" b="0" i="0" dirty="0" err="1">
              <a:latin typeface="Amazon Ember Display" panose="020F0603020204020204" pitchFamily="34" charset="0"/>
            </a:endParaRPr>
          </a:p>
        </p:txBody>
      </p:sp>
      <p:sp>
        <p:nvSpPr>
          <p:cNvPr id="23" name="Title 1">
            <a:extLst>
              <a:ext uri="{FF2B5EF4-FFF2-40B4-BE49-F238E27FC236}">
                <a16:creationId xmlns:a16="http://schemas.microsoft.com/office/drawing/2014/main" id="{10165371-E8F4-C898-9295-C3E433A3EF22}"/>
              </a:ext>
            </a:extLst>
          </p:cNvPr>
          <p:cNvSpPr>
            <a:spLocks noGrp="1"/>
          </p:cNvSpPr>
          <p:nvPr>
            <p:ph type="ctrTitle" hasCustomPrompt="1"/>
          </p:nvPr>
        </p:nvSpPr>
        <p:spPr>
          <a:xfrm>
            <a:off x="489278" y="928262"/>
            <a:ext cx="6460999" cy="923330"/>
          </a:xfrm>
          <a:prstGeom prst="rect">
            <a:avLst/>
          </a:prstGeom>
        </p:spPr>
        <p:txBody>
          <a:bodyPr wrap="square" anchor="t" anchorCtr="0"/>
          <a:lstStyle>
            <a:lvl1pPr algn="l">
              <a:defRPr sz="6000" b="1" i="0" baseline="0">
                <a:solidFill>
                  <a:schemeClr val="tx2"/>
                </a:solidFill>
                <a:latin typeface="Amazon Ember Display" panose="020F0603020204020204" pitchFamily="34" charset="0"/>
                <a:ea typeface="メイリオ" panose="020B0604030504040204" pitchFamily="34" charset="-128"/>
                <a:cs typeface="Amazon Ember Display" panose="020F0603020204020204" pitchFamily="34" charset="0"/>
              </a:defRPr>
            </a:lvl1pPr>
          </a:lstStyle>
          <a:p>
            <a:r>
              <a:rPr lang="en-US" dirty="0"/>
              <a:t>Enter title</a:t>
            </a:r>
          </a:p>
        </p:txBody>
      </p:sp>
      <p:pic>
        <p:nvPicPr>
          <p:cNvPr id="10" name="Picture 9">
            <a:extLst>
              <a:ext uri="{FF2B5EF4-FFF2-40B4-BE49-F238E27FC236}">
                <a16:creationId xmlns:a16="http://schemas.microsoft.com/office/drawing/2014/main" id="{1D45EB7E-B60E-0A55-8AB4-0421DDF33C17}"/>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1005455" y="5759695"/>
            <a:ext cx="740228" cy="442870"/>
          </a:xfrm>
          <a:prstGeom prst="rect">
            <a:avLst/>
          </a:prstGeom>
        </p:spPr>
      </p:pic>
    </p:spTree>
    <p:extLst>
      <p:ext uri="{BB962C8B-B14F-4D97-AF65-F5344CB8AC3E}">
        <p14:creationId xmlns:p14="http://schemas.microsoft.com/office/powerpoint/2010/main" val="2068209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pos="4464">
          <p15:clr>
            <a:srgbClr val="FBAE40"/>
          </p15:clr>
        </p15:guide>
        <p15:guide id="3" orient="horz" pos="2736">
          <p15:clr>
            <a:srgbClr val="FBAE40"/>
          </p15:clr>
        </p15:guide>
        <p15:guide id="4" orient="horz" pos="1272">
          <p15:clr>
            <a:srgbClr val="FBAE40"/>
          </p15:clr>
        </p15:guide>
        <p15:guide id="5" orient="horz" pos="1728">
          <p15:clr>
            <a:srgbClr val="FBAE40"/>
          </p15:clr>
        </p15:guide>
      </p15:sldGuideLst>
    </p:ext>
  </p:extLst>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userDrawn="1">
  <p:cSld name="Title Slide 2B">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F846A2E1-DADB-E7FA-8523-F125A4AEE48C}"/>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5" name="Text Placeholder 9">
            <a:extLst>
              <a:ext uri="{FF2B5EF4-FFF2-40B4-BE49-F238E27FC236}">
                <a16:creationId xmlns:a16="http://schemas.microsoft.com/office/drawing/2014/main" id="{E80812B7-8A92-F272-875E-0D757C691E8E}"/>
              </a:ext>
            </a:extLst>
          </p:cNvPr>
          <p:cNvSpPr>
            <a:spLocks noGrp="1"/>
          </p:cNvSpPr>
          <p:nvPr>
            <p:ph type="body" sz="quarter" idx="11" hasCustomPrompt="1"/>
          </p:nvPr>
        </p:nvSpPr>
        <p:spPr>
          <a:xfrm>
            <a:off x="609598" y="5261981"/>
            <a:ext cx="3797302" cy="400110"/>
          </a:xfrm>
          <a:prstGeom prst="rect">
            <a:avLst/>
          </a:prstGeom>
        </p:spPr>
        <p:txBody>
          <a:bodyPr wrap="square"/>
          <a:lstStyle>
            <a:lvl1pPr marL="0" indent="0">
              <a:spcAft>
                <a:spcPts val="0"/>
              </a:spcAft>
              <a:buNone/>
              <a:defRPr sz="2000" b="1" i="0" cap="none" spc="0" baseline="0">
                <a:solidFill>
                  <a:schemeClr val="tx2"/>
                </a:solidFill>
                <a:latin typeface="Amazon Ember Display" panose="020F0603020204020204" pitchFamily="34" charset="0"/>
                <a:ea typeface="メイリオ" panose="020B0604030504040204" pitchFamily="34" charset="-128"/>
                <a:cs typeface="Amazon Ember Display" panose="020F0603020204020204" pitchFamily="34" charset="0"/>
              </a:defRPr>
            </a:lvl1pPr>
          </a:lstStyle>
          <a:p>
            <a:pPr lvl="0"/>
            <a:r>
              <a:rPr lang="en-US" dirty="0"/>
              <a:t>Speaker name (pronouns)</a:t>
            </a:r>
          </a:p>
        </p:txBody>
      </p:sp>
      <p:sp>
        <p:nvSpPr>
          <p:cNvPr id="7" name="Text Placeholder 11">
            <a:extLst>
              <a:ext uri="{FF2B5EF4-FFF2-40B4-BE49-F238E27FC236}">
                <a16:creationId xmlns:a16="http://schemas.microsoft.com/office/drawing/2014/main" id="{9404D9CE-381D-295C-A64E-88C5D0C0A61D}"/>
              </a:ext>
            </a:extLst>
          </p:cNvPr>
          <p:cNvSpPr>
            <a:spLocks noGrp="1"/>
          </p:cNvSpPr>
          <p:nvPr>
            <p:ph type="body" sz="quarter" idx="12" hasCustomPrompt="1"/>
          </p:nvPr>
        </p:nvSpPr>
        <p:spPr>
          <a:xfrm>
            <a:off x="609598" y="5674769"/>
            <a:ext cx="3797302" cy="584775"/>
          </a:xfrm>
          <a:prstGeom prst="rect">
            <a:avLst/>
          </a:prstGeom>
        </p:spPr>
        <p:txBody>
          <a:bodyPr wrap="square"/>
          <a:lstStyle>
            <a:lvl1pPr marL="0" indent="0">
              <a:spcAft>
                <a:spcPts val="300"/>
              </a:spcAft>
              <a:buNone/>
              <a:defRPr sz="1600" b="0" i="0" baseline="0">
                <a:solidFill>
                  <a:schemeClr val="tx2"/>
                </a:solidFill>
                <a:latin typeface="Amazon Ember Display" panose="020F0603020204020204" pitchFamily="34" charset="0"/>
                <a:ea typeface="メイリオ" panose="020B0604030504040204" pitchFamily="34" charset="-128"/>
                <a:cs typeface="Amazon Ember Display" panose="020F0603020204020204" pitchFamily="34" charset="0"/>
              </a:defRPr>
            </a:lvl1pPr>
          </a:lstStyle>
          <a:p>
            <a:pPr lvl="0"/>
            <a:r>
              <a:rPr lang="en-US" dirty="0"/>
              <a:t>Speaker job title</a:t>
            </a:r>
            <a:br>
              <a:rPr lang="en-US" dirty="0"/>
            </a:br>
            <a:r>
              <a:rPr lang="en-US" dirty="0"/>
              <a:t>Speaker company</a:t>
            </a:r>
          </a:p>
        </p:txBody>
      </p:sp>
      <p:sp>
        <p:nvSpPr>
          <p:cNvPr id="8" name="TextBox 7">
            <a:extLst>
              <a:ext uri="{FF2B5EF4-FFF2-40B4-BE49-F238E27FC236}">
                <a16:creationId xmlns:a16="http://schemas.microsoft.com/office/drawing/2014/main" id="{ECF72D21-07F0-8A31-A886-8180F34B788F}"/>
              </a:ext>
            </a:extLst>
          </p:cNvPr>
          <p:cNvSpPr txBox="1"/>
          <p:nvPr userDrawn="1"/>
        </p:nvSpPr>
        <p:spPr>
          <a:xfrm>
            <a:off x="504476" y="6389813"/>
            <a:ext cx="2621230" cy="184666"/>
          </a:xfrm>
          <a:prstGeom prst="rect">
            <a:avLst/>
          </a:prstGeom>
          <a:noFill/>
        </p:spPr>
        <p:txBody>
          <a:bodyPr wrap="none" rtlCol="0">
            <a:spAutoFit/>
          </a:bodyPr>
          <a:lstStyle/>
          <a:p>
            <a:pPr algn="l"/>
            <a:r>
              <a:rPr lang="en-US" sz="600" b="0" i="0" dirty="0">
                <a:solidFill>
                  <a:schemeClr val="tx2"/>
                </a:solidFill>
                <a:latin typeface="Amazon Ember Display" panose="020F0603020204020204" pitchFamily="34" charset="0"/>
              </a:rPr>
              <a:t>© 2025, Amazon Web Services, Inc. or its affiliates. All rights reserved.</a:t>
            </a:r>
          </a:p>
        </p:txBody>
      </p:sp>
      <p:sp>
        <p:nvSpPr>
          <p:cNvPr id="25" name="Text Placeholder 7">
            <a:extLst>
              <a:ext uri="{FF2B5EF4-FFF2-40B4-BE49-F238E27FC236}">
                <a16:creationId xmlns:a16="http://schemas.microsoft.com/office/drawing/2014/main" id="{C8E54E3F-3CBC-43DF-D0B7-3007697064A8}"/>
              </a:ext>
            </a:extLst>
          </p:cNvPr>
          <p:cNvSpPr>
            <a:spLocks noGrp="1"/>
          </p:cNvSpPr>
          <p:nvPr>
            <p:ph type="body" sz="quarter" idx="10" hasCustomPrompt="1"/>
          </p:nvPr>
        </p:nvSpPr>
        <p:spPr>
          <a:xfrm>
            <a:off x="672969" y="332014"/>
            <a:ext cx="6477002" cy="230832"/>
          </a:xfrm>
          <a:prstGeom prst="rect">
            <a:avLst/>
          </a:prstGeom>
        </p:spPr>
        <p:txBody>
          <a:bodyPr wrap="square"/>
          <a:lstStyle>
            <a:lvl1pPr marL="0" indent="0">
              <a:spcAft>
                <a:spcPts val="0"/>
              </a:spcAft>
              <a:buNone/>
              <a:defRPr sz="1000" b="0" i="0" cap="all" spc="200" baseline="0">
                <a:solidFill>
                  <a:schemeClr val="tx2"/>
                </a:solidFill>
                <a:latin typeface="Amazon Ember Mono" panose="020B0509020204020204" pitchFamily="49" charset="0"/>
                <a:ea typeface="Amazon Ember Mono" panose="020B0509020204020204" pitchFamily="49" charset="0"/>
                <a:cs typeface="Amazon Ember Mono" panose="020B0509020204020204" pitchFamily="49" charset="0"/>
              </a:defRPr>
            </a:lvl1pPr>
          </a:lstStyle>
          <a:p>
            <a:pPr lvl="0"/>
            <a:r>
              <a:rPr lang="en-US" dirty="0"/>
              <a:t>Enter session ID if required</a:t>
            </a:r>
          </a:p>
        </p:txBody>
      </p:sp>
      <p:sp>
        <p:nvSpPr>
          <p:cNvPr id="26" name="Subtitle 2">
            <a:extLst>
              <a:ext uri="{FF2B5EF4-FFF2-40B4-BE49-F238E27FC236}">
                <a16:creationId xmlns:a16="http://schemas.microsoft.com/office/drawing/2014/main" id="{7EDB5F6C-924F-E4E4-8B18-2197BA4C3F5E}"/>
              </a:ext>
            </a:extLst>
          </p:cNvPr>
          <p:cNvSpPr>
            <a:spLocks noGrp="1"/>
          </p:cNvSpPr>
          <p:nvPr>
            <p:ph type="subTitle" idx="1" hasCustomPrompt="1"/>
          </p:nvPr>
        </p:nvSpPr>
        <p:spPr>
          <a:xfrm>
            <a:off x="609598" y="1918337"/>
            <a:ext cx="6460998" cy="584775"/>
          </a:xfrm>
          <a:prstGeom prst="rect">
            <a:avLst/>
          </a:prstGeom>
        </p:spPr>
        <p:txBody>
          <a:bodyPr wrap="square"/>
          <a:lstStyle>
            <a:lvl1pPr marL="0" indent="0" algn="l">
              <a:spcAft>
                <a:spcPts val="0"/>
              </a:spcAft>
              <a:buFont typeface="Arial" panose="020B0604020202020204" pitchFamily="34" charset="0"/>
              <a:buNone/>
              <a:defRPr sz="3200" b="1" i="0" cap="none" spc="0" baseline="0">
                <a:solidFill>
                  <a:schemeClr val="tx2"/>
                </a:solidFill>
                <a:latin typeface="Amazon Ember Display" panose="020F0603020204020204" pitchFamily="34" charset="0"/>
                <a:ea typeface="メイリオ" panose="020B0604030504040204" pitchFamily="34" charset="-128"/>
                <a:cs typeface="Amazon Ember Display" panose="020F0603020204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Enter subtitle</a:t>
            </a:r>
          </a:p>
        </p:txBody>
      </p:sp>
      <p:sp>
        <p:nvSpPr>
          <p:cNvPr id="2" name="Title 1">
            <a:extLst>
              <a:ext uri="{FF2B5EF4-FFF2-40B4-BE49-F238E27FC236}">
                <a16:creationId xmlns:a16="http://schemas.microsoft.com/office/drawing/2014/main" id="{26F28616-0D97-9CAF-203B-33E2A2B5C1D1}"/>
              </a:ext>
            </a:extLst>
          </p:cNvPr>
          <p:cNvSpPr>
            <a:spLocks noGrp="1"/>
          </p:cNvSpPr>
          <p:nvPr>
            <p:ph type="ctrTitle" hasCustomPrompt="1"/>
          </p:nvPr>
        </p:nvSpPr>
        <p:spPr>
          <a:xfrm>
            <a:off x="489278" y="928262"/>
            <a:ext cx="6460999" cy="923330"/>
          </a:xfrm>
          <a:prstGeom prst="rect">
            <a:avLst/>
          </a:prstGeom>
        </p:spPr>
        <p:txBody>
          <a:bodyPr wrap="square" anchor="t" anchorCtr="0"/>
          <a:lstStyle>
            <a:lvl1pPr algn="l">
              <a:defRPr sz="6000" b="1" i="0" baseline="0">
                <a:solidFill>
                  <a:schemeClr val="tx2"/>
                </a:solidFill>
                <a:latin typeface="Amazon Ember Display" panose="020F0603020204020204" pitchFamily="34" charset="0"/>
                <a:ea typeface="メイリオ" panose="020B0604030504040204" pitchFamily="34" charset="-128"/>
                <a:cs typeface="Amazon Ember Display" panose="020F0603020204020204" pitchFamily="34" charset="0"/>
              </a:defRPr>
            </a:lvl1pPr>
          </a:lstStyle>
          <a:p>
            <a:r>
              <a:rPr lang="en-US" dirty="0"/>
              <a:t>Enter title</a:t>
            </a:r>
          </a:p>
        </p:txBody>
      </p:sp>
      <p:pic>
        <p:nvPicPr>
          <p:cNvPr id="9" name="Picture 8">
            <a:extLst>
              <a:ext uri="{FF2B5EF4-FFF2-40B4-BE49-F238E27FC236}">
                <a16:creationId xmlns:a16="http://schemas.microsoft.com/office/drawing/2014/main" id="{B6139FD2-9628-8192-7052-B005333F7B85}"/>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1005455" y="5759695"/>
            <a:ext cx="740228" cy="442870"/>
          </a:xfrm>
          <a:prstGeom prst="rect">
            <a:avLst/>
          </a:prstGeom>
        </p:spPr>
      </p:pic>
    </p:spTree>
    <p:extLst>
      <p:ext uri="{BB962C8B-B14F-4D97-AF65-F5344CB8AC3E}">
        <p14:creationId xmlns:p14="http://schemas.microsoft.com/office/powerpoint/2010/main" val="2818990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pos="4464">
          <p15:clr>
            <a:srgbClr val="FBAE40"/>
          </p15:clr>
        </p15:guide>
        <p15:guide id="3" orient="horz" pos="2736">
          <p15:clr>
            <a:srgbClr val="FBAE40"/>
          </p15:clr>
        </p15:guide>
        <p15:guide id="4" orient="horz" pos="1272">
          <p15:clr>
            <a:srgbClr val="FBAE40"/>
          </p15:clr>
        </p15:guide>
        <p15:guide id="5" orient="horz" pos="1728">
          <p15:clr>
            <a:srgbClr val="FBAE40"/>
          </p15:clr>
        </p15:guide>
      </p15:sldGuideLst>
    </p:ext>
  </p:extLst>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userDrawn="1">
  <p:cSld name="1_Title Slide 2B">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EF178C6C-A11A-B7DA-DE97-C5EF3DA24243}"/>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5" name="Text Placeholder 7">
            <a:extLst>
              <a:ext uri="{FF2B5EF4-FFF2-40B4-BE49-F238E27FC236}">
                <a16:creationId xmlns:a16="http://schemas.microsoft.com/office/drawing/2014/main" id="{C8E54E3F-3CBC-43DF-D0B7-3007697064A8}"/>
              </a:ext>
            </a:extLst>
          </p:cNvPr>
          <p:cNvSpPr>
            <a:spLocks noGrp="1"/>
          </p:cNvSpPr>
          <p:nvPr>
            <p:ph type="body" sz="quarter" idx="10" hasCustomPrompt="1"/>
          </p:nvPr>
        </p:nvSpPr>
        <p:spPr>
          <a:xfrm>
            <a:off x="672969" y="332014"/>
            <a:ext cx="6477002" cy="230832"/>
          </a:xfrm>
          <a:prstGeom prst="rect">
            <a:avLst/>
          </a:prstGeom>
        </p:spPr>
        <p:txBody>
          <a:bodyPr wrap="square"/>
          <a:lstStyle>
            <a:lvl1pPr marL="0" indent="0">
              <a:spcAft>
                <a:spcPts val="0"/>
              </a:spcAft>
              <a:buNone/>
              <a:defRPr sz="1000" b="0" i="0" cap="all" spc="200" baseline="0">
                <a:solidFill>
                  <a:schemeClr val="tx2"/>
                </a:solidFill>
                <a:latin typeface="Amazon Ember Mono" panose="020B0509020204020204" pitchFamily="49" charset="0"/>
                <a:ea typeface="Amazon Ember Mono" panose="020B0709020204020204" pitchFamily="49" charset="0"/>
                <a:cs typeface="Amazon Ember Mono" panose="020B0709020204020204" pitchFamily="49" charset="0"/>
              </a:defRPr>
            </a:lvl1pPr>
          </a:lstStyle>
          <a:p>
            <a:pPr lvl="0"/>
            <a:r>
              <a:rPr lang="en-US" dirty="0"/>
              <a:t>Enter session ID if required</a:t>
            </a:r>
          </a:p>
        </p:txBody>
      </p:sp>
      <p:sp>
        <p:nvSpPr>
          <p:cNvPr id="5" name="Text Placeholder 9">
            <a:extLst>
              <a:ext uri="{FF2B5EF4-FFF2-40B4-BE49-F238E27FC236}">
                <a16:creationId xmlns:a16="http://schemas.microsoft.com/office/drawing/2014/main" id="{E80812B7-8A92-F272-875E-0D757C691E8E}"/>
              </a:ext>
            </a:extLst>
          </p:cNvPr>
          <p:cNvSpPr>
            <a:spLocks noGrp="1"/>
          </p:cNvSpPr>
          <p:nvPr>
            <p:ph type="body" sz="quarter" idx="11" hasCustomPrompt="1"/>
          </p:nvPr>
        </p:nvSpPr>
        <p:spPr>
          <a:xfrm>
            <a:off x="609598" y="5261981"/>
            <a:ext cx="3797302" cy="400110"/>
          </a:xfrm>
          <a:prstGeom prst="rect">
            <a:avLst/>
          </a:prstGeom>
        </p:spPr>
        <p:txBody>
          <a:bodyPr wrap="square"/>
          <a:lstStyle>
            <a:lvl1pPr marL="0" indent="0">
              <a:spcAft>
                <a:spcPts val="0"/>
              </a:spcAft>
              <a:buNone/>
              <a:defRPr sz="2000" b="1" i="0" cap="none" spc="0" baseline="0">
                <a:solidFill>
                  <a:schemeClr val="tx2"/>
                </a:solidFill>
                <a:latin typeface="Amazon Ember Display" panose="020F0603020204020204" pitchFamily="34" charset="0"/>
                <a:ea typeface="メイリオ" panose="020B0604030504040204" pitchFamily="34" charset="-128"/>
                <a:cs typeface="Amazon Ember Display" panose="020F0603020204020204" pitchFamily="34" charset="0"/>
              </a:defRPr>
            </a:lvl1pPr>
          </a:lstStyle>
          <a:p>
            <a:pPr lvl="0"/>
            <a:r>
              <a:rPr lang="en-US" dirty="0"/>
              <a:t>Speaker name (pronouns)</a:t>
            </a:r>
          </a:p>
        </p:txBody>
      </p:sp>
      <p:sp>
        <p:nvSpPr>
          <p:cNvPr id="7" name="Text Placeholder 11">
            <a:extLst>
              <a:ext uri="{FF2B5EF4-FFF2-40B4-BE49-F238E27FC236}">
                <a16:creationId xmlns:a16="http://schemas.microsoft.com/office/drawing/2014/main" id="{9404D9CE-381D-295C-A64E-88C5D0C0A61D}"/>
              </a:ext>
            </a:extLst>
          </p:cNvPr>
          <p:cNvSpPr>
            <a:spLocks noGrp="1"/>
          </p:cNvSpPr>
          <p:nvPr>
            <p:ph type="body" sz="quarter" idx="12" hasCustomPrompt="1"/>
          </p:nvPr>
        </p:nvSpPr>
        <p:spPr>
          <a:xfrm>
            <a:off x="609598" y="5674769"/>
            <a:ext cx="3797302" cy="584775"/>
          </a:xfrm>
          <a:prstGeom prst="rect">
            <a:avLst/>
          </a:prstGeom>
        </p:spPr>
        <p:txBody>
          <a:bodyPr wrap="square"/>
          <a:lstStyle>
            <a:lvl1pPr marL="0" indent="0">
              <a:spcAft>
                <a:spcPts val="300"/>
              </a:spcAft>
              <a:buNone/>
              <a:defRPr sz="1600" b="0" i="0" baseline="0">
                <a:solidFill>
                  <a:schemeClr val="tx2"/>
                </a:solidFill>
                <a:latin typeface="Amazon Ember Display" panose="020F0603020204020204" pitchFamily="34" charset="0"/>
                <a:ea typeface="メイリオ" panose="020B0604030504040204" pitchFamily="34" charset="-128"/>
                <a:cs typeface="Amazon Ember Display" panose="020F0603020204020204" pitchFamily="34" charset="0"/>
              </a:defRPr>
            </a:lvl1pPr>
          </a:lstStyle>
          <a:p>
            <a:pPr lvl="0"/>
            <a:r>
              <a:rPr lang="en-US" dirty="0"/>
              <a:t>Speaker job title</a:t>
            </a:r>
            <a:br>
              <a:rPr lang="en-US" dirty="0"/>
            </a:br>
            <a:r>
              <a:rPr lang="en-US" dirty="0"/>
              <a:t>Speaker company</a:t>
            </a:r>
          </a:p>
        </p:txBody>
      </p:sp>
      <p:sp>
        <p:nvSpPr>
          <p:cNvPr id="8" name="TextBox 7">
            <a:extLst>
              <a:ext uri="{FF2B5EF4-FFF2-40B4-BE49-F238E27FC236}">
                <a16:creationId xmlns:a16="http://schemas.microsoft.com/office/drawing/2014/main" id="{ECF72D21-07F0-8A31-A886-8180F34B788F}"/>
              </a:ext>
            </a:extLst>
          </p:cNvPr>
          <p:cNvSpPr txBox="1"/>
          <p:nvPr userDrawn="1"/>
        </p:nvSpPr>
        <p:spPr>
          <a:xfrm>
            <a:off x="504476" y="6389813"/>
            <a:ext cx="2621230" cy="184666"/>
          </a:xfrm>
          <a:prstGeom prst="rect">
            <a:avLst/>
          </a:prstGeom>
          <a:noFill/>
        </p:spPr>
        <p:txBody>
          <a:bodyPr wrap="none" rtlCol="0">
            <a:spAutoFit/>
          </a:bodyPr>
          <a:lstStyle/>
          <a:p>
            <a:pPr algn="l"/>
            <a:r>
              <a:rPr lang="en-US" sz="600" b="0" i="0" dirty="0">
                <a:solidFill>
                  <a:schemeClr val="tx2"/>
                </a:solidFill>
                <a:latin typeface="Amazon Ember Display" panose="020F0603020204020204" pitchFamily="34" charset="0"/>
              </a:rPr>
              <a:t>© 2025, Amazon Web Services, Inc. or its affiliates. All rights reserved.</a:t>
            </a:r>
          </a:p>
        </p:txBody>
      </p:sp>
      <p:sp>
        <p:nvSpPr>
          <p:cNvPr id="24" name="Rounded Rectangle 23">
            <a:extLst>
              <a:ext uri="{FF2B5EF4-FFF2-40B4-BE49-F238E27FC236}">
                <a16:creationId xmlns:a16="http://schemas.microsoft.com/office/drawing/2014/main" id="{22F49425-7DA0-E6A1-AFFB-06CE3587D57C}"/>
              </a:ext>
            </a:extLst>
          </p:cNvPr>
          <p:cNvSpPr/>
          <p:nvPr userDrawn="1"/>
        </p:nvSpPr>
        <p:spPr>
          <a:xfrm>
            <a:off x="609598" y="304800"/>
            <a:ext cx="2993681" cy="288951"/>
          </a:xfrm>
          <a:prstGeom prst="roundRect">
            <a:avLst/>
          </a:prstGeom>
          <a:solidFill>
            <a:schemeClr val="accent4">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tIns="45720" rIns="45720" rtlCol="0" anchor="ctr"/>
          <a:lstStyle/>
          <a:p>
            <a:pPr algn="ctr"/>
            <a:endParaRPr lang="en-US" b="0" i="0" dirty="0" err="1">
              <a:solidFill>
                <a:schemeClr val="tx1"/>
              </a:solidFill>
              <a:latin typeface="Amazon Ember Display" panose="020F0603020204020204" pitchFamily="34" charset="0"/>
            </a:endParaRPr>
          </a:p>
        </p:txBody>
      </p:sp>
      <p:sp>
        <p:nvSpPr>
          <p:cNvPr id="26" name="Subtitle 2">
            <a:extLst>
              <a:ext uri="{FF2B5EF4-FFF2-40B4-BE49-F238E27FC236}">
                <a16:creationId xmlns:a16="http://schemas.microsoft.com/office/drawing/2014/main" id="{7EDB5F6C-924F-E4E4-8B18-2197BA4C3F5E}"/>
              </a:ext>
            </a:extLst>
          </p:cNvPr>
          <p:cNvSpPr>
            <a:spLocks noGrp="1"/>
          </p:cNvSpPr>
          <p:nvPr>
            <p:ph type="subTitle" idx="1" hasCustomPrompt="1"/>
          </p:nvPr>
        </p:nvSpPr>
        <p:spPr>
          <a:xfrm>
            <a:off x="609598" y="1918337"/>
            <a:ext cx="6460998" cy="584775"/>
          </a:xfrm>
          <a:prstGeom prst="rect">
            <a:avLst/>
          </a:prstGeom>
        </p:spPr>
        <p:txBody>
          <a:bodyPr wrap="square"/>
          <a:lstStyle>
            <a:lvl1pPr marL="0" indent="0" algn="l">
              <a:spcAft>
                <a:spcPts val="0"/>
              </a:spcAft>
              <a:buFont typeface="Arial" panose="020B0604020202020204" pitchFamily="34" charset="0"/>
              <a:buNone/>
              <a:defRPr sz="3200" b="1" i="0" cap="none" spc="0" baseline="0">
                <a:solidFill>
                  <a:schemeClr val="tx2"/>
                </a:solidFill>
                <a:latin typeface="Amazon Ember Display" panose="020F0603020204020204" pitchFamily="34" charset="0"/>
                <a:ea typeface="メイリオ" panose="020B0604030504040204" pitchFamily="34" charset="-128"/>
                <a:cs typeface="Amazon Ember Display" panose="020F0603020204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Enter subtitle</a:t>
            </a:r>
          </a:p>
        </p:txBody>
      </p:sp>
      <p:sp>
        <p:nvSpPr>
          <p:cNvPr id="3" name="Text Placeholder 7">
            <a:extLst>
              <a:ext uri="{FF2B5EF4-FFF2-40B4-BE49-F238E27FC236}">
                <a16:creationId xmlns:a16="http://schemas.microsoft.com/office/drawing/2014/main" id="{111574D8-2193-6E96-F970-CA48F920463D}"/>
              </a:ext>
            </a:extLst>
          </p:cNvPr>
          <p:cNvSpPr>
            <a:spLocks noGrp="1"/>
          </p:cNvSpPr>
          <p:nvPr>
            <p:ph type="body" sz="quarter" idx="13" hasCustomPrompt="1"/>
          </p:nvPr>
        </p:nvSpPr>
        <p:spPr>
          <a:xfrm>
            <a:off x="672969" y="332014"/>
            <a:ext cx="6477002" cy="230832"/>
          </a:xfrm>
          <a:prstGeom prst="rect">
            <a:avLst/>
          </a:prstGeom>
        </p:spPr>
        <p:txBody>
          <a:bodyPr wrap="square"/>
          <a:lstStyle>
            <a:lvl1pPr marL="0" indent="0">
              <a:spcAft>
                <a:spcPts val="0"/>
              </a:spcAft>
              <a:buNone/>
              <a:defRPr sz="1000" b="0" i="0" cap="all" spc="200" baseline="0">
                <a:solidFill>
                  <a:schemeClr val="tx2"/>
                </a:solidFill>
                <a:latin typeface="Amazon Ember Mono" panose="020B0509020204020204" pitchFamily="49" charset="0"/>
                <a:ea typeface="Amazon Ember Mono" panose="020B0509020204020204" pitchFamily="49" charset="0"/>
                <a:cs typeface="Amazon Ember Mono" panose="020B0509020204020204" pitchFamily="49" charset="0"/>
              </a:defRPr>
            </a:lvl1pPr>
          </a:lstStyle>
          <a:p>
            <a:pPr lvl="0"/>
            <a:r>
              <a:rPr lang="en-US" dirty="0"/>
              <a:t>Enter session ID if required</a:t>
            </a:r>
          </a:p>
        </p:txBody>
      </p:sp>
      <p:sp>
        <p:nvSpPr>
          <p:cNvPr id="4" name="Title 1">
            <a:extLst>
              <a:ext uri="{FF2B5EF4-FFF2-40B4-BE49-F238E27FC236}">
                <a16:creationId xmlns:a16="http://schemas.microsoft.com/office/drawing/2014/main" id="{CF67C28C-2194-7DE3-C4ED-8EF747692F60}"/>
              </a:ext>
            </a:extLst>
          </p:cNvPr>
          <p:cNvSpPr>
            <a:spLocks noGrp="1"/>
          </p:cNvSpPr>
          <p:nvPr>
            <p:ph type="ctrTitle" hasCustomPrompt="1"/>
          </p:nvPr>
        </p:nvSpPr>
        <p:spPr>
          <a:xfrm>
            <a:off x="489278" y="928262"/>
            <a:ext cx="6460999" cy="923330"/>
          </a:xfrm>
          <a:prstGeom prst="rect">
            <a:avLst/>
          </a:prstGeom>
        </p:spPr>
        <p:txBody>
          <a:bodyPr wrap="square" anchor="t" anchorCtr="0"/>
          <a:lstStyle>
            <a:lvl1pPr algn="l">
              <a:defRPr sz="6000" b="1" i="0" baseline="0">
                <a:solidFill>
                  <a:schemeClr val="tx2"/>
                </a:solidFill>
                <a:latin typeface="Amazon Ember Display" panose="020F0603020204020204" pitchFamily="34" charset="0"/>
                <a:ea typeface="メイリオ" panose="020B0604030504040204" pitchFamily="34" charset="-128"/>
                <a:cs typeface="Amazon Ember Display" panose="020F0603020204020204" pitchFamily="34" charset="0"/>
              </a:defRPr>
            </a:lvl1pPr>
          </a:lstStyle>
          <a:p>
            <a:r>
              <a:rPr lang="en-US" dirty="0"/>
              <a:t>Enter title</a:t>
            </a:r>
          </a:p>
        </p:txBody>
      </p:sp>
      <p:pic>
        <p:nvPicPr>
          <p:cNvPr id="13" name="Picture 12">
            <a:extLst>
              <a:ext uri="{FF2B5EF4-FFF2-40B4-BE49-F238E27FC236}">
                <a16:creationId xmlns:a16="http://schemas.microsoft.com/office/drawing/2014/main" id="{EFD3426E-C2E7-51F1-EBF9-5831816B57DE}"/>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1005455" y="5759695"/>
            <a:ext cx="740228" cy="442870"/>
          </a:xfrm>
          <a:prstGeom prst="rect">
            <a:avLst/>
          </a:prstGeom>
        </p:spPr>
      </p:pic>
    </p:spTree>
    <p:extLst>
      <p:ext uri="{BB962C8B-B14F-4D97-AF65-F5344CB8AC3E}">
        <p14:creationId xmlns:p14="http://schemas.microsoft.com/office/powerpoint/2010/main" val="21094638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pos="4464">
          <p15:clr>
            <a:srgbClr val="FBAE40"/>
          </p15:clr>
        </p15:guide>
        <p15:guide id="3" orient="horz" pos="2736">
          <p15:clr>
            <a:srgbClr val="FBAE40"/>
          </p15:clr>
        </p15:guide>
        <p15:guide id="4" orient="horz" pos="1272">
          <p15:clr>
            <a:srgbClr val="FBAE40"/>
          </p15:clr>
        </p15:guide>
        <p15:guide id="5" orient="horz" pos="1728">
          <p15:clr>
            <a:srgbClr val="FBAE40"/>
          </p15:clr>
        </p15:guide>
      </p15:sldGuideLst>
    </p:ext>
  </p:extLst>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userDrawn="1">
  <p:cSld name="Agenda Slide 1">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08361C3B-4A14-5F26-5768-6B75326001AC}"/>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7" name="Text Placeholder 6">
            <a:extLst>
              <a:ext uri="{FF2B5EF4-FFF2-40B4-BE49-F238E27FC236}">
                <a16:creationId xmlns:a16="http://schemas.microsoft.com/office/drawing/2014/main" id="{11750401-572B-4B45-BF07-5D528B05F88A}"/>
              </a:ext>
            </a:extLst>
          </p:cNvPr>
          <p:cNvSpPr>
            <a:spLocks noGrp="1"/>
          </p:cNvSpPr>
          <p:nvPr>
            <p:ph type="body" sz="quarter" idx="10" hasCustomPrompt="1"/>
          </p:nvPr>
        </p:nvSpPr>
        <p:spPr>
          <a:xfrm>
            <a:off x="609600" y="1377715"/>
            <a:ext cx="11247438" cy="3549690"/>
          </a:xfrm>
          <a:prstGeom prst="rect">
            <a:avLst/>
          </a:prstGeom>
        </p:spPr>
        <p:txBody>
          <a:bodyPr/>
          <a:lstStyle>
            <a:lvl1pPr marL="0" indent="0">
              <a:spcAft>
                <a:spcPts val="3000"/>
              </a:spcAft>
              <a:buNone/>
              <a:defRPr sz="2400" b="0" i="0" baseline="0">
                <a:latin typeface="Amazon Ember Display" panose="020F0603020204020204" pitchFamily="34" charset="0"/>
                <a:ea typeface="メイリオ" panose="020B0604030504040204" pitchFamily="34" charset="-128"/>
                <a:cs typeface="Amazon Ember Display" panose="020F0603020204020204" pitchFamily="34" charset="0"/>
              </a:defRPr>
            </a:lvl1pPr>
            <a:lvl2pPr marL="0" indent="0">
              <a:spcAft>
                <a:spcPts val="3000"/>
              </a:spcAft>
              <a:buNone/>
              <a:defRPr sz="2400" b="0" i="0" baseline="0">
                <a:latin typeface="Amazon Ember Display" panose="020F0603020204020204" pitchFamily="34" charset="0"/>
                <a:ea typeface="メイリオ" panose="020B0604030504040204" pitchFamily="34" charset="-128"/>
                <a:cs typeface="Amazon Ember Display" panose="020F0603020204020204" pitchFamily="34" charset="0"/>
              </a:defRPr>
            </a:lvl2pPr>
            <a:lvl3pPr marL="0" indent="0">
              <a:spcAft>
                <a:spcPts val="3000"/>
              </a:spcAft>
              <a:buNone/>
              <a:defRPr sz="2400" b="0" i="0" baseline="0">
                <a:latin typeface="Amazon Ember Display" panose="020F0603020204020204" pitchFamily="34" charset="0"/>
                <a:ea typeface="メイリオ" panose="020B0604030504040204" pitchFamily="34" charset="-128"/>
                <a:cs typeface="Amazon Ember Display" panose="020F0603020204020204" pitchFamily="34" charset="0"/>
              </a:defRPr>
            </a:lvl3pPr>
            <a:lvl4pPr marL="0" indent="0">
              <a:spcAft>
                <a:spcPts val="3000"/>
              </a:spcAft>
              <a:buNone/>
              <a:defRPr sz="2400" b="0" i="0" baseline="0">
                <a:latin typeface="Amazon Ember Display" panose="020F0603020204020204" pitchFamily="34" charset="0"/>
                <a:ea typeface="メイリオ" panose="020B0604030504040204" pitchFamily="34" charset="-128"/>
                <a:cs typeface="Amazon Ember Display" panose="020F0603020204020204" pitchFamily="34" charset="0"/>
              </a:defRPr>
            </a:lvl4pPr>
            <a:lvl5pPr marL="0" indent="0">
              <a:spcAft>
                <a:spcPts val="3000"/>
              </a:spcAft>
              <a:buNone/>
              <a:defRPr sz="2400" b="0" i="0" baseline="0">
                <a:latin typeface="Amazon Ember Display" panose="020F0603020204020204" pitchFamily="34" charset="0"/>
                <a:ea typeface="メイリオ" panose="020B0604030504040204" pitchFamily="34" charset="-128"/>
                <a:cs typeface="Amazon Ember Display" panose="020F0603020204020204" pitchFamily="34" charset="0"/>
              </a:defRPr>
            </a:lvl5pPr>
          </a:lstStyle>
          <a:p>
            <a:pPr lvl="0"/>
            <a:r>
              <a:rPr lang="en-US" dirty="0"/>
              <a:t>Enter high-level agenda items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Date Placeholder 2">
            <a:extLst>
              <a:ext uri="{FF2B5EF4-FFF2-40B4-BE49-F238E27FC236}">
                <a16:creationId xmlns:a16="http://schemas.microsoft.com/office/drawing/2014/main" id="{CF5A1D86-6A7C-4718-BC8A-729563F7E07F}"/>
              </a:ext>
            </a:extLst>
          </p:cNvPr>
          <p:cNvSpPr>
            <a:spLocks noGrp="1"/>
          </p:cNvSpPr>
          <p:nvPr>
            <p:ph type="dt" sz="half" idx="11"/>
          </p:nvPr>
        </p:nvSpPr>
        <p:spPr/>
        <p:txBody>
          <a:bodyPr/>
          <a:lstStyle>
            <a:lvl1pPr>
              <a:defRPr b="0" i="0">
                <a:latin typeface="Amazon Ember Display" panose="020F0603020204020204" pitchFamily="34" charset="0"/>
              </a:defRPr>
            </a:lvl1pPr>
          </a:lstStyle>
          <a:p>
            <a:fld id="{290CE6C0-286E-8D46-B5B9-E759E6B1D45B}" type="datetime1">
              <a:rPr lang="ja-JP" altLang="en-US" smtClean="0"/>
              <a:t>2026/1/26</a:t>
            </a:fld>
            <a:endParaRPr lang="en-US" dirty="0"/>
          </a:p>
        </p:txBody>
      </p:sp>
      <p:sp>
        <p:nvSpPr>
          <p:cNvPr id="4" name="Footer Placeholder 3">
            <a:extLst>
              <a:ext uri="{FF2B5EF4-FFF2-40B4-BE49-F238E27FC236}">
                <a16:creationId xmlns:a16="http://schemas.microsoft.com/office/drawing/2014/main" id="{AC5447C4-003F-49F1-92D9-AA8E16018146}"/>
              </a:ext>
            </a:extLst>
          </p:cNvPr>
          <p:cNvSpPr>
            <a:spLocks noGrp="1"/>
          </p:cNvSpPr>
          <p:nvPr>
            <p:ph type="ftr" sz="quarter" idx="12"/>
          </p:nvPr>
        </p:nvSpPr>
        <p:spPr/>
        <p:txBody>
          <a:bodyPr/>
          <a:lstStyle>
            <a:lvl1pPr>
              <a:defRPr b="0" i="0">
                <a:latin typeface="Amazon Ember Display" panose="020F0603020204020204" pitchFamily="34" charset="0"/>
              </a:defRPr>
            </a:lvl1pPr>
          </a:lstStyle>
          <a:p>
            <a:endParaRPr lang="en-US" dirty="0"/>
          </a:p>
        </p:txBody>
      </p:sp>
      <p:sp>
        <p:nvSpPr>
          <p:cNvPr id="5" name="Slide Number Placeholder 4">
            <a:extLst>
              <a:ext uri="{FF2B5EF4-FFF2-40B4-BE49-F238E27FC236}">
                <a16:creationId xmlns:a16="http://schemas.microsoft.com/office/drawing/2014/main" id="{784C0F27-F073-46C5-99AA-D6BC67A40F51}"/>
              </a:ext>
            </a:extLst>
          </p:cNvPr>
          <p:cNvSpPr>
            <a:spLocks noGrp="1"/>
          </p:cNvSpPr>
          <p:nvPr>
            <p:ph type="sldNum" sz="quarter" idx="13"/>
          </p:nvPr>
        </p:nvSpPr>
        <p:spPr>
          <a:xfrm>
            <a:off x="9113838" y="6200775"/>
            <a:ext cx="2743200" cy="365125"/>
          </a:xfrm>
          <a:prstGeom prst="rect">
            <a:avLst/>
          </a:prstGeom>
        </p:spPr>
        <p:txBody>
          <a:bodyPr/>
          <a:lstStyle>
            <a:lvl1pPr>
              <a:defRPr b="0" i="0">
                <a:latin typeface="Amazon Ember Display" panose="020F0603020204020204" pitchFamily="34" charset="0"/>
              </a:defRPr>
            </a:lvl1pPr>
          </a:lstStyle>
          <a:p>
            <a:fld id="{EB4B8DE2-A4E8-46E4-8BBF-D75455EFF32C}" type="slidenum">
              <a:rPr lang="en-US" smtClean="0"/>
              <a:pPr/>
              <a:t>‹#›</a:t>
            </a:fld>
            <a:endParaRPr lang="en-US" dirty="0"/>
          </a:p>
        </p:txBody>
      </p:sp>
      <p:sp>
        <p:nvSpPr>
          <p:cNvPr id="6" name="タイトル 5">
            <a:extLst>
              <a:ext uri="{FF2B5EF4-FFF2-40B4-BE49-F238E27FC236}">
                <a16:creationId xmlns:a16="http://schemas.microsoft.com/office/drawing/2014/main" id="{64188B27-D1F7-5699-25C7-360C2A3C7433}"/>
              </a:ext>
            </a:extLst>
          </p:cNvPr>
          <p:cNvSpPr>
            <a:spLocks noGrp="1"/>
          </p:cNvSpPr>
          <p:nvPr>
            <p:ph type="title"/>
          </p:nvPr>
        </p:nvSpPr>
        <p:spPr/>
        <p:txBody>
          <a:bodyPr/>
          <a:lstStyle/>
          <a:p>
            <a:r>
              <a:rPr kumimoji="1" lang="ja-JP" altLang="en-US"/>
              <a:t>マスター タイトルの書式設定</a:t>
            </a:r>
          </a:p>
        </p:txBody>
      </p:sp>
      <p:pic>
        <p:nvPicPr>
          <p:cNvPr id="2" name="Picture 14">
            <a:extLst>
              <a:ext uri="{FF2B5EF4-FFF2-40B4-BE49-F238E27FC236}">
                <a16:creationId xmlns:a16="http://schemas.microsoft.com/office/drawing/2014/main" id="{ED083E87-FD63-B7E6-B661-8B9B1092A33F}"/>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595295" y="6338002"/>
            <a:ext cx="365760" cy="218830"/>
          </a:xfrm>
          <a:prstGeom prst="rect">
            <a:avLst/>
          </a:prstGeom>
        </p:spPr>
      </p:pic>
      <p:sp>
        <p:nvSpPr>
          <p:cNvPr id="8" name="TextBox 10">
            <a:extLst>
              <a:ext uri="{FF2B5EF4-FFF2-40B4-BE49-F238E27FC236}">
                <a16:creationId xmlns:a16="http://schemas.microsoft.com/office/drawing/2014/main" id="{DDC33219-B0A1-E531-C83D-8E72AE56E00E}"/>
              </a:ext>
            </a:extLst>
          </p:cNvPr>
          <p:cNvSpPr txBox="1"/>
          <p:nvPr userDrawn="1"/>
        </p:nvSpPr>
        <p:spPr>
          <a:xfrm>
            <a:off x="1141084" y="6389813"/>
            <a:ext cx="2621230" cy="184666"/>
          </a:xfrm>
          <a:prstGeom prst="rect">
            <a:avLst/>
          </a:prstGeom>
          <a:noFill/>
        </p:spPr>
        <p:txBody>
          <a:bodyPr wrap="none" rtlCol="0">
            <a:spAutoFit/>
          </a:bodyPr>
          <a:lstStyle/>
          <a:p>
            <a:pPr algn="l"/>
            <a:r>
              <a:rPr lang="en-US" sz="600" b="0" i="0" dirty="0">
                <a:solidFill>
                  <a:schemeClr val="tx2"/>
                </a:solidFill>
                <a:latin typeface="Amazon Ember Display" panose="020F0603020204020204" pitchFamily="34" charset="0"/>
              </a:rPr>
              <a:t>© 2025, Amazon Web Services, Inc. or its affiliates. All rights reserved.</a:t>
            </a:r>
          </a:p>
        </p:txBody>
      </p:sp>
    </p:spTree>
    <p:extLst>
      <p:ext uri="{BB962C8B-B14F-4D97-AF65-F5344CB8AC3E}">
        <p14:creationId xmlns:p14="http://schemas.microsoft.com/office/powerpoint/2010/main" val="12935836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userDrawn="1">
  <p:cSld name="Agenda Slide 2">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B7E4742-39F0-4C44-00E8-B91F451C1F7D}"/>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7" name="Text Placeholder 6">
            <a:extLst>
              <a:ext uri="{FF2B5EF4-FFF2-40B4-BE49-F238E27FC236}">
                <a16:creationId xmlns:a16="http://schemas.microsoft.com/office/drawing/2014/main" id="{11750401-572B-4B45-BF07-5D528B05F88A}"/>
              </a:ext>
            </a:extLst>
          </p:cNvPr>
          <p:cNvSpPr>
            <a:spLocks noGrp="1"/>
          </p:cNvSpPr>
          <p:nvPr>
            <p:ph type="body" sz="quarter" idx="10" hasCustomPrompt="1"/>
          </p:nvPr>
        </p:nvSpPr>
        <p:spPr>
          <a:xfrm>
            <a:off x="609600" y="1376363"/>
            <a:ext cx="11247438" cy="3549690"/>
          </a:xfrm>
          <a:prstGeom prst="rect">
            <a:avLst/>
          </a:prstGeom>
        </p:spPr>
        <p:txBody>
          <a:bodyPr/>
          <a:lstStyle>
            <a:lvl1pPr marL="0" indent="0">
              <a:spcAft>
                <a:spcPts val="3000"/>
              </a:spcAft>
              <a:buNone/>
              <a:defRPr sz="2400" b="0" i="0" baseline="0">
                <a:latin typeface="Amazon Ember Display" panose="020F0603020204020204" pitchFamily="34" charset="0"/>
                <a:ea typeface="メイリオ" panose="020B0604030504040204" pitchFamily="34" charset="-128"/>
                <a:cs typeface="Amazon Ember Display" panose="020F0603020204020204" pitchFamily="34" charset="0"/>
              </a:defRPr>
            </a:lvl1pPr>
            <a:lvl2pPr marL="0" indent="0">
              <a:spcAft>
                <a:spcPts val="3000"/>
              </a:spcAft>
              <a:buNone/>
              <a:defRPr sz="2400" b="0" i="0" baseline="0">
                <a:latin typeface="Amazon Ember Display" panose="020F0603020204020204" pitchFamily="34" charset="0"/>
                <a:ea typeface="メイリオ" panose="020B0604030504040204" pitchFamily="34" charset="-128"/>
                <a:cs typeface="Amazon Ember Display" panose="020F0603020204020204" pitchFamily="34" charset="0"/>
              </a:defRPr>
            </a:lvl2pPr>
            <a:lvl3pPr marL="0" indent="0">
              <a:spcAft>
                <a:spcPts val="3000"/>
              </a:spcAft>
              <a:buNone/>
              <a:defRPr sz="2400" b="0" i="0" baseline="0">
                <a:latin typeface="Amazon Ember Display" panose="020F0603020204020204" pitchFamily="34" charset="0"/>
                <a:ea typeface="メイリオ" panose="020B0604030504040204" pitchFamily="34" charset="-128"/>
                <a:cs typeface="Amazon Ember Display" panose="020F0603020204020204" pitchFamily="34" charset="0"/>
              </a:defRPr>
            </a:lvl3pPr>
            <a:lvl4pPr marL="0" indent="0">
              <a:spcAft>
                <a:spcPts val="3000"/>
              </a:spcAft>
              <a:buNone/>
              <a:defRPr sz="2400" b="0" i="0" baseline="0">
                <a:latin typeface="Amazon Ember Display" panose="020F0603020204020204" pitchFamily="34" charset="0"/>
                <a:ea typeface="メイリオ" panose="020B0604030504040204" pitchFamily="34" charset="-128"/>
                <a:cs typeface="Amazon Ember Display" panose="020F0603020204020204" pitchFamily="34" charset="0"/>
              </a:defRPr>
            </a:lvl4pPr>
            <a:lvl5pPr marL="0" indent="0">
              <a:spcAft>
                <a:spcPts val="3000"/>
              </a:spcAft>
              <a:buNone/>
              <a:defRPr sz="2400" b="0" i="0" baseline="0">
                <a:latin typeface="Amazon Ember Display" panose="020F0603020204020204" pitchFamily="34" charset="0"/>
                <a:ea typeface="メイリオ" panose="020B0604030504040204" pitchFamily="34" charset="-128"/>
                <a:cs typeface="Amazon Ember Display" panose="020F0603020204020204" pitchFamily="34" charset="0"/>
              </a:defRPr>
            </a:lvl5pPr>
          </a:lstStyle>
          <a:p>
            <a:pPr lvl="0"/>
            <a:r>
              <a:rPr lang="en-US" dirty="0"/>
              <a:t>Enter high-level agenda items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Date Placeholder 2">
            <a:extLst>
              <a:ext uri="{FF2B5EF4-FFF2-40B4-BE49-F238E27FC236}">
                <a16:creationId xmlns:a16="http://schemas.microsoft.com/office/drawing/2014/main" id="{CF5A1D86-6A7C-4718-BC8A-729563F7E07F}"/>
              </a:ext>
            </a:extLst>
          </p:cNvPr>
          <p:cNvSpPr>
            <a:spLocks noGrp="1"/>
          </p:cNvSpPr>
          <p:nvPr>
            <p:ph type="dt" sz="half" idx="11"/>
          </p:nvPr>
        </p:nvSpPr>
        <p:spPr/>
        <p:txBody>
          <a:bodyPr/>
          <a:lstStyle>
            <a:lvl1pPr>
              <a:defRPr b="0" i="0">
                <a:latin typeface="Amazon Ember Display" panose="020F0603020204020204" pitchFamily="34" charset="0"/>
              </a:defRPr>
            </a:lvl1pPr>
          </a:lstStyle>
          <a:p>
            <a:fld id="{A49CC286-79D0-A144-B066-1A97CA59212D}" type="datetime1">
              <a:rPr lang="ja-JP" altLang="en-US" smtClean="0"/>
              <a:t>2026/1/26</a:t>
            </a:fld>
            <a:endParaRPr lang="en-US" dirty="0"/>
          </a:p>
        </p:txBody>
      </p:sp>
      <p:sp>
        <p:nvSpPr>
          <p:cNvPr id="4" name="Footer Placeholder 3">
            <a:extLst>
              <a:ext uri="{FF2B5EF4-FFF2-40B4-BE49-F238E27FC236}">
                <a16:creationId xmlns:a16="http://schemas.microsoft.com/office/drawing/2014/main" id="{AC5447C4-003F-49F1-92D9-AA8E16018146}"/>
              </a:ext>
            </a:extLst>
          </p:cNvPr>
          <p:cNvSpPr>
            <a:spLocks noGrp="1"/>
          </p:cNvSpPr>
          <p:nvPr>
            <p:ph type="ftr" sz="quarter" idx="12"/>
          </p:nvPr>
        </p:nvSpPr>
        <p:spPr/>
        <p:txBody>
          <a:bodyPr/>
          <a:lstStyle>
            <a:lvl1pPr>
              <a:defRPr b="0" i="0">
                <a:latin typeface="Amazon Ember Display" panose="020F0603020204020204" pitchFamily="34" charset="0"/>
              </a:defRPr>
            </a:lvl1pPr>
          </a:lstStyle>
          <a:p>
            <a:endParaRPr lang="en-US" dirty="0"/>
          </a:p>
        </p:txBody>
      </p:sp>
      <p:sp>
        <p:nvSpPr>
          <p:cNvPr id="5" name="Slide Number Placeholder 4">
            <a:extLst>
              <a:ext uri="{FF2B5EF4-FFF2-40B4-BE49-F238E27FC236}">
                <a16:creationId xmlns:a16="http://schemas.microsoft.com/office/drawing/2014/main" id="{784C0F27-F073-46C5-99AA-D6BC67A40F51}"/>
              </a:ext>
            </a:extLst>
          </p:cNvPr>
          <p:cNvSpPr>
            <a:spLocks noGrp="1"/>
          </p:cNvSpPr>
          <p:nvPr>
            <p:ph type="sldNum" sz="quarter" idx="13"/>
          </p:nvPr>
        </p:nvSpPr>
        <p:spPr>
          <a:xfrm>
            <a:off x="9113838" y="6200775"/>
            <a:ext cx="2743200" cy="365125"/>
          </a:xfrm>
          <a:prstGeom prst="rect">
            <a:avLst/>
          </a:prstGeom>
        </p:spPr>
        <p:txBody>
          <a:bodyPr/>
          <a:lstStyle>
            <a:lvl1pPr>
              <a:defRPr b="0" i="0">
                <a:latin typeface="Amazon Ember Display" panose="020F0603020204020204" pitchFamily="34" charset="0"/>
              </a:defRPr>
            </a:lvl1pPr>
          </a:lstStyle>
          <a:p>
            <a:fld id="{EB4B8DE2-A4E8-46E4-8BBF-D75455EFF32C}" type="slidenum">
              <a:rPr lang="en-US" smtClean="0"/>
              <a:pPr/>
              <a:t>‹#›</a:t>
            </a:fld>
            <a:endParaRPr lang="en-US" dirty="0"/>
          </a:p>
        </p:txBody>
      </p:sp>
      <p:sp>
        <p:nvSpPr>
          <p:cNvPr id="8" name="タイトル 7">
            <a:extLst>
              <a:ext uri="{FF2B5EF4-FFF2-40B4-BE49-F238E27FC236}">
                <a16:creationId xmlns:a16="http://schemas.microsoft.com/office/drawing/2014/main" id="{F9C9D41A-DAF7-E673-4D3A-1260F3269CA9}"/>
              </a:ext>
            </a:extLst>
          </p:cNvPr>
          <p:cNvSpPr>
            <a:spLocks noGrp="1"/>
          </p:cNvSpPr>
          <p:nvPr>
            <p:ph type="title"/>
          </p:nvPr>
        </p:nvSpPr>
        <p:spPr/>
        <p:txBody>
          <a:bodyPr/>
          <a:lstStyle/>
          <a:p>
            <a:r>
              <a:rPr kumimoji="1" lang="ja-JP" altLang="en-US"/>
              <a:t>マスター タイトルの書式設定</a:t>
            </a:r>
          </a:p>
        </p:txBody>
      </p:sp>
      <p:pic>
        <p:nvPicPr>
          <p:cNvPr id="2" name="Picture 14">
            <a:extLst>
              <a:ext uri="{FF2B5EF4-FFF2-40B4-BE49-F238E27FC236}">
                <a16:creationId xmlns:a16="http://schemas.microsoft.com/office/drawing/2014/main" id="{7866E5ED-260D-29D3-173E-4AE97F4B744D}"/>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595295" y="6338002"/>
            <a:ext cx="365760" cy="218830"/>
          </a:xfrm>
          <a:prstGeom prst="rect">
            <a:avLst/>
          </a:prstGeom>
        </p:spPr>
      </p:pic>
      <p:sp>
        <p:nvSpPr>
          <p:cNvPr id="9" name="TextBox 10">
            <a:extLst>
              <a:ext uri="{FF2B5EF4-FFF2-40B4-BE49-F238E27FC236}">
                <a16:creationId xmlns:a16="http://schemas.microsoft.com/office/drawing/2014/main" id="{C94ACE7F-5C43-CD33-5936-39459F607431}"/>
              </a:ext>
            </a:extLst>
          </p:cNvPr>
          <p:cNvSpPr txBox="1"/>
          <p:nvPr userDrawn="1"/>
        </p:nvSpPr>
        <p:spPr>
          <a:xfrm>
            <a:off x="1141084" y="6389813"/>
            <a:ext cx="2621230" cy="184666"/>
          </a:xfrm>
          <a:prstGeom prst="rect">
            <a:avLst/>
          </a:prstGeom>
          <a:noFill/>
        </p:spPr>
        <p:txBody>
          <a:bodyPr wrap="none" rtlCol="0">
            <a:spAutoFit/>
          </a:bodyPr>
          <a:lstStyle/>
          <a:p>
            <a:pPr algn="l"/>
            <a:r>
              <a:rPr lang="en-US" sz="600" b="0" i="0" dirty="0">
                <a:solidFill>
                  <a:schemeClr val="tx2"/>
                </a:solidFill>
                <a:latin typeface="Amazon Ember Display" panose="020F0603020204020204" pitchFamily="34" charset="0"/>
              </a:rPr>
              <a:t>© 2025, Amazon Web Services, Inc. or its affiliates. All rights reserved.</a:t>
            </a:r>
          </a:p>
        </p:txBody>
      </p:sp>
    </p:spTree>
    <p:extLst>
      <p:ext uri="{BB962C8B-B14F-4D97-AF65-F5344CB8AC3E}">
        <p14:creationId xmlns:p14="http://schemas.microsoft.com/office/powerpoint/2010/main" val="1981300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userDrawn="1">
  <p:cSld name="Agenda Slide 3">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26932EFD-B8A1-B84B-48C9-1BE2EB4AF0AE}"/>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7" name="Text Placeholder 6">
            <a:extLst>
              <a:ext uri="{FF2B5EF4-FFF2-40B4-BE49-F238E27FC236}">
                <a16:creationId xmlns:a16="http://schemas.microsoft.com/office/drawing/2014/main" id="{11750401-572B-4B45-BF07-5D528B05F88A}"/>
              </a:ext>
            </a:extLst>
          </p:cNvPr>
          <p:cNvSpPr>
            <a:spLocks noGrp="1"/>
          </p:cNvSpPr>
          <p:nvPr>
            <p:ph type="body" sz="quarter" idx="10" hasCustomPrompt="1"/>
          </p:nvPr>
        </p:nvSpPr>
        <p:spPr>
          <a:xfrm>
            <a:off x="609600" y="1376363"/>
            <a:ext cx="11247438" cy="3549690"/>
          </a:xfrm>
          <a:prstGeom prst="rect">
            <a:avLst/>
          </a:prstGeom>
        </p:spPr>
        <p:txBody>
          <a:bodyPr/>
          <a:lstStyle>
            <a:lvl1pPr marL="0" indent="0">
              <a:spcAft>
                <a:spcPts val="3000"/>
              </a:spcAft>
              <a:buNone/>
              <a:defRPr sz="2400" b="0" i="0" baseline="0">
                <a:latin typeface="Amazon Ember Display" panose="020F0603020204020204" pitchFamily="34" charset="0"/>
                <a:ea typeface="メイリオ" panose="020B0604030504040204" pitchFamily="34" charset="-128"/>
                <a:cs typeface="Amazon Ember Display" panose="020F0603020204020204" pitchFamily="34" charset="0"/>
              </a:defRPr>
            </a:lvl1pPr>
            <a:lvl2pPr marL="0" indent="0">
              <a:spcAft>
                <a:spcPts val="3000"/>
              </a:spcAft>
              <a:buNone/>
              <a:defRPr sz="2400" b="0" i="0" baseline="0">
                <a:latin typeface="Amazon Ember Display" panose="020F0603020204020204" pitchFamily="34" charset="0"/>
                <a:ea typeface="メイリオ" panose="020B0604030504040204" pitchFamily="34" charset="-128"/>
                <a:cs typeface="Amazon Ember Display" panose="020F0603020204020204" pitchFamily="34" charset="0"/>
              </a:defRPr>
            </a:lvl2pPr>
            <a:lvl3pPr marL="0" indent="0">
              <a:spcAft>
                <a:spcPts val="3000"/>
              </a:spcAft>
              <a:buNone/>
              <a:defRPr sz="2400" b="0" i="0" baseline="0">
                <a:latin typeface="Amazon Ember Display" panose="020F0603020204020204" pitchFamily="34" charset="0"/>
                <a:ea typeface="メイリオ" panose="020B0604030504040204" pitchFamily="34" charset="-128"/>
                <a:cs typeface="Amazon Ember Display" panose="020F0603020204020204" pitchFamily="34" charset="0"/>
              </a:defRPr>
            </a:lvl3pPr>
            <a:lvl4pPr marL="0" indent="0">
              <a:spcAft>
                <a:spcPts val="3000"/>
              </a:spcAft>
              <a:buNone/>
              <a:defRPr sz="2400" b="0" i="0" baseline="0">
                <a:latin typeface="Amazon Ember Display" panose="020F0603020204020204" pitchFamily="34" charset="0"/>
                <a:ea typeface="メイリオ" panose="020B0604030504040204" pitchFamily="34" charset="-128"/>
                <a:cs typeface="Amazon Ember Display" panose="020F0603020204020204" pitchFamily="34" charset="0"/>
              </a:defRPr>
            </a:lvl4pPr>
            <a:lvl5pPr marL="0" indent="0">
              <a:spcAft>
                <a:spcPts val="3000"/>
              </a:spcAft>
              <a:buNone/>
              <a:defRPr sz="2400" b="0" i="0" baseline="0">
                <a:latin typeface="Amazon Ember Display" panose="020F0603020204020204" pitchFamily="34" charset="0"/>
                <a:ea typeface="メイリオ" panose="020B0604030504040204" pitchFamily="34" charset="-128"/>
                <a:cs typeface="Amazon Ember Display" panose="020F0603020204020204" pitchFamily="34" charset="0"/>
              </a:defRPr>
            </a:lvl5pPr>
          </a:lstStyle>
          <a:p>
            <a:pPr lvl="0"/>
            <a:r>
              <a:rPr lang="en-US" dirty="0"/>
              <a:t>Enter high-level agenda items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Date Placeholder 2">
            <a:extLst>
              <a:ext uri="{FF2B5EF4-FFF2-40B4-BE49-F238E27FC236}">
                <a16:creationId xmlns:a16="http://schemas.microsoft.com/office/drawing/2014/main" id="{CF5A1D86-6A7C-4718-BC8A-729563F7E07F}"/>
              </a:ext>
            </a:extLst>
          </p:cNvPr>
          <p:cNvSpPr>
            <a:spLocks noGrp="1"/>
          </p:cNvSpPr>
          <p:nvPr>
            <p:ph type="dt" sz="half" idx="11"/>
          </p:nvPr>
        </p:nvSpPr>
        <p:spPr/>
        <p:txBody>
          <a:bodyPr/>
          <a:lstStyle>
            <a:lvl1pPr>
              <a:defRPr b="0" i="0">
                <a:latin typeface="Amazon Ember Display" panose="020F0603020204020204" pitchFamily="34" charset="0"/>
              </a:defRPr>
            </a:lvl1pPr>
          </a:lstStyle>
          <a:p>
            <a:fld id="{701CE97B-9B16-A94F-A03A-9399874B63D4}" type="datetime1">
              <a:rPr lang="ja-JP" altLang="en-US" smtClean="0"/>
              <a:t>2026/1/26</a:t>
            </a:fld>
            <a:endParaRPr lang="en-US" dirty="0"/>
          </a:p>
        </p:txBody>
      </p:sp>
      <p:sp>
        <p:nvSpPr>
          <p:cNvPr id="4" name="Footer Placeholder 3">
            <a:extLst>
              <a:ext uri="{FF2B5EF4-FFF2-40B4-BE49-F238E27FC236}">
                <a16:creationId xmlns:a16="http://schemas.microsoft.com/office/drawing/2014/main" id="{AC5447C4-003F-49F1-92D9-AA8E16018146}"/>
              </a:ext>
            </a:extLst>
          </p:cNvPr>
          <p:cNvSpPr>
            <a:spLocks noGrp="1"/>
          </p:cNvSpPr>
          <p:nvPr>
            <p:ph type="ftr" sz="quarter" idx="12"/>
          </p:nvPr>
        </p:nvSpPr>
        <p:spPr/>
        <p:txBody>
          <a:bodyPr/>
          <a:lstStyle>
            <a:lvl1pPr>
              <a:defRPr b="0" i="0">
                <a:latin typeface="Amazon Ember Display" panose="020F0603020204020204" pitchFamily="34" charset="0"/>
              </a:defRPr>
            </a:lvl1pPr>
          </a:lstStyle>
          <a:p>
            <a:endParaRPr lang="en-US" dirty="0"/>
          </a:p>
        </p:txBody>
      </p:sp>
      <p:sp>
        <p:nvSpPr>
          <p:cNvPr id="5" name="Slide Number Placeholder 4">
            <a:extLst>
              <a:ext uri="{FF2B5EF4-FFF2-40B4-BE49-F238E27FC236}">
                <a16:creationId xmlns:a16="http://schemas.microsoft.com/office/drawing/2014/main" id="{784C0F27-F073-46C5-99AA-D6BC67A40F51}"/>
              </a:ext>
            </a:extLst>
          </p:cNvPr>
          <p:cNvSpPr>
            <a:spLocks noGrp="1"/>
          </p:cNvSpPr>
          <p:nvPr>
            <p:ph type="sldNum" sz="quarter" idx="13"/>
          </p:nvPr>
        </p:nvSpPr>
        <p:spPr>
          <a:xfrm>
            <a:off x="9113838" y="6200775"/>
            <a:ext cx="2743200" cy="365125"/>
          </a:xfrm>
          <a:prstGeom prst="rect">
            <a:avLst/>
          </a:prstGeom>
        </p:spPr>
        <p:txBody>
          <a:bodyPr/>
          <a:lstStyle>
            <a:lvl1pPr>
              <a:defRPr b="0" i="0">
                <a:latin typeface="Amazon Ember Display" panose="020F0603020204020204" pitchFamily="34" charset="0"/>
              </a:defRPr>
            </a:lvl1pPr>
          </a:lstStyle>
          <a:p>
            <a:fld id="{EB4B8DE2-A4E8-46E4-8BBF-D75455EFF32C}" type="slidenum">
              <a:rPr lang="en-US" smtClean="0"/>
              <a:pPr/>
              <a:t>‹#›</a:t>
            </a:fld>
            <a:endParaRPr lang="en-US" dirty="0"/>
          </a:p>
        </p:txBody>
      </p:sp>
      <p:sp>
        <p:nvSpPr>
          <p:cNvPr id="6" name="タイトル 5">
            <a:extLst>
              <a:ext uri="{FF2B5EF4-FFF2-40B4-BE49-F238E27FC236}">
                <a16:creationId xmlns:a16="http://schemas.microsoft.com/office/drawing/2014/main" id="{4FEE718B-AECF-60BA-4C82-5D7807BB7110}"/>
              </a:ext>
            </a:extLst>
          </p:cNvPr>
          <p:cNvSpPr>
            <a:spLocks noGrp="1"/>
          </p:cNvSpPr>
          <p:nvPr>
            <p:ph type="title"/>
          </p:nvPr>
        </p:nvSpPr>
        <p:spPr/>
        <p:txBody>
          <a:bodyPr/>
          <a:lstStyle/>
          <a:p>
            <a:r>
              <a:rPr kumimoji="1" lang="ja-JP" altLang="en-US"/>
              <a:t>マスター タイトルの書式設定</a:t>
            </a:r>
          </a:p>
        </p:txBody>
      </p:sp>
      <p:pic>
        <p:nvPicPr>
          <p:cNvPr id="2" name="Picture 14">
            <a:extLst>
              <a:ext uri="{FF2B5EF4-FFF2-40B4-BE49-F238E27FC236}">
                <a16:creationId xmlns:a16="http://schemas.microsoft.com/office/drawing/2014/main" id="{29026473-EE79-1666-A02D-2726DF51264C}"/>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595295" y="6338002"/>
            <a:ext cx="365760" cy="218830"/>
          </a:xfrm>
          <a:prstGeom prst="rect">
            <a:avLst/>
          </a:prstGeom>
        </p:spPr>
      </p:pic>
      <p:sp>
        <p:nvSpPr>
          <p:cNvPr id="9" name="TextBox 10">
            <a:extLst>
              <a:ext uri="{FF2B5EF4-FFF2-40B4-BE49-F238E27FC236}">
                <a16:creationId xmlns:a16="http://schemas.microsoft.com/office/drawing/2014/main" id="{0593D29E-274D-D078-FB1F-04AF4FA9CB1C}"/>
              </a:ext>
            </a:extLst>
          </p:cNvPr>
          <p:cNvSpPr txBox="1"/>
          <p:nvPr userDrawn="1"/>
        </p:nvSpPr>
        <p:spPr>
          <a:xfrm>
            <a:off x="1141084" y="6389813"/>
            <a:ext cx="2621230" cy="184666"/>
          </a:xfrm>
          <a:prstGeom prst="rect">
            <a:avLst/>
          </a:prstGeom>
          <a:noFill/>
        </p:spPr>
        <p:txBody>
          <a:bodyPr wrap="none" rtlCol="0">
            <a:spAutoFit/>
          </a:bodyPr>
          <a:lstStyle/>
          <a:p>
            <a:pPr algn="l"/>
            <a:r>
              <a:rPr lang="en-US" sz="600" b="0" i="0" dirty="0">
                <a:solidFill>
                  <a:schemeClr val="tx2"/>
                </a:solidFill>
                <a:latin typeface="Amazon Ember Display" panose="020F0603020204020204" pitchFamily="34" charset="0"/>
              </a:rPr>
              <a:t>© 2025, Amazon Web Services, Inc. or its affiliates. All rights reserved.</a:t>
            </a:r>
          </a:p>
        </p:txBody>
      </p:sp>
    </p:spTree>
    <p:extLst>
      <p:ext uri="{BB962C8B-B14F-4D97-AF65-F5344CB8AC3E}">
        <p14:creationId xmlns:p14="http://schemas.microsoft.com/office/powerpoint/2010/main" val="33173839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08A22A18-A983-4477-9CE2-E889A78034A4}"/>
              </a:ext>
            </a:extLst>
          </p:cNvPr>
          <p:cNvSpPr>
            <a:spLocks noGrp="1"/>
          </p:cNvSpPr>
          <p:nvPr>
            <p:ph type="dt" sz="half" idx="10"/>
          </p:nvPr>
        </p:nvSpPr>
        <p:spPr/>
        <p:txBody>
          <a:bodyPr/>
          <a:lstStyle>
            <a:lvl1pPr>
              <a:defRPr b="0" i="0">
                <a:latin typeface="Amazon Ember Display" panose="020F0603020204020204" pitchFamily="34" charset="0"/>
              </a:defRPr>
            </a:lvl1pPr>
          </a:lstStyle>
          <a:p>
            <a:fld id="{7FF9CF2E-62E0-A545-84DA-B9AC00F7E3E6}" type="datetime1">
              <a:rPr lang="ja-JP" altLang="en-US" smtClean="0"/>
              <a:t>2026/1/26</a:t>
            </a:fld>
            <a:endParaRPr lang="en-US" dirty="0"/>
          </a:p>
        </p:txBody>
      </p:sp>
      <p:sp>
        <p:nvSpPr>
          <p:cNvPr id="4" name="Footer Placeholder 3">
            <a:extLst>
              <a:ext uri="{FF2B5EF4-FFF2-40B4-BE49-F238E27FC236}">
                <a16:creationId xmlns:a16="http://schemas.microsoft.com/office/drawing/2014/main" id="{416B6389-19E6-4677-81FB-25CCEB0E3D8F}"/>
              </a:ext>
            </a:extLst>
          </p:cNvPr>
          <p:cNvSpPr>
            <a:spLocks noGrp="1"/>
          </p:cNvSpPr>
          <p:nvPr>
            <p:ph type="ftr" sz="quarter" idx="11"/>
          </p:nvPr>
        </p:nvSpPr>
        <p:spPr/>
        <p:txBody>
          <a:bodyPr/>
          <a:lstStyle>
            <a:lvl1pPr>
              <a:defRPr b="0" i="0">
                <a:latin typeface="Amazon Ember Display" panose="020F0603020204020204" pitchFamily="34" charset="0"/>
              </a:defRPr>
            </a:lvl1pPr>
          </a:lstStyle>
          <a:p>
            <a:endParaRPr lang="en-US" dirty="0"/>
          </a:p>
        </p:txBody>
      </p:sp>
      <p:sp>
        <p:nvSpPr>
          <p:cNvPr id="5" name="Slide Number Placeholder 4">
            <a:extLst>
              <a:ext uri="{FF2B5EF4-FFF2-40B4-BE49-F238E27FC236}">
                <a16:creationId xmlns:a16="http://schemas.microsoft.com/office/drawing/2014/main" id="{6D907AE9-2A8E-446F-AC5C-E522F1C0231C}"/>
              </a:ext>
            </a:extLst>
          </p:cNvPr>
          <p:cNvSpPr>
            <a:spLocks noGrp="1"/>
          </p:cNvSpPr>
          <p:nvPr>
            <p:ph type="sldNum" sz="quarter" idx="12"/>
          </p:nvPr>
        </p:nvSpPr>
        <p:spPr>
          <a:xfrm>
            <a:off x="9113838" y="6200775"/>
            <a:ext cx="2743200" cy="365125"/>
          </a:xfrm>
          <a:prstGeom prst="rect">
            <a:avLst/>
          </a:prstGeom>
        </p:spPr>
        <p:txBody>
          <a:bodyPr/>
          <a:lstStyle>
            <a:lvl1pPr>
              <a:defRPr b="0" i="0">
                <a:latin typeface="Amazon Ember Display" panose="020F0603020204020204" pitchFamily="34" charset="0"/>
              </a:defRPr>
            </a:lvl1pPr>
          </a:lstStyle>
          <a:p>
            <a:fld id="{EB4B8DE2-A4E8-46E4-8BBF-D75455EFF32C}" type="slidenum">
              <a:rPr lang="en-US" smtClean="0"/>
              <a:pPr/>
              <a:t>‹#›</a:t>
            </a:fld>
            <a:endParaRPr lang="en-US" dirty="0"/>
          </a:p>
        </p:txBody>
      </p:sp>
      <p:sp>
        <p:nvSpPr>
          <p:cNvPr id="6" name="タイトル 5">
            <a:extLst>
              <a:ext uri="{FF2B5EF4-FFF2-40B4-BE49-F238E27FC236}">
                <a16:creationId xmlns:a16="http://schemas.microsoft.com/office/drawing/2014/main" id="{071E41DC-3AB2-33CA-0E29-26E2B01642FD}"/>
              </a:ext>
            </a:extLst>
          </p:cNvPr>
          <p:cNvSpPr>
            <a:spLocks noGrp="1"/>
          </p:cNvSpPr>
          <p:nvPr>
            <p:ph type="title"/>
          </p:nvPr>
        </p:nvSpPr>
        <p:spPr/>
        <p:txBody>
          <a:bodyPr/>
          <a:lstStyle/>
          <a:p>
            <a:r>
              <a:rPr kumimoji="1" lang="ja-JP" altLang="en-US"/>
              <a:t>マスター タイトルの書式設定</a:t>
            </a:r>
          </a:p>
        </p:txBody>
      </p:sp>
    </p:spTree>
    <p:extLst>
      <p:ext uri="{BB962C8B-B14F-4D97-AF65-F5344CB8AC3E}">
        <p14:creationId xmlns:p14="http://schemas.microsoft.com/office/powerpoint/2010/main" val="20214675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userDrawn="1">
  <p:cSld name="Title Only Gradient 1">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58A1DB3-21D8-7727-05ED-700D04461742}"/>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7" name="Date Placeholder 6">
            <a:extLst>
              <a:ext uri="{FF2B5EF4-FFF2-40B4-BE49-F238E27FC236}">
                <a16:creationId xmlns:a16="http://schemas.microsoft.com/office/drawing/2014/main" id="{9FF00575-76B9-4D8B-9903-136ED9A42301}"/>
              </a:ext>
            </a:extLst>
          </p:cNvPr>
          <p:cNvSpPr>
            <a:spLocks noGrp="1"/>
          </p:cNvSpPr>
          <p:nvPr>
            <p:ph type="dt" sz="half" idx="10"/>
          </p:nvPr>
        </p:nvSpPr>
        <p:spPr/>
        <p:txBody>
          <a:bodyPr/>
          <a:lstStyle>
            <a:lvl1pPr>
              <a:defRPr b="0" i="0">
                <a:latin typeface="Amazon Ember Display" panose="020F0603020204020204" pitchFamily="34" charset="0"/>
              </a:defRPr>
            </a:lvl1pPr>
          </a:lstStyle>
          <a:p>
            <a:fld id="{71BE3D92-6AF8-114D-B6BE-334CE5C8DE9E}" type="datetime1">
              <a:rPr lang="ja-JP" altLang="en-US" smtClean="0"/>
              <a:t>2026/1/26</a:t>
            </a:fld>
            <a:endParaRPr lang="en-US" dirty="0"/>
          </a:p>
        </p:txBody>
      </p:sp>
      <p:sp>
        <p:nvSpPr>
          <p:cNvPr id="8" name="Footer Placeholder 7">
            <a:extLst>
              <a:ext uri="{FF2B5EF4-FFF2-40B4-BE49-F238E27FC236}">
                <a16:creationId xmlns:a16="http://schemas.microsoft.com/office/drawing/2014/main" id="{56CDB515-1F55-4916-8897-BD5A83C12C05}"/>
              </a:ext>
            </a:extLst>
          </p:cNvPr>
          <p:cNvSpPr>
            <a:spLocks noGrp="1"/>
          </p:cNvSpPr>
          <p:nvPr>
            <p:ph type="ftr" sz="quarter" idx="11"/>
          </p:nvPr>
        </p:nvSpPr>
        <p:spPr/>
        <p:txBody>
          <a:bodyPr/>
          <a:lstStyle>
            <a:lvl1pPr>
              <a:defRPr b="0" i="0">
                <a:latin typeface="Amazon Ember Display" panose="020F0603020204020204" pitchFamily="34" charset="0"/>
              </a:defRPr>
            </a:lvl1pPr>
          </a:lstStyle>
          <a:p>
            <a:endParaRPr lang="en-US" dirty="0"/>
          </a:p>
        </p:txBody>
      </p:sp>
      <p:sp>
        <p:nvSpPr>
          <p:cNvPr id="9" name="Slide Number Placeholder 8">
            <a:extLst>
              <a:ext uri="{FF2B5EF4-FFF2-40B4-BE49-F238E27FC236}">
                <a16:creationId xmlns:a16="http://schemas.microsoft.com/office/drawing/2014/main" id="{2A0F2630-6040-4D96-BE1B-D7C27F2C1B9C}"/>
              </a:ext>
            </a:extLst>
          </p:cNvPr>
          <p:cNvSpPr>
            <a:spLocks noGrp="1"/>
          </p:cNvSpPr>
          <p:nvPr>
            <p:ph type="sldNum" sz="quarter" idx="12"/>
          </p:nvPr>
        </p:nvSpPr>
        <p:spPr>
          <a:xfrm>
            <a:off x="9113838" y="6207250"/>
            <a:ext cx="2743200" cy="365125"/>
          </a:xfrm>
          <a:prstGeom prst="rect">
            <a:avLst/>
          </a:prstGeom>
        </p:spPr>
        <p:txBody>
          <a:bodyPr/>
          <a:lstStyle>
            <a:lvl1pPr>
              <a:defRPr b="0" i="0">
                <a:solidFill>
                  <a:schemeClr val="tx2"/>
                </a:solidFill>
                <a:latin typeface="Amazon Ember Display" panose="020F0603020204020204" pitchFamily="34" charset="0"/>
              </a:defRPr>
            </a:lvl1pPr>
          </a:lstStyle>
          <a:p>
            <a:fld id="{EB4B8DE2-A4E8-46E4-8BBF-D75455EFF32C}" type="slidenum">
              <a:rPr lang="en-US" smtClean="0"/>
              <a:pPr/>
              <a:t>‹#›</a:t>
            </a:fld>
            <a:endParaRPr lang="en-US" dirty="0"/>
          </a:p>
        </p:txBody>
      </p:sp>
      <p:pic>
        <p:nvPicPr>
          <p:cNvPr id="4" name="Picture 3">
            <a:extLst>
              <a:ext uri="{FF2B5EF4-FFF2-40B4-BE49-F238E27FC236}">
                <a16:creationId xmlns:a16="http://schemas.microsoft.com/office/drawing/2014/main" id="{5B337A45-3492-46BC-9D48-C3D405117133}"/>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595295" y="6338002"/>
            <a:ext cx="365760" cy="218756"/>
          </a:xfrm>
          <a:prstGeom prst="rect">
            <a:avLst/>
          </a:prstGeom>
        </p:spPr>
      </p:pic>
      <p:sp>
        <p:nvSpPr>
          <p:cNvPr id="5" name="TextBox 4">
            <a:extLst>
              <a:ext uri="{FF2B5EF4-FFF2-40B4-BE49-F238E27FC236}">
                <a16:creationId xmlns:a16="http://schemas.microsoft.com/office/drawing/2014/main" id="{DDDBE47E-DAA2-53AD-A19F-7E10713DCC3B}"/>
              </a:ext>
            </a:extLst>
          </p:cNvPr>
          <p:cNvSpPr txBox="1"/>
          <p:nvPr userDrawn="1"/>
        </p:nvSpPr>
        <p:spPr>
          <a:xfrm>
            <a:off x="1141084" y="6389813"/>
            <a:ext cx="2621230" cy="184666"/>
          </a:xfrm>
          <a:prstGeom prst="rect">
            <a:avLst/>
          </a:prstGeom>
          <a:noFill/>
        </p:spPr>
        <p:txBody>
          <a:bodyPr wrap="none" rtlCol="0">
            <a:spAutoFit/>
          </a:bodyPr>
          <a:lstStyle/>
          <a:p>
            <a:pPr algn="l"/>
            <a:r>
              <a:rPr lang="en-US" sz="600" b="0" i="0" dirty="0">
                <a:solidFill>
                  <a:schemeClr val="tx2"/>
                </a:solidFill>
                <a:latin typeface="Amazon Ember Display" panose="020F0603020204020204" pitchFamily="34" charset="0"/>
              </a:rPr>
              <a:t>© 2025, Amazon Web Services, Inc. or its affiliates. All rights reserved.</a:t>
            </a:r>
          </a:p>
        </p:txBody>
      </p:sp>
      <p:sp>
        <p:nvSpPr>
          <p:cNvPr id="6" name="タイトル 5">
            <a:extLst>
              <a:ext uri="{FF2B5EF4-FFF2-40B4-BE49-F238E27FC236}">
                <a16:creationId xmlns:a16="http://schemas.microsoft.com/office/drawing/2014/main" id="{33403D6F-4255-8F48-5632-F82011E930CF}"/>
              </a:ext>
            </a:extLst>
          </p:cNvPr>
          <p:cNvSpPr>
            <a:spLocks noGrp="1"/>
          </p:cNvSpPr>
          <p:nvPr>
            <p:ph type="title"/>
          </p:nvPr>
        </p:nvSpPr>
        <p:spPr/>
        <p:txBody>
          <a:bodyPr/>
          <a:lstStyle/>
          <a:p>
            <a:r>
              <a:rPr kumimoji="1" lang="ja-JP" altLang="en-US"/>
              <a:t>マスター タイトルの書式設定</a:t>
            </a:r>
          </a:p>
        </p:txBody>
      </p:sp>
    </p:spTree>
    <p:extLst>
      <p:ext uri="{BB962C8B-B14F-4D97-AF65-F5344CB8AC3E}">
        <p14:creationId xmlns:p14="http://schemas.microsoft.com/office/powerpoint/2010/main" val="14652337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userDrawn="1">
  <p:cSld name="Title Only Gradient 2">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9B5C98E-29D0-7549-A4E6-151AFAD54744}"/>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7" name="Date Placeholder 6">
            <a:extLst>
              <a:ext uri="{FF2B5EF4-FFF2-40B4-BE49-F238E27FC236}">
                <a16:creationId xmlns:a16="http://schemas.microsoft.com/office/drawing/2014/main" id="{9FF00575-76B9-4D8B-9903-136ED9A42301}"/>
              </a:ext>
            </a:extLst>
          </p:cNvPr>
          <p:cNvSpPr>
            <a:spLocks noGrp="1"/>
          </p:cNvSpPr>
          <p:nvPr>
            <p:ph type="dt" sz="half" idx="10"/>
          </p:nvPr>
        </p:nvSpPr>
        <p:spPr/>
        <p:txBody>
          <a:bodyPr/>
          <a:lstStyle>
            <a:lvl1pPr>
              <a:defRPr b="0" i="0">
                <a:latin typeface="Amazon Ember Display" panose="020F0603020204020204" pitchFamily="34" charset="0"/>
              </a:defRPr>
            </a:lvl1pPr>
          </a:lstStyle>
          <a:p>
            <a:fld id="{B8A9BD07-537C-5F4E-B886-4920D3A7A675}" type="datetime1">
              <a:rPr lang="ja-JP" altLang="en-US" smtClean="0"/>
              <a:t>2026/1/26</a:t>
            </a:fld>
            <a:endParaRPr lang="en-US" dirty="0"/>
          </a:p>
        </p:txBody>
      </p:sp>
      <p:sp>
        <p:nvSpPr>
          <p:cNvPr id="8" name="Footer Placeholder 7">
            <a:extLst>
              <a:ext uri="{FF2B5EF4-FFF2-40B4-BE49-F238E27FC236}">
                <a16:creationId xmlns:a16="http://schemas.microsoft.com/office/drawing/2014/main" id="{56CDB515-1F55-4916-8897-BD5A83C12C05}"/>
              </a:ext>
            </a:extLst>
          </p:cNvPr>
          <p:cNvSpPr>
            <a:spLocks noGrp="1"/>
          </p:cNvSpPr>
          <p:nvPr>
            <p:ph type="ftr" sz="quarter" idx="11"/>
          </p:nvPr>
        </p:nvSpPr>
        <p:spPr/>
        <p:txBody>
          <a:bodyPr/>
          <a:lstStyle>
            <a:lvl1pPr>
              <a:defRPr b="0" i="0">
                <a:latin typeface="Amazon Ember Display" panose="020F0603020204020204" pitchFamily="34" charset="0"/>
              </a:defRPr>
            </a:lvl1pPr>
          </a:lstStyle>
          <a:p>
            <a:endParaRPr lang="en-US" dirty="0"/>
          </a:p>
        </p:txBody>
      </p:sp>
      <p:sp>
        <p:nvSpPr>
          <p:cNvPr id="9" name="Slide Number Placeholder 8">
            <a:extLst>
              <a:ext uri="{FF2B5EF4-FFF2-40B4-BE49-F238E27FC236}">
                <a16:creationId xmlns:a16="http://schemas.microsoft.com/office/drawing/2014/main" id="{2A0F2630-6040-4D96-BE1B-D7C27F2C1B9C}"/>
              </a:ext>
            </a:extLst>
          </p:cNvPr>
          <p:cNvSpPr>
            <a:spLocks noGrp="1"/>
          </p:cNvSpPr>
          <p:nvPr>
            <p:ph type="sldNum" sz="quarter" idx="12"/>
          </p:nvPr>
        </p:nvSpPr>
        <p:spPr>
          <a:xfrm>
            <a:off x="9113838" y="6207250"/>
            <a:ext cx="2743200" cy="365125"/>
          </a:xfrm>
          <a:prstGeom prst="rect">
            <a:avLst/>
          </a:prstGeom>
        </p:spPr>
        <p:txBody>
          <a:bodyPr/>
          <a:lstStyle>
            <a:lvl1pPr>
              <a:defRPr b="0" i="0">
                <a:solidFill>
                  <a:schemeClr val="tx2"/>
                </a:solidFill>
                <a:latin typeface="Amazon Ember Display" panose="020F0603020204020204" pitchFamily="34" charset="0"/>
              </a:defRPr>
            </a:lvl1pPr>
          </a:lstStyle>
          <a:p>
            <a:fld id="{EB4B8DE2-A4E8-46E4-8BBF-D75455EFF32C}" type="slidenum">
              <a:rPr lang="en-US" smtClean="0"/>
              <a:pPr/>
              <a:t>‹#›</a:t>
            </a:fld>
            <a:endParaRPr lang="en-US" dirty="0"/>
          </a:p>
        </p:txBody>
      </p:sp>
      <p:pic>
        <p:nvPicPr>
          <p:cNvPr id="4" name="Picture 3">
            <a:extLst>
              <a:ext uri="{FF2B5EF4-FFF2-40B4-BE49-F238E27FC236}">
                <a16:creationId xmlns:a16="http://schemas.microsoft.com/office/drawing/2014/main" id="{5B337A45-3492-46BC-9D48-C3D405117133}"/>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595295" y="6338002"/>
            <a:ext cx="365760" cy="218756"/>
          </a:xfrm>
          <a:prstGeom prst="rect">
            <a:avLst/>
          </a:prstGeom>
        </p:spPr>
      </p:pic>
      <p:sp>
        <p:nvSpPr>
          <p:cNvPr id="5" name="TextBox 4">
            <a:extLst>
              <a:ext uri="{FF2B5EF4-FFF2-40B4-BE49-F238E27FC236}">
                <a16:creationId xmlns:a16="http://schemas.microsoft.com/office/drawing/2014/main" id="{12237F78-6104-4004-2FA4-4DC0815B72C9}"/>
              </a:ext>
            </a:extLst>
          </p:cNvPr>
          <p:cNvSpPr txBox="1"/>
          <p:nvPr userDrawn="1"/>
        </p:nvSpPr>
        <p:spPr>
          <a:xfrm>
            <a:off x="1141084" y="6389813"/>
            <a:ext cx="2621230" cy="184666"/>
          </a:xfrm>
          <a:prstGeom prst="rect">
            <a:avLst/>
          </a:prstGeom>
          <a:noFill/>
        </p:spPr>
        <p:txBody>
          <a:bodyPr wrap="none" rtlCol="0">
            <a:spAutoFit/>
          </a:bodyPr>
          <a:lstStyle/>
          <a:p>
            <a:pPr algn="l"/>
            <a:r>
              <a:rPr lang="en-US" sz="600" b="0" i="0" dirty="0">
                <a:solidFill>
                  <a:schemeClr val="tx2"/>
                </a:solidFill>
                <a:latin typeface="Amazon Ember Display" panose="020F0603020204020204" pitchFamily="34" charset="0"/>
              </a:rPr>
              <a:t>© 2025, Amazon Web Services, Inc. or its affiliates. All rights reserved.</a:t>
            </a:r>
          </a:p>
        </p:txBody>
      </p:sp>
      <p:sp>
        <p:nvSpPr>
          <p:cNvPr id="6" name="タイトル 5">
            <a:extLst>
              <a:ext uri="{FF2B5EF4-FFF2-40B4-BE49-F238E27FC236}">
                <a16:creationId xmlns:a16="http://schemas.microsoft.com/office/drawing/2014/main" id="{9C0C633D-6533-7A81-CB54-487A1ECE781B}"/>
              </a:ext>
            </a:extLst>
          </p:cNvPr>
          <p:cNvSpPr>
            <a:spLocks noGrp="1"/>
          </p:cNvSpPr>
          <p:nvPr>
            <p:ph type="title"/>
          </p:nvPr>
        </p:nvSpPr>
        <p:spPr/>
        <p:txBody>
          <a:bodyPr/>
          <a:lstStyle/>
          <a:p>
            <a:r>
              <a:rPr kumimoji="1" lang="ja-JP" altLang="en-US"/>
              <a:t>マスター タイトルの書式設定</a:t>
            </a:r>
          </a:p>
        </p:txBody>
      </p:sp>
    </p:spTree>
    <p:extLst>
      <p:ext uri="{BB962C8B-B14F-4D97-AF65-F5344CB8AC3E}">
        <p14:creationId xmlns:p14="http://schemas.microsoft.com/office/powerpoint/2010/main" val="5828452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userDrawn="1">
  <p:cSld name="Title Only Gradient 3">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C242795-04B8-8DCD-975B-E72373E3A3C4}"/>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7" name="Date Placeholder 6">
            <a:extLst>
              <a:ext uri="{FF2B5EF4-FFF2-40B4-BE49-F238E27FC236}">
                <a16:creationId xmlns:a16="http://schemas.microsoft.com/office/drawing/2014/main" id="{9FF00575-76B9-4D8B-9903-136ED9A42301}"/>
              </a:ext>
            </a:extLst>
          </p:cNvPr>
          <p:cNvSpPr>
            <a:spLocks noGrp="1"/>
          </p:cNvSpPr>
          <p:nvPr>
            <p:ph type="dt" sz="half" idx="10"/>
          </p:nvPr>
        </p:nvSpPr>
        <p:spPr/>
        <p:txBody>
          <a:bodyPr/>
          <a:lstStyle>
            <a:lvl1pPr>
              <a:defRPr b="0" i="0">
                <a:latin typeface="Amazon Ember Display" panose="020F0603020204020204" pitchFamily="34" charset="0"/>
              </a:defRPr>
            </a:lvl1pPr>
          </a:lstStyle>
          <a:p>
            <a:fld id="{7220A401-19DE-F14E-A7FB-08F1A570458B}" type="datetime1">
              <a:rPr lang="ja-JP" altLang="en-US" smtClean="0"/>
              <a:t>2026/1/26</a:t>
            </a:fld>
            <a:endParaRPr lang="en-US" dirty="0"/>
          </a:p>
        </p:txBody>
      </p:sp>
      <p:sp>
        <p:nvSpPr>
          <p:cNvPr id="8" name="Footer Placeholder 7">
            <a:extLst>
              <a:ext uri="{FF2B5EF4-FFF2-40B4-BE49-F238E27FC236}">
                <a16:creationId xmlns:a16="http://schemas.microsoft.com/office/drawing/2014/main" id="{56CDB515-1F55-4916-8897-BD5A83C12C05}"/>
              </a:ext>
            </a:extLst>
          </p:cNvPr>
          <p:cNvSpPr>
            <a:spLocks noGrp="1"/>
          </p:cNvSpPr>
          <p:nvPr>
            <p:ph type="ftr" sz="quarter" idx="11"/>
          </p:nvPr>
        </p:nvSpPr>
        <p:spPr/>
        <p:txBody>
          <a:bodyPr/>
          <a:lstStyle>
            <a:lvl1pPr>
              <a:defRPr b="0" i="0">
                <a:latin typeface="Amazon Ember Display" panose="020F0603020204020204" pitchFamily="34" charset="0"/>
              </a:defRPr>
            </a:lvl1pPr>
          </a:lstStyle>
          <a:p>
            <a:endParaRPr lang="en-US" dirty="0"/>
          </a:p>
        </p:txBody>
      </p:sp>
      <p:sp>
        <p:nvSpPr>
          <p:cNvPr id="9" name="Slide Number Placeholder 8">
            <a:extLst>
              <a:ext uri="{FF2B5EF4-FFF2-40B4-BE49-F238E27FC236}">
                <a16:creationId xmlns:a16="http://schemas.microsoft.com/office/drawing/2014/main" id="{2A0F2630-6040-4D96-BE1B-D7C27F2C1B9C}"/>
              </a:ext>
            </a:extLst>
          </p:cNvPr>
          <p:cNvSpPr>
            <a:spLocks noGrp="1"/>
          </p:cNvSpPr>
          <p:nvPr>
            <p:ph type="sldNum" sz="quarter" idx="12"/>
          </p:nvPr>
        </p:nvSpPr>
        <p:spPr>
          <a:xfrm>
            <a:off x="9113838" y="6207250"/>
            <a:ext cx="2743200" cy="365125"/>
          </a:xfrm>
          <a:prstGeom prst="rect">
            <a:avLst/>
          </a:prstGeom>
        </p:spPr>
        <p:txBody>
          <a:bodyPr/>
          <a:lstStyle>
            <a:lvl1pPr>
              <a:defRPr b="0" i="0">
                <a:solidFill>
                  <a:schemeClr val="tx2"/>
                </a:solidFill>
                <a:latin typeface="Amazon Ember Display" panose="020F0603020204020204" pitchFamily="34" charset="0"/>
              </a:defRPr>
            </a:lvl1pPr>
          </a:lstStyle>
          <a:p>
            <a:fld id="{EB4B8DE2-A4E8-46E4-8BBF-D75455EFF32C}" type="slidenum">
              <a:rPr lang="en-US" smtClean="0"/>
              <a:pPr/>
              <a:t>‹#›</a:t>
            </a:fld>
            <a:endParaRPr lang="en-US" dirty="0"/>
          </a:p>
        </p:txBody>
      </p:sp>
      <p:pic>
        <p:nvPicPr>
          <p:cNvPr id="4" name="Picture 3">
            <a:extLst>
              <a:ext uri="{FF2B5EF4-FFF2-40B4-BE49-F238E27FC236}">
                <a16:creationId xmlns:a16="http://schemas.microsoft.com/office/drawing/2014/main" id="{5B337A45-3492-46BC-9D48-C3D405117133}"/>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595295" y="6338002"/>
            <a:ext cx="365760" cy="218756"/>
          </a:xfrm>
          <a:prstGeom prst="rect">
            <a:avLst/>
          </a:prstGeom>
        </p:spPr>
      </p:pic>
      <p:sp>
        <p:nvSpPr>
          <p:cNvPr id="5" name="TextBox 4">
            <a:extLst>
              <a:ext uri="{FF2B5EF4-FFF2-40B4-BE49-F238E27FC236}">
                <a16:creationId xmlns:a16="http://schemas.microsoft.com/office/drawing/2014/main" id="{B9D7D0A3-F064-9569-A6C6-9EFB587B0B1C}"/>
              </a:ext>
            </a:extLst>
          </p:cNvPr>
          <p:cNvSpPr txBox="1"/>
          <p:nvPr userDrawn="1"/>
        </p:nvSpPr>
        <p:spPr>
          <a:xfrm>
            <a:off x="1141084" y="6389813"/>
            <a:ext cx="2621230" cy="184666"/>
          </a:xfrm>
          <a:prstGeom prst="rect">
            <a:avLst/>
          </a:prstGeom>
          <a:noFill/>
        </p:spPr>
        <p:txBody>
          <a:bodyPr wrap="none" rtlCol="0">
            <a:spAutoFit/>
          </a:bodyPr>
          <a:lstStyle/>
          <a:p>
            <a:pPr algn="l"/>
            <a:r>
              <a:rPr lang="en-US" sz="600" b="0" i="0" dirty="0">
                <a:solidFill>
                  <a:schemeClr val="tx2"/>
                </a:solidFill>
                <a:latin typeface="Amazon Ember Display" panose="020F0603020204020204" pitchFamily="34" charset="0"/>
              </a:rPr>
              <a:t>© 2025, Amazon Web Services, Inc. or its affiliates. All rights reserved.</a:t>
            </a:r>
          </a:p>
        </p:txBody>
      </p:sp>
      <p:sp>
        <p:nvSpPr>
          <p:cNvPr id="6" name="タイトル 5">
            <a:extLst>
              <a:ext uri="{FF2B5EF4-FFF2-40B4-BE49-F238E27FC236}">
                <a16:creationId xmlns:a16="http://schemas.microsoft.com/office/drawing/2014/main" id="{E7DA0980-9F67-19D1-074F-E81E9F4FBA01}"/>
              </a:ext>
            </a:extLst>
          </p:cNvPr>
          <p:cNvSpPr>
            <a:spLocks noGrp="1"/>
          </p:cNvSpPr>
          <p:nvPr>
            <p:ph type="title"/>
          </p:nvPr>
        </p:nvSpPr>
        <p:spPr/>
        <p:txBody>
          <a:bodyPr/>
          <a:lstStyle/>
          <a:p>
            <a:r>
              <a:rPr kumimoji="1" lang="ja-JP" altLang="en-US"/>
              <a:t>マスター タイトルの書式設定</a:t>
            </a:r>
          </a:p>
        </p:txBody>
      </p:sp>
    </p:spTree>
    <p:extLst>
      <p:ext uri="{BB962C8B-B14F-4D97-AF65-F5344CB8AC3E}">
        <p14:creationId xmlns:p14="http://schemas.microsoft.com/office/powerpoint/2010/main" val="41659054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userDrawn="1">
  <p:cSld name="Title and Subtitle">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466213DF-CEC6-4F46-9CD4-5ED4A416AF59}"/>
              </a:ext>
            </a:extLst>
          </p:cNvPr>
          <p:cNvSpPr>
            <a:spLocks noGrp="1"/>
          </p:cNvSpPr>
          <p:nvPr>
            <p:ph type="body" sz="quarter" idx="10" hasCustomPrompt="1"/>
          </p:nvPr>
        </p:nvSpPr>
        <p:spPr>
          <a:xfrm>
            <a:off x="407987" y="908050"/>
            <a:ext cx="11449049" cy="369332"/>
          </a:xfrm>
          <a:prstGeom prst="rect">
            <a:avLst/>
          </a:prstGeom>
        </p:spPr>
        <p:txBody>
          <a:bodyPr/>
          <a:lstStyle>
            <a:lvl1pPr marL="0" indent="0">
              <a:buNone/>
              <a:defRPr sz="1800" b="0" i="0" cap="none" spc="0" baseline="0">
                <a:latin typeface="Amazon Ember Display" panose="020F0603020204020204" pitchFamily="34" charset="0"/>
                <a:ea typeface="メイリオ" panose="020B0604030504040204" pitchFamily="34" charset="-128"/>
                <a:cs typeface="Amazon Ember Display" panose="020F0603020204020204" pitchFamily="34" charset="0"/>
              </a:defRPr>
            </a:lvl1pPr>
          </a:lstStyle>
          <a:p>
            <a:pPr lvl="0"/>
            <a:r>
              <a:rPr lang="en-US" dirty="0"/>
              <a:t>Enter subtitle</a:t>
            </a:r>
          </a:p>
        </p:txBody>
      </p:sp>
      <p:sp>
        <p:nvSpPr>
          <p:cNvPr id="3" name="Date Placeholder 2">
            <a:extLst>
              <a:ext uri="{FF2B5EF4-FFF2-40B4-BE49-F238E27FC236}">
                <a16:creationId xmlns:a16="http://schemas.microsoft.com/office/drawing/2014/main" id="{A312CB8C-58A4-4758-8C91-E8641A9F6DCF}"/>
              </a:ext>
            </a:extLst>
          </p:cNvPr>
          <p:cNvSpPr>
            <a:spLocks noGrp="1"/>
          </p:cNvSpPr>
          <p:nvPr>
            <p:ph type="dt" sz="half" idx="11"/>
          </p:nvPr>
        </p:nvSpPr>
        <p:spPr/>
        <p:txBody>
          <a:bodyPr/>
          <a:lstStyle>
            <a:lvl1pPr>
              <a:defRPr b="0" i="0">
                <a:latin typeface="Amazon Ember Display" panose="020F0603020204020204" pitchFamily="34" charset="0"/>
              </a:defRPr>
            </a:lvl1pPr>
          </a:lstStyle>
          <a:p>
            <a:fld id="{8B8775CC-9149-104F-A0AA-1D28516DB30A}" type="datetime1">
              <a:rPr lang="ja-JP" altLang="en-US" smtClean="0"/>
              <a:t>2026/1/26</a:t>
            </a:fld>
            <a:endParaRPr lang="en-US" dirty="0"/>
          </a:p>
        </p:txBody>
      </p:sp>
      <p:sp>
        <p:nvSpPr>
          <p:cNvPr id="5" name="Footer Placeholder 4">
            <a:extLst>
              <a:ext uri="{FF2B5EF4-FFF2-40B4-BE49-F238E27FC236}">
                <a16:creationId xmlns:a16="http://schemas.microsoft.com/office/drawing/2014/main" id="{50444248-408B-4052-8B56-17F469F98EA1}"/>
              </a:ext>
            </a:extLst>
          </p:cNvPr>
          <p:cNvSpPr>
            <a:spLocks noGrp="1"/>
          </p:cNvSpPr>
          <p:nvPr>
            <p:ph type="ftr" sz="quarter" idx="12"/>
          </p:nvPr>
        </p:nvSpPr>
        <p:spPr/>
        <p:txBody>
          <a:bodyPr/>
          <a:lstStyle>
            <a:lvl1pPr>
              <a:defRPr b="0" i="0">
                <a:latin typeface="Amazon Ember Display" panose="020F0603020204020204" pitchFamily="34" charset="0"/>
              </a:defRPr>
            </a:lvl1pPr>
          </a:lstStyle>
          <a:p>
            <a:endParaRPr lang="en-US" dirty="0"/>
          </a:p>
        </p:txBody>
      </p:sp>
      <p:sp>
        <p:nvSpPr>
          <p:cNvPr id="6" name="Slide Number Placeholder 5">
            <a:extLst>
              <a:ext uri="{FF2B5EF4-FFF2-40B4-BE49-F238E27FC236}">
                <a16:creationId xmlns:a16="http://schemas.microsoft.com/office/drawing/2014/main" id="{88178479-5E5D-4B94-9958-5C40D64BED65}"/>
              </a:ext>
            </a:extLst>
          </p:cNvPr>
          <p:cNvSpPr>
            <a:spLocks noGrp="1"/>
          </p:cNvSpPr>
          <p:nvPr>
            <p:ph type="sldNum" sz="quarter" idx="13"/>
          </p:nvPr>
        </p:nvSpPr>
        <p:spPr>
          <a:xfrm>
            <a:off x="9113836" y="6200775"/>
            <a:ext cx="2743200" cy="365125"/>
          </a:xfrm>
          <a:prstGeom prst="rect">
            <a:avLst/>
          </a:prstGeom>
        </p:spPr>
        <p:txBody>
          <a:bodyPr/>
          <a:lstStyle>
            <a:lvl1pPr>
              <a:defRPr b="0" i="0">
                <a:latin typeface="Amazon Ember Display" panose="020F0603020204020204" pitchFamily="34" charset="0"/>
              </a:defRPr>
            </a:lvl1pPr>
          </a:lstStyle>
          <a:p>
            <a:fld id="{EB4B8DE2-A4E8-46E4-8BBF-D75455EFF32C}" type="slidenum">
              <a:rPr lang="en-US" smtClean="0"/>
              <a:pPr/>
              <a:t>‹#›</a:t>
            </a:fld>
            <a:endParaRPr lang="en-US" dirty="0"/>
          </a:p>
        </p:txBody>
      </p:sp>
      <p:sp>
        <p:nvSpPr>
          <p:cNvPr id="7" name="タイトル 6">
            <a:extLst>
              <a:ext uri="{FF2B5EF4-FFF2-40B4-BE49-F238E27FC236}">
                <a16:creationId xmlns:a16="http://schemas.microsoft.com/office/drawing/2014/main" id="{ADA10BAA-117E-4979-BFDE-E8E27E25E879}"/>
              </a:ext>
            </a:extLst>
          </p:cNvPr>
          <p:cNvSpPr>
            <a:spLocks noGrp="1"/>
          </p:cNvSpPr>
          <p:nvPr>
            <p:ph type="title"/>
          </p:nvPr>
        </p:nvSpPr>
        <p:spPr/>
        <p:txBody>
          <a:bodyPr/>
          <a:lstStyle/>
          <a:p>
            <a:r>
              <a:rPr kumimoji="1" lang="ja-JP" altLang="en-US"/>
              <a:t>マスター タイトルの書式設定</a:t>
            </a:r>
          </a:p>
        </p:txBody>
      </p:sp>
    </p:spTree>
    <p:extLst>
      <p:ext uri="{BB962C8B-B14F-4D97-AF65-F5344CB8AC3E}">
        <p14:creationId xmlns:p14="http://schemas.microsoft.com/office/powerpoint/2010/main" val="9225091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840">
          <p15:clr>
            <a:srgbClr val="9FCC3B"/>
          </p15:clr>
        </p15:guide>
      </p15:sldGuideLst>
    </p:ext>
  </p:extLst>
</p:sldLayout>
</file>

<file path=ppt/slideLayouts/slideLayout8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F86B726-34C0-4C1C-A252-97930DC77EE4}"/>
              </a:ext>
            </a:extLst>
          </p:cNvPr>
          <p:cNvSpPr>
            <a:spLocks noGrp="1"/>
          </p:cNvSpPr>
          <p:nvPr>
            <p:ph type="dt" sz="half" idx="10"/>
          </p:nvPr>
        </p:nvSpPr>
        <p:spPr/>
        <p:txBody>
          <a:bodyPr/>
          <a:lstStyle>
            <a:lvl1pPr>
              <a:defRPr b="0" i="0">
                <a:latin typeface="Amazon Ember Display" panose="020F0603020204020204" pitchFamily="34" charset="0"/>
              </a:defRPr>
            </a:lvl1pPr>
          </a:lstStyle>
          <a:p>
            <a:fld id="{3CB21609-CF88-DC48-B710-DBB231966AD5}" type="datetime1">
              <a:rPr lang="ja-JP" altLang="en-US" smtClean="0"/>
              <a:t>2026/1/26</a:t>
            </a:fld>
            <a:endParaRPr lang="en-US" dirty="0"/>
          </a:p>
        </p:txBody>
      </p:sp>
      <p:sp>
        <p:nvSpPr>
          <p:cNvPr id="3" name="Footer Placeholder 2">
            <a:extLst>
              <a:ext uri="{FF2B5EF4-FFF2-40B4-BE49-F238E27FC236}">
                <a16:creationId xmlns:a16="http://schemas.microsoft.com/office/drawing/2014/main" id="{883103B0-BAC9-4248-BF05-F8F64F81D313}"/>
              </a:ext>
            </a:extLst>
          </p:cNvPr>
          <p:cNvSpPr>
            <a:spLocks noGrp="1"/>
          </p:cNvSpPr>
          <p:nvPr>
            <p:ph type="ftr" sz="quarter" idx="11"/>
          </p:nvPr>
        </p:nvSpPr>
        <p:spPr/>
        <p:txBody>
          <a:bodyPr/>
          <a:lstStyle>
            <a:lvl1pPr>
              <a:defRPr b="0" i="0">
                <a:latin typeface="Amazon Ember Display" panose="020F0603020204020204" pitchFamily="34" charset="0"/>
              </a:defRPr>
            </a:lvl1pPr>
          </a:lstStyle>
          <a:p>
            <a:endParaRPr lang="en-US" dirty="0"/>
          </a:p>
        </p:txBody>
      </p:sp>
      <p:sp>
        <p:nvSpPr>
          <p:cNvPr id="4" name="Slide Number Placeholder 3">
            <a:extLst>
              <a:ext uri="{FF2B5EF4-FFF2-40B4-BE49-F238E27FC236}">
                <a16:creationId xmlns:a16="http://schemas.microsoft.com/office/drawing/2014/main" id="{36BB167B-71A0-4735-93B6-5A034F89FE21}"/>
              </a:ext>
            </a:extLst>
          </p:cNvPr>
          <p:cNvSpPr>
            <a:spLocks noGrp="1"/>
          </p:cNvSpPr>
          <p:nvPr>
            <p:ph type="sldNum" sz="quarter" idx="12"/>
          </p:nvPr>
        </p:nvSpPr>
        <p:spPr>
          <a:xfrm>
            <a:off x="9113838" y="6200775"/>
            <a:ext cx="2743200" cy="365125"/>
          </a:xfrm>
          <a:prstGeom prst="rect">
            <a:avLst/>
          </a:prstGeom>
        </p:spPr>
        <p:txBody>
          <a:bodyPr/>
          <a:lstStyle>
            <a:lvl1pPr>
              <a:defRPr b="0" i="0">
                <a:latin typeface="Amazon Ember Display" panose="020F0603020204020204" pitchFamily="34" charset="0"/>
              </a:defRPr>
            </a:lvl1pPr>
          </a:lstStyle>
          <a:p>
            <a:fld id="{EB4B8DE2-A4E8-46E4-8BBF-D75455EFF32C}" type="slidenum">
              <a:rPr lang="en-US" smtClean="0"/>
              <a:pPr/>
              <a:t>‹#›</a:t>
            </a:fld>
            <a:endParaRPr lang="en-US" dirty="0"/>
          </a:p>
        </p:txBody>
      </p:sp>
    </p:spTree>
    <p:extLst>
      <p:ext uri="{BB962C8B-B14F-4D97-AF65-F5344CB8AC3E}">
        <p14:creationId xmlns:p14="http://schemas.microsoft.com/office/powerpoint/2010/main" val="13229841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4.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0BB02A07-9279-4389-95B8-CFF5307F9EBB}"/>
              </a:ext>
            </a:extLst>
          </p:cNvPr>
          <p:cNvSpPr>
            <a:spLocks noGrp="1"/>
          </p:cNvSpPr>
          <p:nvPr>
            <p:ph type="dt" sz="half" idx="10"/>
          </p:nvPr>
        </p:nvSpPr>
        <p:spPr/>
        <p:txBody>
          <a:bodyPr/>
          <a:lstStyle>
            <a:lvl1pPr>
              <a:defRPr b="0" i="0">
                <a:latin typeface="Amazon Ember Display" panose="020F0603020204020204" pitchFamily="34" charset="0"/>
              </a:defRPr>
            </a:lvl1pPr>
          </a:lstStyle>
          <a:p>
            <a:fld id="{415A2B24-26B8-4648-9042-50A206C571EE}" type="datetime1">
              <a:rPr lang="ja-JP" altLang="en-US" smtClean="0"/>
              <a:t>2026/1/26</a:t>
            </a:fld>
            <a:endParaRPr lang="en-US" dirty="0"/>
          </a:p>
        </p:txBody>
      </p:sp>
      <p:sp>
        <p:nvSpPr>
          <p:cNvPr id="5" name="Footer Placeholder 4">
            <a:extLst>
              <a:ext uri="{FF2B5EF4-FFF2-40B4-BE49-F238E27FC236}">
                <a16:creationId xmlns:a16="http://schemas.microsoft.com/office/drawing/2014/main" id="{5D24D072-A634-4E51-88E3-AFF4BBF53F8F}"/>
              </a:ext>
            </a:extLst>
          </p:cNvPr>
          <p:cNvSpPr>
            <a:spLocks noGrp="1"/>
          </p:cNvSpPr>
          <p:nvPr>
            <p:ph type="ftr" sz="quarter" idx="11"/>
          </p:nvPr>
        </p:nvSpPr>
        <p:spPr/>
        <p:txBody>
          <a:bodyPr/>
          <a:lstStyle>
            <a:lvl1pPr>
              <a:defRPr b="0" i="0">
                <a:latin typeface="Amazon Ember Display" panose="020F0603020204020204" pitchFamily="34" charset="0"/>
              </a:defRPr>
            </a:lvl1pPr>
          </a:lstStyle>
          <a:p>
            <a:endParaRPr lang="en-US" dirty="0"/>
          </a:p>
        </p:txBody>
      </p:sp>
      <p:sp>
        <p:nvSpPr>
          <p:cNvPr id="6" name="Slide Number Placeholder 5">
            <a:extLst>
              <a:ext uri="{FF2B5EF4-FFF2-40B4-BE49-F238E27FC236}">
                <a16:creationId xmlns:a16="http://schemas.microsoft.com/office/drawing/2014/main" id="{02391B74-659E-4EB1-8DB0-B962093F0B4C}"/>
              </a:ext>
            </a:extLst>
          </p:cNvPr>
          <p:cNvSpPr>
            <a:spLocks noGrp="1"/>
          </p:cNvSpPr>
          <p:nvPr>
            <p:ph type="sldNum" sz="quarter" idx="12"/>
          </p:nvPr>
        </p:nvSpPr>
        <p:spPr>
          <a:xfrm>
            <a:off x="9113838" y="6200775"/>
            <a:ext cx="2743200" cy="365125"/>
          </a:xfrm>
          <a:prstGeom prst="rect">
            <a:avLst/>
          </a:prstGeom>
        </p:spPr>
        <p:txBody>
          <a:bodyPr/>
          <a:lstStyle>
            <a:lvl1pPr>
              <a:defRPr b="0" i="0">
                <a:latin typeface="Amazon Ember Display" panose="020F0603020204020204" pitchFamily="34" charset="0"/>
              </a:defRPr>
            </a:lvl1pPr>
          </a:lstStyle>
          <a:p>
            <a:fld id="{EB4B8DE2-A4E8-46E4-8BBF-D75455EFF32C}" type="slidenum">
              <a:rPr lang="en-US" smtClean="0"/>
              <a:pPr/>
              <a:t>‹#›</a:t>
            </a:fld>
            <a:endParaRPr lang="en-US" dirty="0"/>
          </a:p>
        </p:txBody>
      </p:sp>
      <p:sp>
        <p:nvSpPr>
          <p:cNvPr id="7" name="タイトル 6">
            <a:extLst>
              <a:ext uri="{FF2B5EF4-FFF2-40B4-BE49-F238E27FC236}">
                <a16:creationId xmlns:a16="http://schemas.microsoft.com/office/drawing/2014/main" id="{C31057A0-1AB3-C59E-241E-58D9A94D4DFF}"/>
              </a:ext>
            </a:extLst>
          </p:cNvPr>
          <p:cNvSpPr>
            <a:spLocks noGrp="1"/>
          </p:cNvSpPr>
          <p:nvPr>
            <p:ph type="title"/>
          </p:nvPr>
        </p:nvSpPr>
        <p:spPr/>
        <p:txBody>
          <a:bodyPr/>
          <a:lstStyle/>
          <a:p>
            <a:r>
              <a:rPr kumimoji="1" lang="ja-JP" altLang="en-US"/>
              <a:t>マスター タイトルの書式設定</a:t>
            </a:r>
          </a:p>
        </p:txBody>
      </p:sp>
      <p:sp>
        <p:nvSpPr>
          <p:cNvPr id="12" name="Text Placeholder 2">
            <a:extLst>
              <a:ext uri="{FF2B5EF4-FFF2-40B4-BE49-F238E27FC236}">
                <a16:creationId xmlns:a16="http://schemas.microsoft.com/office/drawing/2014/main" id="{19982E9C-19F2-6D70-0138-2D7C09EA29A5}"/>
              </a:ext>
            </a:extLst>
          </p:cNvPr>
          <p:cNvSpPr>
            <a:spLocks noGrp="1"/>
          </p:cNvSpPr>
          <p:nvPr>
            <p:ph idx="1"/>
          </p:nvPr>
        </p:nvSpPr>
        <p:spPr>
          <a:xfrm>
            <a:off x="407987" y="1376363"/>
            <a:ext cx="11449049" cy="2062103"/>
          </a:xfrm>
          <a:prstGeom prst="rect">
            <a:avLst/>
          </a:prstGeom>
        </p:spPr>
        <p:txBody>
          <a:bodyPr vert="horz" wrap="square" lIns="0" tIns="45720" rIns="0" bIns="45720" rtlCol="0">
            <a:spAutoFit/>
          </a:bodyPr>
          <a:lstStyle>
            <a:lvl1pPr marL="0" indent="0">
              <a:buNone/>
              <a:defRPr/>
            </a:lvl1pPr>
            <a:lvl2pPr marL="280800" indent="0">
              <a:buNone/>
              <a:defRPr/>
            </a:lvl2pPr>
            <a:lvl3pPr marL="622800" indent="0">
              <a:buNone/>
              <a:defRPr/>
            </a:lvl3pPr>
            <a:lvl4pPr marL="795600" indent="0">
              <a:buNone/>
              <a:defRPr/>
            </a:lvl4pPr>
            <a:lvl5pPr marL="968400" indent="0">
              <a:buNone/>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5108612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5.xml><?xml version="1.0" encoding="utf-8"?>
<p:sldLayout xmlns:a="http://schemas.openxmlformats.org/drawingml/2006/main" xmlns:r="http://schemas.openxmlformats.org/officeDocument/2006/relationships" xmlns:p="http://schemas.openxmlformats.org/presentationml/2006/main" preserve="1" userDrawn="1">
  <p:cSld name="Title and Bulleted Content">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5428ABEB-87DF-4979-B8D5-38D09C158222}"/>
              </a:ext>
            </a:extLst>
          </p:cNvPr>
          <p:cNvSpPr>
            <a:spLocks noGrp="1"/>
          </p:cNvSpPr>
          <p:nvPr>
            <p:ph type="dt" sz="half" idx="10"/>
          </p:nvPr>
        </p:nvSpPr>
        <p:spPr/>
        <p:txBody>
          <a:bodyPr/>
          <a:lstStyle>
            <a:lvl1pPr>
              <a:defRPr b="0" i="0">
                <a:latin typeface="Amazon Ember Display" panose="020F0603020204020204" pitchFamily="34" charset="0"/>
              </a:defRPr>
            </a:lvl1pPr>
          </a:lstStyle>
          <a:p>
            <a:fld id="{BE3A9B1B-86FC-BA41-88F8-1EFDC287C6BE}" type="datetime1">
              <a:rPr lang="ja-JP" altLang="en-US" smtClean="0"/>
              <a:t>2026/1/26</a:t>
            </a:fld>
            <a:endParaRPr lang="en-US" dirty="0"/>
          </a:p>
        </p:txBody>
      </p:sp>
      <p:sp>
        <p:nvSpPr>
          <p:cNvPr id="5" name="Footer Placeholder 4">
            <a:extLst>
              <a:ext uri="{FF2B5EF4-FFF2-40B4-BE49-F238E27FC236}">
                <a16:creationId xmlns:a16="http://schemas.microsoft.com/office/drawing/2014/main" id="{B67DE3A9-1F3C-45F4-9F53-543C4B62D7F6}"/>
              </a:ext>
            </a:extLst>
          </p:cNvPr>
          <p:cNvSpPr>
            <a:spLocks noGrp="1"/>
          </p:cNvSpPr>
          <p:nvPr>
            <p:ph type="ftr" sz="quarter" idx="11"/>
          </p:nvPr>
        </p:nvSpPr>
        <p:spPr/>
        <p:txBody>
          <a:bodyPr/>
          <a:lstStyle>
            <a:lvl1pPr>
              <a:defRPr b="0" i="0">
                <a:latin typeface="Amazon Ember Display" panose="020F0603020204020204" pitchFamily="34" charset="0"/>
              </a:defRPr>
            </a:lvl1pPr>
          </a:lstStyle>
          <a:p>
            <a:endParaRPr lang="en-US" dirty="0"/>
          </a:p>
        </p:txBody>
      </p:sp>
      <p:sp>
        <p:nvSpPr>
          <p:cNvPr id="6" name="Slide Number Placeholder 5">
            <a:extLst>
              <a:ext uri="{FF2B5EF4-FFF2-40B4-BE49-F238E27FC236}">
                <a16:creationId xmlns:a16="http://schemas.microsoft.com/office/drawing/2014/main" id="{8827DE2B-5658-4ECD-9AB5-497E1D05E00C}"/>
              </a:ext>
            </a:extLst>
          </p:cNvPr>
          <p:cNvSpPr>
            <a:spLocks noGrp="1"/>
          </p:cNvSpPr>
          <p:nvPr>
            <p:ph type="sldNum" sz="quarter" idx="12"/>
          </p:nvPr>
        </p:nvSpPr>
        <p:spPr>
          <a:xfrm>
            <a:off x="9113836" y="6200775"/>
            <a:ext cx="2743200" cy="365125"/>
          </a:xfrm>
          <a:prstGeom prst="rect">
            <a:avLst/>
          </a:prstGeom>
        </p:spPr>
        <p:txBody>
          <a:bodyPr/>
          <a:lstStyle>
            <a:lvl1pPr>
              <a:defRPr b="0" i="0">
                <a:latin typeface="Amazon Ember Display" panose="020F0603020204020204" pitchFamily="34" charset="0"/>
              </a:defRPr>
            </a:lvl1pPr>
          </a:lstStyle>
          <a:p>
            <a:fld id="{EB4B8DE2-A4E8-46E4-8BBF-D75455EFF32C}" type="slidenum">
              <a:rPr lang="en-US" smtClean="0"/>
              <a:pPr/>
              <a:t>‹#›</a:t>
            </a:fld>
            <a:endParaRPr lang="en-US" dirty="0"/>
          </a:p>
        </p:txBody>
      </p:sp>
      <p:sp>
        <p:nvSpPr>
          <p:cNvPr id="7" name="Text Placeholder 2">
            <a:extLst>
              <a:ext uri="{FF2B5EF4-FFF2-40B4-BE49-F238E27FC236}">
                <a16:creationId xmlns:a16="http://schemas.microsoft.com/office/drawing/2014/main" id="{686EE66B-2848-D944-6D93-4D6603CDCBE1}"/>
              </a:ext>
            </a:extLst>
          </p:cNvPr>
          <p:cNvSpPr>
            <a:spLocks noGrp="1"/>
          </p:cNvSpPr>
          <p:nvPr>
            <p:ph idx="1"/>
          </p:nvPr>
        </p:nvSpPr>
        <p:spPr>
          <a:xfrm>
            <a:off x="407987" y="1376363"/>
            <a:ext cx="11449049" cy="2062103"/>
          </a:xfrm>
          <a:prstGeom prst="rect">
            <a:avLst/>
          </a:prstGeom>
        </p:spPr>
        <p:txBody>
          <a:bodyPr vert="horz" wrap="square" lIns="0" tIns="45720" rIns="0" bIns="45720" rtlCol="0">
            <a:sp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タイトル 7">
            <a:extLst>
              <a:ext uri="{FF2B5EF4-FFF2-40B4-BE49-F238E27FC236}">
                <a16:creationId xmlns:a16="http://schemas.microsoft.com/office/drawing/2014/main" id="{EC2E6AE7-4E53-3437-B370-670CC07AFEA1}"/>
              </a:ext>
            </a:extLst>
          </p:cNvPr>
          <p:cNvSpPr>
            <a:spLocks noGrp="1"/>
          </p:cNvSpPr>
          <p:nvPr>
            <p:ph type="title"/>
          </p:nvPr>
        </p:nvSpPr>
        <p:spPr/>
        <p:txBody>
          <a:bodyPr/>
          <a:lstStyle/>
          <a:p>
            <a:r>
              <a:rPr kumimoji="1" lang="ja-JP" altLang="en-US"/>
              <a:t>マスター タイトルの書式設定</a:t>
            </a:r>
          </a:p>
        </p:txBody>
      </p:sp>
    </p:spTree>
    <p:extLst>
      <p:ext uri="{BB962C8B-B14F-4D97-AF65-F5344CB8AC3E}">
        <p14:creationId xmlns:p14="http://schemas.microsoft.com/office/powerpoint/2010/main" val="5788172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6.xml><?xml version="1.0" encoding="utf-8"?>
<p:sldLayout xmlns:a="http://schemas.openxmlformats.org/drawingml/2006/main" xmlns:r="http://schemas.openxmlformats.org/officeDocument/2006/relationships" xmlns:p="http://schemas.openxmlformats.org/presentationml/2006/main" preserve="1" userDrawn="1">
  <p:cSld name="Title, Subtitle, and Content">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942CBB3C-A513-466E-B53F-E5E5781263EA}"/>
              </a:ext>
            </a:extLst>
          </p:cNvPr>
          <p:cNvSpPr>
            <a:spLocks noGrp="1"/>
          </p:cNvSpPr>
          <p:nvPr>
            <p:ph type="body" sz="quarter" idx="10" hasCustomPrompt="1"/>
          </p:nvPr>
        </p:nvSpPr>
        <p:spPr>
          <a:xfrm>
            <a:off x="407988" y="908050"/>
            <a:ext cx="11449050" cy="341632"/>
          </a:xfrm>
          <a:prstGeom prst="rect">
            <a:avLst/>
          </a:prstGeom>
        </p:spPr>
        <p:txBody>
          <a:bodyPr/>
          <a:lstStyle>
            <a:lvl1pPr marL="0" indent="0">
              <a:buNone/>
              <a:defRPr lang="en-US" sz="1800" b="0" i="0" kern="1200" cap="none" spc="0" baseline="0" dirty="0">
                <a:solidFill>
                  <a:schemeClr val="tx1"/>
                </a:solidFill>
                <a:latin typeface="Amazon Ember Display" panose="020F0603020204020204" pitchFamily="34" charset="0"/>
                <a:ea typeface="メイリオ" panose="020B0604030504040204" pitchFamily="34" charset="-128"/>
                <a:cs typeface="Amazon Ember Display" panose="020F0603020204020204" pitchFamily="34" charset="0"/>
              </a:defRPr>
            </a:lvl1pPr>
          </a:lstStyle>
          <a:p>
            <a:pPr marL="0" lvl="0" indent="0" algn="l" defTabSz="914400" rtl="0" eaLnBrk="1" latinLnBrk="0" hangingPunct="1">
              <a:lnSpc>
                <a:spcPct val="90000"/>
              </a:lnSpc>
              <a:spcBef>
                <a:spcPts val="1000"/>
              </a:spcBef>
              <a:buFont typeface="Arial" panose="020B0604020202020204" pitchFamily="34" charset="0"/>
              <a:buNone/>
            </a:pPr>
            <a:r>
              <a:rPr lang="en-US" dirty="0"/>
              <a:t>Enter subtitle</a:t>
            </a:r>
          </a:p>
        </p:txBody>
      </p:sp>
      <p:sp>
        <p:nvSpPr>
          <p:cNvPr id="4" name="Date Placeholder 3">
            <a:extLst>
              <a:ext uri="{FF2B5EF4-FFF2-40B4-BE49-F238E27FC236}">
                <a16:creationId xmlns:a16="http://schemas.microsoft.com/office/drawing/2014/main" id="{876D2500-AAFD-4464-92DE-45442731C6FD}"/>
              </a:ext>
            </a:extLst>
          </p:cNvPr>
          <p:cNvSpPr>
            <a:spLocks noGrp="1"/>
          </p:cNvSpPr>
          <p:nvPr>
            <p:ph type="dt" sz="half" idx="11"/>
          </p:nvPr>
        </p:nvSpPr>
        <p:spPr/>
        <p:txBody>
          <a:bodyPr/>
          <a:lstStyle>
            <a:lvl1pPr>
              <a:defRPr b="0" i="0">
                <a:latin typeface="Amazon Ember Display" panose="020F0603020204020204" pitchFamily="34" charset="0"/>
              </a:defRPr>
            </a:lvl1pPr>
          </a:lstStyle>
          <a:p>
            <a:fld id="{AE89B2AD-1A9F-4642-A665-85A18D2B0CB3}" type="datetime1">
              <a:rPr lang="ja-JP" altLang="en-US" smtClean="0"/>
              <a:t>2026/1/26</a:t>
            </a:fld>
            <a:endParaRPr lang="en-US" dirty="0"/>
          </a:p>
        </p:txBody>
      </p:sp>
      <p:sp>
        <p:nvSpPr>
          <p:cNvPr id="6" name="Footer Placeholder 5">
            <a:extLst>
              <a:ext uri="{FF2B5EF4-FFF2-40B4-BE49-F238E27FC236}">
                <a16:creationId xmlns:a16="http://schemas.microsoft.com/office/drawing/2014/main" id="{77A7C935-E20D-482F-89A5-4255E88216F0}"/>
              </a:ext>
            </a:extLst>
          </p:cNvPr>
          <p:cNvSpPr>
            <a:spLocks noGrp="1"/>
          </p:cNvSpPr>
          <p:nvPr>
            <p:ph type="ftr" sz="quarter" idx="12"/>
          </p:nvPr>
        </p:nvSpPr>
        <p:spPr/>
        <p:txBody>
          <a:bodyPr/>
          <a:lstStyle>
            <a:lvl1pPr>
              <a:defRPr b="0" i="0">
                <a:latin typeface="Amazon Ember Display" panose="020F0603020204020204" pitchFamily="34" charset="0"/>
              </a:defRPr>
            </a:lvl1pPr>
          </a:lstStyle>
          <a:p>
            <a:endParaRPr lang="en-US" dirty="0"/>
          </a:p>
        </p:txBody>
      </p:sp>
      <p:sp>
        <p:nvSpPr>
          <p:cNvPr id="7" name="Slide Number Placeholder 6">
            <a:extLst>
              <a:ext uri="{FF2B5EF4-FFF2-40B4-BE49-F238E27FC236}">
                <a16:creationId xmlns:a16="http://schemas.microsoft.com/office/drawing/2014/main" id="{0E19C1A1-91E5-46D2-97FB-94E48C63B96F}"/>
              </a:ext>
            </a:extLst>
          </p:cNvPr>
          <p:cNvSpPr>
            <a:spLocks noGrp="1"/>
          </p:cNvSpPr>
          <p:nvPr>
            <p:ph type="sldNum" sz="quarter" idx="13"/>
          </p:nvPr>
        </p:nvSpPr>
        <p:spPr>
          <a:xfrm>
            <a:off x="9113838" y="6200775"/>
            <a:ext cx="2743200" cy="365125"/>
          </a:xfrm>
          <a:prstGeom prst="rect">
            <a:avLst/>
          </a:prstGeom>
        </p:spPr>
        <p:txBody>
          <a:bodyPr/>
          <a:lstStyle>
            <a:lvl1pPr>
              <a:defRPr b="0" i="0">
                <a:latin typeface="Amazon Ember Display" panose="020F0603020204020204" pitchFamily="34" charset="0"/>
              </a:defRPr>
            </a:lvl1pPr>
          </a:lstStyle>
          <a:p>
            <a:fld id="{EB4B8DE2-A4E8-46E4-8BBF-D75455EFF32C}" type="slidenum">
              <a:rPr lang="en-US" smtClean="0"/>
              <a:pPr/>
              <a:t>‹#›</a:t>
            </a:fld>
            <a:endParaRPr lang="en-US" dirty="0"/>
          </a:p>
        </p:txBody>
      </p:sp>
      <p:sp>
        <p:nvSpPr>
          <p:cNvPr id="8" name="タイトル 7">
            <a:extLst>
              <a:ext uri="{FF2B5EF4-FFF2-40B4-BE49-F238E27FC236}">
                <a16:creationId xmlns:a16="http://schemas.microsoft.com/office/drawing/2014/main" id="{79CF8BD3-4747-45E7-9035-B453B69DED16}"/>
              </a:ext>
            </a:extLst>
          </p:cNvPr>
          <p:cNvSpPr>
            <a:spLocks noGrp="1"/>
          </p:cNvSpPr>
          <p:nvPr>
            <p:ph type="title"/>
          </p:nvPr>
        </p:nvSpPr>
        <p:spPr/>
        <p:txBody>
          <a:bodyPr/>
          <a:lstStyle/>
          <a:p>
            <a:r>
              <a:rPr kumimoji="1" lang="ja-JP" altLang="en-US"/>
              <a:t>マスター タイトルの書式設定</a:t>
            </a:r>
          </a:p>
        </p:txBody>
      </p:sp>
      <p:sp>
        <p:nvSpPr>
          <p:cNvPr id="9" name="Text Placeholder 2">
            <a:extLst>
              <a:ext uri="{FF2B5EF4-FFF2-40B4-BE49-F238E27FC236}">
                <a16:creationId xmlns:a16="http://schemas.microsoft.com/office/drawing/2014/main" id="{BC0D6F26-1F6E-303B-8F6E-60EEEF73F8E1}"/>
              </a:ext>
            </a:extLst>
          </p:cNvPr>
          <p:cNvSpPr>
            <a:spLocks noGrp="1"/>
          </p:cNvSpPr>
          <p:nvPr>
            <p:ph idx="1"/>
          </p:nvPr>
        </p:nvSpPr>
        <p:spPr>
          <a:xfrm>
            <a:off x="407987" y="1376363"/>
            <a:ext cx="11449049" cy="2062103"/>
          </a:xfrm>
          <a:prstGeom prst="rect">
            <a:avLst/>
          </a:prstGeom>
        </p:spPr>
        <p:txBody>
          <a:bodyPr vert="horz" wrap="square" lIns="0" tIns="45720" rIns="0" bIns="45720" rtlCol="0">
            <a:spAutoFit/>
          </a:bodyPr>
          <a:lstStyle>
            <a:lvl1pPr marL="0" indent="0">
              <a:buNone/>
              <a:defRPr/>
            </a:lvl1pPr>
            <a:lvl2pPr marL="280800" indent="0">
              <a:buNone/>
              <a:defRPr/>
            </a:lvl2pPr>
            <a:lvl3pPr marL="622800" indent="0">
              <a:buNone/>
              <a:defRPr/>
            </a:lvl3pPr>
            <a:lvl4pPr marL="795600" indent="0">
              <a:buNone/>
              <a:defRPr/>
            </a:lvl4pPr>
            <a:lvl5pPr marL="968400" indent="0">
              <a:buNone/>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9810573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840">
          <p15:clr>
            <a:srgbClr val="9FCC3B"/>
          </p15:clr>
        </p15:guide>
        <p15:guide id="2" orient="horz" pos="1128">
          <p15:clr>
            <a:srgbClr val="9FCC3B"/>
          </p15:clr>
        </p15:guide>
        <p15:guide id="3" orient="horz" pos="1344">
          <p15:clr>
            <a:srgbClr val="FBAE40"/>
          </p15:clr>
        </p15:guide>
      </p15:sldGuideLst>
    </p:ext>
  </p:extLst>
</p:sldLayout>
</file>

<file path=ppt/slideLayouts/slideLayout87.xml><?xml version="1.0" encoding="utf-8"?>
<p:sldLayout xmlns:a="http://schemas.openxmlformats.org/drawingml/2006/main" xmlns:r="http://schemas.openxmlformats.org/officeDocument/2006/relationships" xmlns:p="http://schemas.openxmlformats.org/presentationml/2006/main" preserve="1" userDrawn="1">
  <p:cSld name="Title, Subtitle, and Bulleted Content">
    <p:spTree>
      <p:nvGrpSpPr>
        <p:cNvPr id="1" name=""/>
        <p:cNvGrpSpPr/>
        <p:nvPr/>
      </p:nvGrpSpPr>
      <p:grpSpPr>
        <a:xfrm>
          <a:off x="0" y="0"/>
          <a:ext cx="0" cy="0"/>
          <a:chOff x="0" y="0"/>
          <a:chExt cx="0" cy="0"/>
        </a:xfrm>
      </p:grpSpPr>
      <p:sp>
        <p:nvSpPr>
          <p:cNvPr id="4" name="Text Placeholder 4">
            <a:extLst>
              <a:ext uri="{FF2B5EF4-FFF2-40B4-BE49-F238E27FC236}">
                <a16:creationId xmlns:a16="http://schemas.microsoft.com/office/drawing/2014/main" id="{C73DDF9C-7004-4F4E-8707-3F8553760CAE}"/>
              </a:ext>
            </a:extLst>
          </p:cNvPr>
          <p:cNvSpPr>
            <a:spLocks noGrp="1"/>
          </p:cNvSpPr>
          <p:nvPr>
            <p:ph type="body" sz="quarter" idx="10" hasCustomPrompt="1"/>
          </p:nvPr>
        </p:nvSpPr>
        <p:spPr>
          <a:xfrm>
            <a:off x="407987" y="908050"/>
            <a:ext cx="11449049" cy="348557"/>
          </a:xfrm>
          <a:prstGeom prst="rect">
            <a:avLst/>
          </a:prstGeom>
        </p:spPr>
        <p:txBody>
          <a:bodyPr/>
          <a:lstStyle>
            <a:lvl1pPr marL="0" indent="0">
              <a:buNone/>
              <a:defRPr lang="en-US" sz="1800" b="0" i="0" kern="1200" cap="none" spc="0" baseline="0" dirty="0">
                <a:solidFill>
                  <a:schemeClr val="tx1"/>
                </a:solidFill>
                <a:latin typeface="Amazon Ember Display" panose="020F0603020204020204" pitchFamily="34" charset="0"/>
                <a:ea typeface="メイリオ" panose="020B0604030504040204" pitchFamily="34" charset="-128"/>
                <a:cs typeface="Amazon Ember Display" panose="020F0603020204020204" pitchFamily="34" charset="0"/>
              </a:defRPr>
            </a:lvl1pPr>
          </a:lstStyle>
          <a:p>
            <a:pPr marL="0" lvl="0" indent="0" algn="l" defTabSz="914400" rtl="0" eaLnBrk="1" latinLnBrk="0" hangingPunct="1">
              <a:lnSpc>
                <a:spcPct val="90000"/>
              </a:lnSpc>
              <a:spcBef>
                <a:spcPts val="1000"/>
              </a:spcBef>
              <a:buFont typeface="Arial" panose="020B0604020202020204" pitchFamily="34" charset="0"/>
              <a:buNone/>
            </a:pPr>
            <a:r>
              <a:rPr lang="en-US" dirty="0"/>
              <a:t>Enter subtitle</a:t>
            </a:r>
          </a:p>
        </p:txBody>
      </p:sp>
      <p:sp>
        <p:nvSpPr>
          <p:cNvPr id="5" name="Date Placeholder 4">
            <a:extLst>
              <a:ext uri="{FF2B5EF4-FFF2-40B4-BE49-F238E27FC236}">
                <a16:creationId xmlns:a16="http://schemas.microsoft.com/office/drawing/2014/main" id="{91E9B8C3-36CA-4A97-B3FF-2FCDD97E1A02}"/>
              </a:ext>
            </a:extLst>
          </p:cNvPr>
          <p:cNvSpPr>
            <a:spLocks noGrp="1"/>
          </p:cNvSpPr>
          <p:nvPr>
            <p:ph type="dt" sz="half" idx="11"/>
          </p:nvPr>
        </p:nvSpPr>
        <p:spPr/>
        <p:txBody>
          <a:bodyPr/>
          <a:lstStyle>
            <a:lvl1pPr>
              <a:defRPr b="0" i="0">
                <a:latin typeface="Amazon Ember Display" panose="020F0603020204020204" pitchFamily="34" charset="0"/>
              </a:defRPr>
            </a:lvl1pPr>
          </a:lstStyle>
          <a:p>
            <a:fld id="{03D63874-F76B-5B40-AC37-596BEC099768}" type="datetime1">
              <a:rPr lang="ja-JP" altLang="en-US" smtClean="0"/>
              <a:t>2026/1/26</a:t>
            </a:fld>
            <a:endParaRPr lang="en-US" dirty="0"/>
          </a:p>
        </p:txBody>
      </p:sp>
      <p:sp>
        <p:nvSpPr>
          <p:cNvPr id="6" name="Footer Placeholder 5">
            <a:extLst>
              <a:ext uri="{FF2B5EF4-FFF2-40B4-BE49-F238E27FC236}">
                <a16:creationId xmlns:a16="http://schemas.microsoft.com/office/drawing/2014/main" id="{9AEEE534-0361-47D3-8F92-2D7522A226D4}"/>
              </a:ext>
            </a:extLst>
          </p:cNvPr>
          <p:cNvSpPr>
            <a:spLocks noGrp="1"/>
          </p:cNvSpPr>
          <p:nvPr>
            <p:ph type="ftr" sz="quarter" idx="12"/>
          </p:nvPr>
        </p:nvSpPr>
        <p:spPr/>
        <p:txBody>
          <a:bodyPr/>
          <a:lstStyle>
            <a:lvl1pPr>
              <a:defRPr b="0" i="0">
                <a:latin typeface="Amazon Ember Display" panose="020F0603020204020204" pitchFamily="34" charset="0"/>
              </a:defRPr>
            </a:lvl1pPr>
          </a:lstStyle>
          <a:p>
            <a:endParaRPr lang="en-US" dirty="0"/>
          </a:p>
        </p:txBody>
      </p:sp>
      <p:sp>
        <p:nvSpPr>
          <p:cNvPr id="7" name="Slide Number Placeholder 6">
            <a:extLst>
              <a:ext uri="{FF2B5EF4-FFF2-40B4-BE49-F238E27FC236}">
                <a16:creationId xmlns:a16="http://schemas.microsoft.com/office/drawing/2014/main" id="{A34270F7-2BCA-4119-8F34-BD17AB29E14B}"/>
              </a:ext>
            </a:extLst>
          </p:cNvPr>
          <p:cNvSpPr>
            <a:spLocks noGrp="1"/>
          </p:cNvSpPr>
          <p:nvPr>
            <p:ph type="sldNum" sz="quarter" idx="13"/>
          </p:nvPr>
        </p:nvSpPr>
        <p:spPr>
          <a:xfrm>
            <a:off x="9113838" y="6200775"/>
            <a:ext cx="2743200" cy="365125"/>
          </a:xfrm>
          <a:prstGeom prst="rect">
            <a:avLst/>
          </a:prstGeom>
        </p:spPr>
        <p:txBody>
          <a:bodyPr/>
          <a:lstStyle>
            <a:lvl1pPr>
              <a:defRPr b="0" i="0">
                <a:latin typeface="Amazon Ember Display" panose="020F0603020204020204" pitchFamily="34" charset="0"/>
              </a:defRPr>
            </a:lvl1pPr>
          </a:lstStyle>
          <a:p>
            <a:fld id="{EB4B8DE2-A4E8-46E4-8BBF-D75455EFF32C}" type="slidenum">
              <a:rPr lang="en-US" smtClean="0"/>
              <a:pPr/>
              <a:t>‹#›</a:t>
            </a:fld>
            <a:endParaRPr lang="en-US" dirty="0"/>
          </a:p>
        </p:txBody>
      </p:sp>
      <p:sp>
        <p:nvSpPr>
          <p:cNvPr id="8" name="タイトル 7">
            <a:extLst>
              <a:ext uri="{FF2B5EF4-FFF2-40B4-BE49-F238E27FC236}">
                <a16:creationId xmlns:a16="http://schemas.microsoft.com/office/drawing/2014/main" id="{82D96D0B-FC4F-13BB-2291-BCF1E9CCD701}"/>
              </a:ext>
            </a:extLst>
          </p:cNvPr>
          <p:cNvSpPr>
            <a:spLocks noGrp="1"/>
          </p:cNvSpPr>
          <p:nvPr>
            <p:ph type="title"/>
          </p:nvPr>
        </p:nvSpPr>
        <p:spPr/>
        <p:txBody>
          <a:bodyPr/>
          <a:lstStyle/>
          <a:p>
            <a:r>
              <a:rPr kumimoji="1" lang="ja-JP" altLang="en-US"/>
              <a:t>マスター タイトルの書式設定</a:t>
            </a:r>
          </a:p>
        </p:txBody>
      </p:sp>
      <p:sp>
        <p:nvSpPr>
          <p:cNvPr id="9" name="Text Placeholder 2">
            <a:extLst>
              <a:ext uri="{FF2B5EF4-FFF2-40B4-BE49-F238E27FC236}">
                <a16:creationId xmlns:a16="http://schemas.microsoft.com/office/drawing/2014/main" id="{6F72CEEE-691B-A069-607E-E47BAA3CB775}"/>
              </a:ext>
            </a:extLst>
          </p:cNvPr>
          <p:cNvSpPr>
            <a:spLocks noGrp="1"/>
          </p:cNvSpPr>
          <p:nvPr>
            <p:ph idx="1"/>
          </p:nvPr>
        </p:nvSpPr>
        <p:spPr>
          <a:xfrm>
            <a:off x="407987" y="1376363"/>
            <a:ext cx="11449049" cy="2062103"/>
          </a:xfrm>
          <a:prstGeom prst="rect">
            <a:avLst/>
          </a:prstGeom>
        </p:spPr>
        <p:txBody>
          <a:bodyPr vert="horz" wrap="square" lIns="0" tIns="45720" rIns="0" bIns="45720" rtlCol="0">
            <a:sp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1701795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840">
          <p15:clr>
            <a:srgbClr val="9FCC3B"/>
          </p15:clr>
        </p15:guide>
        <p15:guide id="2" orient="horz" pos="1128">
          <p15:clr>
            <a:srgbClr val="9FCC3B"/>
          </p15:clr>
        </p15:guide>
        <p15:guide id="3" orient="horz" pos="1248">
          <p15:clr>
            <a:srgbClr val="FBAE40"/>
          </p15:clr>
        </p15:guide>
      </p15:sldGuideLst>
    </p:ext>
  </p:extLst>
</p:sldLayout>
</file>

<file path=ppt/slideLayouts/slideLayout88.xml><?xml version="1.0" encoding="utf-8"?>
<p:sldLayout xmlns:a="http://schemas.openxmlformats.org/drawingml/2006/main" xmlns:r="http://schemas.openxmlformats.org/officeDocument/2006/relationships" xmlns:p="http://schemas.openxmlformats.org/presentationml/2006/main" preserve="1" userDrawn="1">
  <p:cSld name="Title, Content, and Image">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BC03484E-63E1-C65B-B9E9-64BEBDE8D895}"/>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4" name="Date Placeholder 3">
            <a:extLst>
              <a:ext uri="{FF2B5EF4-FFF2-40B4-BE49-F238E27FC236}">
                <a16:creationId xmlns:a16="http://schemas.microsoft.com/office/drawing/2014/main" id="{FC3FE715-EC87-4B8E-9C5A-5A9D588BB97F}"/>
              </a:ext>
            </a:extLst>
          </p:cNvPr>
          <p:cNvSpPr>
            <a:spLocks noGrp="1"/>
          </p:cNvSpPr>
          <p:nvPr>
            <p:ph type="dt" sz="half" idx="11"/>
          </p:nvPr>
        </p:nvSpPr>
        <p:spPr/>
        <p:txBody>
          <a:bodyPr/>
          <a:lstStyle>
            <a:lvl1pPr>
              <a:defRPr b="0" i="0">
                <a:latin typeface="Amazon Ember Display" panose="020F0603020204020204" pitchFamily="34" charset="0"/>
              </a:defRPr>
            </a:lvl1pPr>
          </a:lstStyle>
          <a:p>
            <a:fld id="{EDB45889-823C-9049-A786-464C47C402A8}" type="datetime1">
              <a:rPr lang="ja-JP" altLang="en-US" smtClean="0"/>
              <a:t>2026/1/26</a:t>
            </a:fld>
            <a:endParaRPr lang="en-US" dirty="0"/>
          </a:p>
        </p:txBody>
      </p:sp>
      <p:sp>
        <p:nvSpPr>
          <p:cNvPr id="6" name="Footer Placeholder 5">
            <a:extLst>
              <a:ext uri="{FF2B5EF4-FFF2-40B4-BE49-F238E27FC236}">
                <a16:creationId xmlns:a16="http://schemas.microsoft.com/office/drawing/2014/main" id="{18D5F6CD-847A-4EBE-9BAA-72269373CEED}"/>
              </a:ext>
            </a:extLst>
          </p:cNvPr>
          <p:cNvSpPr>
            <a:spLocks noGrp="1"/>
          </p:cNvSpPr>
          <p:nvPr>
            <p:ph type="ftr" sz="quarter" idx="12"/>
          </p:nvPr>
        </p:nvSpPr>
        <p:spPr/>
        <p:txBody>
          <a:bodyPr/>
          <a:lstStyle>
            <a:lvl1pPr>
              <a:defRPr b="0" i="0">
                <a:latin typeface="Amazon Ember Display" panose="020F0603020204020204" pitchFamily="34" charset="0"/>
              </a:defRPr>
            </a:lvl1pPr>
          </a:lstStyle>
          <a:p>
            <a:endParaRPr lang="en-US" dirty="0"/>
          </a:p>
        </p:txBody>
      </p:sp>
      <p:sp>
        <p:nvSpPr>
          <p:cNvPr id="7" name="Slide Number Placeholder 6">
            <a:extLst>
              <a:ext uri="{FF2B5EF4-FFF2-40B4-BE49-F238E27FC236}">
                <a16:creationId xmlns:a16="http://schemas.microsoft.com/office/drawing/2014/main" id="{E1C972F2-75D0-4C1D-B2C9-D4DDBBA7EBAC}"/>
              </a:ext>
            </a:extLst>
          </p:cNvPr>
          <p:cNvSpPr>
            <a:spLocks noGrp="1"/>
          </p:cNvSpPr>
          <p:nvPr>
            <p:ph type="sldNum" sz="quarter" idx="13"/>
          </p:nvPr>
        </p:nvSpPr>
        <p:spPr>
          <a:xfrm>
            <a:off x="9113838" y="6207250"/>
            <a:ext cx="2743200" cy="365125"/>
          </a:xfrm>
          <a:prstGeom prst="rect">
            <a:avLst/>
          </a:prstGeom>
        </p:spPr>
        <p:txBody>
          <a:bodyPr/>
          <a:lstStyle>
            <a:lvl1pPr>
              <a:defRPr b="0" i="0">
                <a:latin typeface="Amazon Ember Display" panose="020F0603020204020204" pitchFamily="34" charset="0"/>
              </a:defRPr>
            </a:lvl1pPr>
          </a:lstStyle>
          <a:p>
            <a:fld id="{EB4B8DE2-A4E8-46E4-8BBF-D75455EFF32C}" type="slidenum">
              <a:rPr lang="en-US" smtClean="0"/>
              <a:pPr/>
              <a:t>‹#›</a:t>
            </a:fld>
            <a:endParaRPr lang="en-US" dirty="0"/>
          </a:p>
        </p:txBody>
      </p:sp>
      <p:sp>
        <p:nvSpPr>
          <p:cNvPr id="9" name="TextBox 8">
            <a:extLst>
              <a:ext uri="{FF2B5EF4-FFF2-40B4-BE49-F238E27FC236}">
                <a16:creationId xmlns:a16="http://schemas.microsoft.com/office/drawing/2014/main" id="{72F72762-FFD8-44A0-D0C3-72BB36D53F86}"/>
              </a:ext>
            </a:extLst>
          </p:cNvPr>
          <p:cNvSpPr txBox="1"/>
          <p:nvPr userDrawn="1"/>
        </p:nvSpPr>
        <p:spPr>
          <a:xfrm>
            <a:off x="1141084" y="6389813"/>
            <a:ext cx="2621230" cy="184666"/>
          </a:xfrm>
          <a:prstGeom prst="rect">
            <a:avLst/>
          </a:prstGeom>
          <a:noFill/>
        </p:spPr>
        <p:txBody>
          <a:bodyPr wrap="none" rtlCol="0">
            <a:spAutoFit/>
          </a:bodyPr>
          <a:lstStyle/>
          <a:p>
            <a:pPr algn="l"/>
            <a:r>
              <a:rPr lang="en-US" sz="600" b="0" i="0" dirty="0">
                <a:solidFill>
                  <a:schemeClr val="bg1"/>
                </a:solidFill>
                <a:latin typeface="Amazon Ember Display" panose="020F0603020204020204" pitchFamily="34" charset="0"/>
              </a:rPr>
              <a:t>© 2025, Amazon Web Services, Inc. or its affiliates. All rights reserved.</a:t>
            </a:r>
          </a:p>
        </p:txBody>
      </p:sp>
      <p:sp>
        <p:nvSpPr>
          <p:cNvPr id="5" name="タイトル 4">
            <a:extLst>
              <a:ext uri="{FF2B5EF4-FFF2-40B4-BE49-F238E27FC236}">
                <a16:creationId xmlns:a16="http://schemas.microsoft.com/office/drawing/2014/main" id="{57E7E48F-8CED-DA30-A663-FA0B625BC0FA}"/>
              </a:ext>
            </a:extLst>
          </p:cNvPr>
          <p:cNvSpPr>
            <a:spLocks noGrp="1"/>
          </p:cNvSpPr>
          <p:nvPr>
            <p:ph type="title"/>
          </p:nvPr>
        </p:nvSpPr>
        <p:spPr>
          <a:xfrm>
            <a:off x="407988" y="301169"/>
            <a:ext cx="5688012" cy="606882"/>
          </a:xfrm>
        </p:spPr>
        <p:txBody>
          <a:bodyPr/>
          <a:lstStyle>
            <a:lvl1pPr>
              <a:defRPr>
                <a:solidFill>
                  <a:schemeClr val="bg2"/>
                </a:solidFill>
              </a:defRPr>
            </a:lvl1pPr>
          </a:lstStyle>
          <a:p>
            <a:r>
              <a:rPr kumimoji="1" lang="ja-JP" altLang="en-US"/>
              <a:t>マスター タイトルの書式設定</a:t>
            </a:r>
          </a:p>
        </p:txBody>
      </p:sp>
      <p:sp>
        <p:nvSpPr>
          <p:cNvPr id="10" name="Text Placeholder 2">
            <a:extLst>
              <a:ext uri="{FF2B5EF4-FFF2-40B4-BE49-F238E27FC236}">
                <a16:creationId xmlns:a16="http://schemas.microsoft.com/office/drawing/2014/main" id="{1631EB7D-C298-96E0-692F-23148A2A7DFA}"/>
              </a:ext>
            </a:extLst>
          </p:cNvPr>
          <p:cNvSpPr>
            <a:spLocks noGrp="1"/>
          </p:cNvSpPr>
          <p:nvPr>
            <p:ph idx="1"/>
          </p:nvPr>
        </p:nvSpPr>
        <p:spPr>
          <a:xfrm>
            <a:off x="407987" y="1376363"/>
            <a:ext cx="5688013" cy="2062103"/>
          </a:xfrm>
          <a:prstGeom prst="rect">
            <a:avLst/>
          </a:prstGeom>
        </p:spPr>
        <p:txBody>
          <a:bodyPr vert="horz" wrap="square" lIns="0" tIns="45720" rIns="0" bIns="45720" rtlCol="0">
            <a:spAutoFit/>
          </a:bodyPr>
          <a:lstStyle>
            <a:lvl1pPr marL="0" indent="0">
              <a:buNone/>
              <a:defRPr>
                <a:solidFill>
                  <a:schemeClr val="bg2"/>
                </a:solidFill>
              </a:defRPr>
            </a:lvl1pPr>
            <a:lvl2pPr marL="280800" indent="0">
              <a:buNone/>
              <a:defRPr>
                <a:solidFill>
                  <a:schemeClr val="bg2"/>
                </a:solidFill>
              </a:defRPr>
            </a:lvl2pPr>
            <a:lvl3pPr marL="622800" indent="0">
              <a:buNone/>
              <a:defRPr>
                <a:solidFill>
                  <a:schemeClr val="bg2"/>
                </a:solidFill>
              </a:defRPr>
            </a:lvl3pPr>
            <a:lvl4pPr marL="795600" indent="0">
              <a:buNone/>
              <a:defRPr>
                <a:solidFill>
                  <a:schemeClr val="bg2"/>
                </a:solidFill>
              </a:defRPr>
            </a:lvl4pPr>
            <a:lvl5pPr marL="968400" indent="0">
              <a:buNone/>
              <a:defRPr>
                <a:solidFill>
                  <a:schemeClr val="bg2"/>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592828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orient="horz" pos="1368">
          <p15:clr>
            <a:srgbClr val="FBAE40"/>
          </p15:clr>
        </p15:guide>
      </p15:sldGuideLst>
    </p:ext>
  </p:extLst>
</p:sldLayout>
</file>

<file path=ppt/slideLayouts/slideLayout89.xml><?xml version="1.0" encoding="utf-8"?>
<p:sldLayout xmlns:a="http://schemas.openxmlformats.org/drawingml/2006/main" xmlns:r="http://schemas.openxmlformats.org/officeDocument/2006/relationships" xmlns:p="http://schemas.openxmlformats.org/presentationml/2006/main" preserve="1" userDrawn="1">
  <p:cSld name="1_Title, Content, and Image">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C76996DA-5BE5-07A1-3E6B-5009A6B7A22F}"/>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4" name="Date Placeholder 3">
            <a:extLst>
              <a:ext uri="{FF2B5EF4-FFF2-40B4-BE49-F238E27FC236}">
                <a16:creationId xmlns:a16="http://schemas.microsoft.com/office/drawing/2014/main" id="{FC3FE715-EC87-4B8E-9C5A-5A9D588BB97F}"/>
              </a:ext>
            </a:extLst>
          </p:cNvPr>
          <p:cNvSpPr>
            <a:spLocks noGrp="1"/>
          </p:cNvSpPr>
          <p:nvPr>
            <p:ph type="dt" sz="half" idx="11"/>
          </p:nvPr>
        </p:nvSpPr>
        <p:spPr/>
        <p:txBody>
          <a:bodyPr/>
          <a:lstStyle>
            <a:lvl1pPr>
              <a:defRPr b="0" i="0">
                <a:latin typeface="Amazon Ember Display" panose="020F0603020204020204" pitchFamily="34" charset="0"/>
              </a:defRPr>
            </a:lvl1pPr>
          </a:lstStyle>
          <a:p>
            <a:fld id="{349BE496-7150-7040-92CE-8BB51C8F1C20}" type="datetime1">
              <a:rPr lang="ja-JP" altLang="en-US" smtClean="0"/>
              <a:t>2026/1/26</a:t>
            </a:fld>
            <a:endParaRPr lang="en-US" dirty="0"/>
          </a:p>
        </p:txBody>
      </p:sp>
      <p:sp>
        <p:nvSpPr>
          <p:cNvPr id="6" name="Footer Placeholder 5">
            <a:extLst>
              <a:ext uri="{FF2B5EF4-FFF2-40B4-BE49-F238E27FC236}">
                <a16:creationId xmlns:a16="http://schemas.microsoft.com/office/drawing/2014/main" id="{18D5F6CD-847A-4EBE-9BAA-72269373CEED}"/>
              </a:ext>
            </a:extLst>
          </p:cNvPr>
          <p:cNvSpPr>
            <a:spLocks noGrp="1"/>
          </p:cNvSpPr>
          <p:nvPr>
            <p:ph type="ftr" sz="quarter" idx="12"/>
          </p:nvPr>
        </p:nvSpPr>
        <p:spPr/>
        <p:txBody>
          <a:bodyPr/>
          <a:lstStyle>
            <a:lvl1pPr>
              <a:defRPr b="0" i="0">
                <a:latin typeface="Amazon Ember Display" panose="020F0603020204020204" pitchFamily="34" charset="0"/>
              </a:defRPr>
            </a:lvl1pPr>
          </a:lstStyle>
          <a:p>
            <a:endParaRPr lang="en-US" dirty="0"/>
          </a:p>
        </p:txBody>
      </p:sp>
      <p:sp>
        <p:nvSpPr>
          <p:cNvPr id="7" name="Slide Number Placeholder 6">
            <a:extLst>
              <a:ext uri="{FF2B5EF4-FFF2-40B4-BE49-F238E27FC236}">
                <a16:creationId xmlns:a16="http://schemas.microsoft.com/office/drawing/2014/main" id="{E1C972F2-75D0-4C1D-B2C9-D4DDBBA7EBAC}"/>
              </a:ext>
            </a:extLst>
          </p:cNvPr>
          <p:cNvSpPr>
            <a:spLocks noGrp="1"/>
          </p:cNvSpPr>
          <p:nvPr>
            <p:ph type="sldNum" sz="quarter" idx="13"/>
          </p:nvPr>
        </p:nvSpPr>
        <p:spPr>
          <a:xfrm>
            <a:off x="9113838" y="6207250"/>
            <a:ext cx="2743200" cy="365125"/>
          </a:xfrm>
          <a:prstGeom prst="rect">
            <a:avLst/>
          </a:prstGeom>
        </p:spPr>
        <p:txBody>
          <a:bodyPr/>
          <a:lstStyle>
            <a:lvl1pPr>
              <a:defRPr b="0" i="0">
                <a:latin typeface="Amazon Ember Display" panose="020F0603020204020204" pitchFamily="34" charset="0"/>
              </a:defRPr>
            </a:lvl1pPr>
          </a:lstStyle>
          <a:p>
            <a:fld id="{EB4B8DE2-A4E8-46E4-8BBF-D75455EFF32C}" type="slidenum">
              <a:rPr lang="en-US" smtClean="0"/>
              <a:pPr/>
              <a:t>‹#›</a:t>
            </a:fld>
            <a:endParaRPr lang="en-US" dirty="0"/>
          </a:p>
        </p:txBody>
      </p:sp>
      <p:sp>
        <p:nvSpPr>
          <p:cNvPr id="5" name="TextBox 4">
            <a:extLst>
              <a:ext uri="{FF2B5EF4-FFF2-40B4-BE49-F238E27FC236}">
                <a16:creationId xmlns:a16="http://schemas.microsoft.com/office/drawing/2014/main" id="{6E4A259B-C4CE-849A-F79A-9E5DAF81688F}"/>
              </a:ext>
            </a:extLst>
          </p:cNvPr>
          <p:cNvSpPr txBox="1"/>
          <p:nvPr userDrawn="1"/>
        </p:nvSpPr>
        <p:spPr>
          <a:xfrm>
            <a:off x="1141084" y="6389813"/>
            <a:ext cx="2621230" cy="184666"/>
          </a:xfrm>
          <a:prstGeom prst="rect">
            <a:avLst/>
          </a:prstGeom>
          <a:noFill/>
        </p:spPr>
        <p:txBody>
          <a:bodyPr wrap="none" rtlCol="0">
            <a:spAutoFit/>
          </a:bodyPr>
          <a:lstStyle/>
          <a:p>
            <a:pPr algn="l"/>
            <a:r>
              <a:rPr lang="en-US" sz="600" b="0" i="0" dirty="0">
                <a:solidFill>
                  <a:schemeClr val="tx2"/>
                </a:solidFill>
                <a:latin typeface="Amazon Ember Display" panose="020F0603020204020204" pitchFamily="34" charset="0"/>
              </a:rPr>
              <a:t>© 2025, Amazon Web Services, Inc. or its affiliates. All rights reserved.</a:t>
            </a:r>
          </a:p>
        </p:txBody>
      </p:sp>
      <p:pic>
        <p:nvPicPr>
          <p:cNvPr id="8" name="Picture 7">
            <a:extLst>
              <a:ext uri="{FF2B5EF4-FFF2-40B4-BE49-F238E27FC236}">
                <a16:creationId xmlns:a16="http://schemas.microsoft.com/office/drawing/2014/main" id="{01BD7AE4-AC04-819B-6BE0-5525488F82EE}"/>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595295" y="6338002"/>
            <a:ext cx="365760" cy="218830"/>
          </a:xfrm>
          <a:prstGeom prst="rect">
            <a:avLst/>
          </a:prstGeom>
        </p:spPr>
      </p:pic>
      <p:sp>
        <p:nvSpPr>
          <p:cNvPr id="9" name="タイトル 8">
            <a:extLst>
              <a:ext uri="{FF2B5EF4-FFF2-40B4-BE49-F238E27FC236}">
                <a16:creationId xmlns:a16="http://schemas.microsoft.com/office/drawing/2014/main" id="{46F19D8A-E887-E014-C86F-D070E93B06BA}"/>
              </a:ext>
            </a:extLst>
          </p:cNvPr>
          <p:cNvSpPr>
            <a:spLocks noGrp="1"/>
          </p:cNvSpPr>
          <p:nvPr>
            <p:ph type="title"/>
          </p:nvPr>
        </p:nvSpPr>
        <p:spPr>
          <a:xfrm>
            <a:off x="407988" y="301169"/>
            <a:ext cx="5688012" cy="606882"/>
          </a:xfrm>
        </p:spPr>
        <p:txBody>
          <a:bodyPr/>
          <a:lstStyle/>
          <a:p>
            <a:r>
              <a:rPr kumimoji="1" lang="ja-JP" altLang="en-US"/>
              <a:t>マスター タイトルの書式設定</a:t>
            </a:r>
          </a:p>
        </p:txBody>
      </p:sp>
      <p:sp>
        <p:nvSpPr>
          <p:cNvPr id="10" name="Text Placeholder 2">
            <a:extLst>
              <a:ext uri="{FF2B5EF4-FFF2-40B4-BE49-F238E27FC236}">
                <a16:creationId xmlns:a16="http://schemas.microsoft.com/office/drawing/2014/main" id="{A8AFD78A-195D-FA1B-706A-40BFA5DA401C}"/>
              </a:ext>
            </a:extLst>
          </p:cNvPr>
          <p:cNvSpPr>
            <a:spLocks noGrp="1"/>
          </p:cNvSpPr>
          <p:nvPr>
            <p:ph idx="1"/>
          </p:nvPr>
        </p:nvSpPr>
        <p:spPr>
          <a:xfrm>
            <a:off x="407987" y="1376363"/>
            <a:ext cx="5688013" cy="2062103"/>
          </a:xfrm>
          <a:prstGeom prst="rect">
            <a:avLst/>
          </a:prstGeom>
        </p:spPr>
        <p:txBody>
          <a:bodyPr vert="horz" wrap="square" lIns="0" tIns="45720" rIns="0" bIns="45720" rtlCol="0">
            <a:spAutoFit/>
          </a:bodyPr>
          <a:lstStyle>
            <a:lvl1pPr marL="0" indent="0">
              <a:buNone/>
              <a:defRPr/>
            </a:lvl1pPr>
            <a:lvl2pPr marL="280800" indent="0">
              <a:buNone/>
              <a:defRPr/>
            </a:lvl2pPr>
            <a:lvl3pPr marL="622800" indent="0">
              <a:buNone/>
              <a:defRPr/>
            </a:lvl3pPr>
            <a:lvl4pPr marL="795600" indent="0">
              <a:buNone/>
              <a:defRPr/>
            </a:lvl4pPr>
            <a:lvl5pPr marL="968400" indent="0">
              <a:buNone/>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5593328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orient="horz" pos="1368">
          <p15:clr>
            <a:srgbClr val="FBAE40"/>
          </p15:clr>
        </p15:guide>
      </p15:sldGuideLst>
    </p:ext>
  </p:extLst>
</p:sldLayout>
</file>

<file path=ppt/slideLayouts/slideLayout90.xml><?xml version="1.0" encoding="utf-8"?>
<p:sldLayout xmlns:a="http://schemas.openxmlformats.org/drawingml/2006/main" xmlns:r="http://schemas.openxmlformats.org/officeDocument/2006/relationships" xmlns:p="http://schemas.openxmlformats.org/presentationml/2006/main" preserve="1" userDrawn="1">
  <p:cSld name="Two Content">
    <p:bg>
      <p:bgPr>
        <a:solidFill>
          <a:srgbClr val="1A0033"/>
        </a:solidFill>
        <a:effectLst/>
      </p:bgPr>
    </p:bg>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F3A03B37-6F96-EEE5-6D3D-8FE6A854A474}"/>
              </a:ext>
            </a:extLst>
          </p:cNvPr>
          <p:cNvPicPr>
            <a:picLocks noChangeAspect="1"/>
          </p:cNvPicPr>
          <p:nvPr userDrawn="1"/>
        </p:nvPicPr>
        <p:blipFill>
          <a:blip r:embed="rId2">
            <a:extLst>
              <a:ext uri="{28A0092B-C50C-407E-A947-70E740481C1C}">
                <a14:useLocalDpi xmlns:a14="http://schemas.microsoft.com/office/drawing/2010/main" val="0"/>
              </a:ext>
            </a:extLst>
          </a:blip>
          <a:srcRect b="5055"/>
          <a:stretch/>
        </p:blipFill>
        <p:spPr>
          <a:xfrm>
            <a:off x="0" y="0"/>
            <a:ext cx="12192000" cy="6858000"/>
          </a:xfrm>
          <a:prstGeom prst="rect">
            <a:avLst/>
          </a:prstGeom>
        </p:spPr>
      </p:pic>
      <p:sp>
        <p:nvSpPr>
          <p:cNvPr id="5" name="Date Placeholder 4">
            <a:extLst>
              <a:ext uri="{FF2B5EF4-FFF2-40B4-BE49-F238E27FC236}">
                <a16:creationId xmlns:a16="http://schemas.microsoft.com/office/drawing/2014/main" id="{8B8530C4-DC55-4C62-84CC-692229E78516}"/>
              </a:ext>
            </a:extLst>
          </p:cNvPr>
          <p:cNvSpPr>
            <a:spLocks noGrp="1"/>
          </p:cNvSpPr>
          <p:nvPr>
            <p:ph type="dt" sz="half" idx="10"/>
          </p:nvPr>
        </p:nvSpPr>
        <p:spPr/>
        <p:txBody>
          <a:bodyPr/>
          <a:lstStyle>
            <a:lvl1pPr>
              <a:defRPr b="0" i="0">
                <a:latin typeface="Amazon Ember Display" panose="020F0603020204020204" pitchFamily="34" charset="0"/>
              </a:defRPr>
            </a:lvl1pPr>
          </a:lstStyle>
          <a:p>
            <a:fld id="{A036D7F5-5D5C-FF4D-9CB1-06C99CA5A111}" type="datetime1">
              <a:rPr lang="ja-JP" altLang="en-US" smtClean="0"/>
              <a:t>2026/1/26</a:t>
            </a:fld>
            <a:endParaRPr lang="en-US" dirty="0"/>
          </a:p>
        </p:txBody>
      </p:sp>
      <p:sp>
        <p:nvSpPr>
          <p:cNvPr id="6" name="Footer Placeholder 5">
            <a:extLst>
              <a:ext uri="{FF2B5EF4-FFF2-40B4-BE49-F238E27FC236}">
                <a16:creationId xmlns:a16="http://schemas.microsoft.com/office/drawing/2014/main" id="{A64B8C68-5C05-4F96-9FF2-B531F83A5392}"/>
              </a:ext>
            </a:extLst>
          </p:cNvPr>
          <p:cNvSpPr>
            <a:spLocks noGrp="1"/>
          </p:cNvSpPr>
          <p:nvPr>
            <p:ph type="ftr" sz="quarter" idx="11"/>
          </p:nvPr>
        </p:nvSpPr>
        <p:spPr/>
        <p:txBody>
          <a:bodyPr/>
          <a:lstStyle>
            <a:lvl1pPr>
              <a:defRPr b="0" i="0">
                <a:latin typeface="Amazon Ember Display" panose="020F0603020204020204" pitchFamily="34" charset="0"/>
              </a:defRPr>
            </a:lvl1pPr>
          </a:lstStyle>
          <a:p>
            <a:endParaRPr lang="en-US" dirty="0"/>
          </a:p>
        </p:txBody>
      </p:sp>
      <p:sp>
        <p:nvSpPr>
          <p:cNvPr id="7" name="Slide Number Placeholder 6">
            <a:extLst>
              <a:ext uri="{FF2B5EF4-FFF2-40B4-BE49-F238E27FC236}">
                <a16:creationId xmlns:a16="http://schemas.microsoft.com/office/drawing/2014/main" id="{A6B81369-2E97-4C0B-9762-D765E28372D1}"/>
              </a:ext>
            </a:extLst>
          </p:cNvPr>
          <p:cNvSpPr>
            <a:spLocks noGrp="1"/>
          </p:cNvSpPr>
          <p:nvPr>
            <p:ph type="sldNum" sz="quarter" idx="12"/>
          </p:nvPr>
        </p:nvSpPr>
        <p:spPr>
          <a:xfrm>
            <a:off x="9113838" y="6200775"/>
            <a:ext cx="2743200" cy="365125"/>
          </a:xfrm>
          <a:prstGeom prst="rect">
            <a:avLst/>
          </a:prstGeom>
        </p:spPr>
        <p:txBody>
          <a:bodyPr/>
          <a:lstStyle>
            <a:lvl1pPr>
              <a:defRPr b="0" i="0">
                <a:latin typeface="Amazon Ember Display" panose="020F0603020204020204" pitchFamily="34" charset="0"/>
              </a:defRPr>
            </a:lvl1pPr>
          </a:lstStyle>
          <a:p>
            <a:fld id="{EB4B8DE2-A4E8-46E4-8BBF-D75455EFF32C}" type="slidenum">
              <a:rPr lang="en-US" smtClean="0"/>
              <a:pPr/>
              <a:t>‹#›</a:t>
            </a:fld>
            <a:endParaRPr lang="en-US" dirty="0"/>
          </a:p>
        </p:txBody>
      </p:sp>
      <p:sp>
        <p:nvSpPr>
          <p:cNvPr id="10" name="タイトル 9">
            <a:extLst>
              <a:ext uri="{FF2B5EF4-FFF2-40B4-BE49-F238E27FC236}">
                <a16:creationId xmlns:a16="http://schemas.microsoft.com/office/drawing/2014/main" id="{13ABADDD-3FDA-6815-8E26-1CA4DF2DD9E3}"/>
              </a:ext>
            </a:extLst>
          </p:cNvPr>
          <p:cNvSpPr>
            <a:spLocks noGrp="1"/>
          </p:cNvSpPr>
          <p:nvPr>
            <p:ph type="title"/>
          </p:nvPr>
        </p:nvSpPr>
        <p:spPr/>
        <p:txBody>
          <a:bodyPr/>
          <a:lstStyle/>
          <a:p>
            <a:r>
              <a:rPr kumimoji="1" lang="ja-JP" altLang="en-US"/>
              <a:t>マスター タイトルの書式設定</a:t>
            </a:r>
          </a:p>
        </p:txBody>
      </p:sp>
      <p:sp>
        <p:nvSpPr>
          <p:cNvPr id="16" name="Text Placeholder 2">
            <a:extLst>
              <a:ext uri="{FF2B5EF4-FFF2-40B4-BE49-F238E27FC236}">
                <a16:creationId xmlns:a16="http://schemas.microsoft.com/office/drawing/2014/main" id="{15DF9F26-E509-12B9-5146-9CE3E8164A41}"/>
              </a:ext>
            </a:extLst>
          </p:cNvPr>
          <p:cNvSpPr>
            <a:spLocks noGrp="1"/>
          </p:cNvSpPr>
          <p:nvPr>
            <p:ph idx="1"/>
          </p:nvPr>
        </p:nvSpPr>
        <p:spPr>
          <a:xfrm>
            <a:off x="407988" y="1376363"/>
            <a:ext cx="5388656" cy="2062103"/>
          </a:xfrm>
          <a:prstGeom prst="rect">
            <a:avLst/>
          </a:prstGeom>
        </p:spPr>
        <p:txBody>
          <a:bodyPr vert="horz" wrap="square" lIns="0" tIns="45720" rIns="0" bIns="45720" rtlCol="0">
            <a:spAutoFit/>
          </a:bodyPr>
          <a:lstStyle>
            <a:lvl1pPr marL="0" indent="0">
              <a:buNone/>
              <a:defRPr/>
            </a:lvl1pPr>
            <a:lvl2pPr marL="280800" indent="0">
              <a:buNone/>
              <a:defRPr/>
            </a:lvl2pPr>
            <a:lvl3pPr marL="622800" indent="0">
              <a:buNone/>
              <a:defRPr/>
            </a:lvl3pPr>
            <a:lvl4pPr marL="795600" indent="0">
              <a:buNone/>
              <a:defRPr/>
            </a:lvl4pPr>
            <a:lvl5pPr marL="968400" indent="0">
              <a:buNone/>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Text Placeholder 2">
            <a:extLst>
              <a:ext uri="{FF2B5EF4-FFF2-40B4-BE49-F238E27FC236}">
                <a16:creationId xmlns:a16="http://schemas.microsoft.com/office/drawing/2014/main" id="{C404C1A4-B669-41B7-A8E3-142E256170B2}"/>
              </a:ext>
            </a:extLst>
          </p:cNvPr>
          <p:cNvSpPr>
            <a:spLocks noGrp="1"/>
          </p:cNvSpPr>
          <p:nvPr>
            <p:ph idx="13"/>
          </p:nvPr>
        </p:nvSpPr>
        <p:spPr>
          <a:xfrm>
            <a:off x="6114824" y="1376363"/>
            <a:ext cx="5388656" cy="2062103"/>
          </a:xfrm>
          <a:prstGeom prst="rect">
            <a:avLst/>
          </a:prstGeom>
        </p:spPr>
        <p:txBody>
          <a:bodyPr vert="horz" wrap="square" lIns="0" tIns="45720" rIns="0" bIns="45720" rtlCol="0">
            <a:spAutoFit/>
          </a:bodyPr>
          <a:lstStyle>
            <a:lvl1pPr marL="0" indent="0">
              <a:buNone/>
              <a:defRPr/>
            </a:lvl1pPr>
            <a:lvl2pPr marL="280800" indent="0">
              <a:buNone/>
              <a:defRPr/>
            </a:lvl2pPr>
            <a:lvl3pPr marL="622800" indent="0">
              <a:buNone/>
              <a:defRPr/>
            </a:lvl3pPr>
            <a:lvl4pPr marL="795600" indent="0">
              <a:buNone/>
              <a:defRPr/>
            </a:lvl4pPr>
            <a:lvl5pPr marL="968400" indent="0">
              <a:buNone/>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9770372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3840">
          <p15:clr>
            <a:srgbClr val="FBAE40"/>
          </p15:clr>
        </p15:guide>
        <p15:guide id="2" pos="3659" userDrawn="1">
          <p15:clr>
            <a:srgbClr val="FBAE40"/>
          </p15:clr>
        </p15:guide>
      </p15:sldGuideLst>
    </p:ext>
  </p:extLst>
</p:sldLayout>
</file>

<file path=ppt/slideLayouts/slideLayout91.xml><?xml version="1.0" encoding="utf-8"?>
<p:sldLayout xmlns:a="http://schemas.openxmlformats.org/drawingml/2006/main" xmlns:r="http://schemas.openxmlformats.org/officeDocument/2006/relationships" xmlns:p="http://schemas.openxmlformats.org/presentationml/2006/main" preserve="1" userDrawn="1">
  <p:cSld name="1_Two Content">
    <p:spTree>
      <p:nvGrpSpPr>
        <p:cNvPr id="1" name=""/>
        <p:cNvGrpSpPr/>
        <p:nvPr/>
      </p:nvGrpSpPr>
      <p:grpSpPr>
        <a:xfrm>
          <a:off x="0" y="0"/>
          <a:ext cx="0" cy="0"/>
          <a:chOff x="0" y="0"/>
          <a:chExt cx="0" cy="0"/>
        </a:xfrm>
      </p:grpSpPr>
      <p:sp>
        <p:nvSpPr>
          <p:cNvPr id="5" name="Date Placeholder 4">
            <a:extLst>
              <a:ext uri="{FF2B5EF4-FFF2-40B4-BE49-F238E27FC236}">
                <a16:creationId xmlns:a16="http://schemas.microsoft.com/office/drawing/2014/main" id="{8B8530C4-DC55-4C62-84CC-692229E78516}"/>
              </a:ext>
            </a:extLst>
          </p:cNvPr>
          <p:cNvSpPr>
            <a:spLocks noGrp="1"/>
          </p:cNvSpPr>
          <p:nvPr>
            <p:ph type="dt" sz="half" idx="10"/>
          </p:nvPr>
        </p:nvSpPr>
        <p:spPr/>
        <p:txBody>
          <a:bodyPr/>
          <a:lstStyle>
            <a:lvl1pPr>
              <a:defRPr b="0" i="0">
                <a:latin typeface="Amazon Ember Display" panose="020F0603020204020204" pitchFamily="34" charset="0"/>
              </a:defRPr>
            </a:lvl1pPr>
          </a:lstStyle>
          <a:p>
            <a:fld id="{DED8629C-8B33-8142-B1FC-1A430A80077E}" type="datetime1">
              <a:rPr lang="ja-JP" altLang="en-US" smtClean="0"/>
              <a:t>2026/1/26</a:t>
            </a:fld>
            <a:endParaRPr lang="en-US" dirty="0"/>
          </a:p>
        </p:txBody>
      </p:sp>
      <p:sp>
        <p:nvSpPr>
          <p:cNvPr id="6" name="Footer Placeholder 5">
            <a:extLst>
              <a:ext uri="{FF2B5EF4-FFF2-40B4-BE49-F238E27FC236}">
                <a16:creationId xmlns:a16="http://schemas.microsoft.com/office/drawing/2014/main" id="{A64B8C68-5C05-4F96-9FF2-B531F83A5392}"/>
              </a:ext>
            </a:extLst>
          </p:cNvPr>
          <p:cNvSpPr>
            <a:spLocks noGrp="1"/>
          </p:cNvSpPr>
          <p:nvPr>
            <p:ph type="ftr" sz="quarter" idx="11"/>
          </p:nvPr>
        </p:nvSpPr>
        <p:spPr/>
        <p:txBody>
          <a:bodyPr/>
          <a:lstStyle>
            <a:lvl1pPr>
              <a:defRPr b="0" i="0">
                <a:latin typeface="Amazon Ember Display" panose="020F0603020204020204" pitchFamily="34" charset="0"/>
              </a:defRPr>
            </a:lvl1pPr>
          </a:lstStyle>
          <a:p>
            <a:endParaRPr lang="en-US" dirty="0"/>
          </a:p>
        </p:txBody>
      </p:sp>
      <p:sp>
        <p:nvSpPr>
          <p:cNvPr id="7" name="Slide Number Placeholder 6">
            <a:extLst>
              <a:ext uri="{FF2B5EF4-FFF2-40B4-BE49-F238E27FC236}">
                <a16:creationId xmlns:a16="http://schemas.microsoft.com/office/drawing/2014/main" id="{A6B81369-2E97-4C0B-9762-D765E28372D1}"/>
              </a:ext>
            </a:extLst>
          </p:cNvPr>
          <p:cNvSpPr>
            <a:spLocks noGrp="1"/>
          </p:cNvSpPr>
          <p:nvPr>
            <p:ph type="sldNum" sz="quarter" idx="12"/>
          </p:nvPr>
        </p:nvSpPr>
        <p:spPr>
          <a:xfrm>
            <a:off x="9113838" y="6200775"/>
            <a:ext cx="2743200" cy="365125"/>
          </a:xfrm>
          <a:prstGeom prst="rect">
            <a:avLst/>
          </a:prstGeom>
        </p:spPr>
        <p:txBody>
          <a:bodyPr/>
          <a:lstStyle>
            <a:lvl1pPr>
              <a:defRPr b="0" i="0">
                <a:latin typeface="Amazon Ember Display" panose="020F0603020204020204" pitchFamily="34" charset="0"/>
              </a:defRPr>
            </a:lvl1pPr>
          </a:lstStyle>
          <a:p>
            <a:fld id="{EB4B8DE2-A4E8-46E4-8BBF-D75455EFF32C}" type="slidenum">
              <a:rPr lang="en-US" smtClean="0"/>
              <a:pPr/>
              <a:t>‹#›</a:t>
            </a:fld>
            <a:endParaRPr lang="en-US" dirty="0"/>
          </a:p>
        </p:txBody>
      </p:sp>
      <p:sp>
        <p:nvSpPr>
          <p:cNvPr id="8" name="タイトル 7">
            <a:extLst>
              <a:ext uri="{FF2B5EF4-FFF2-40B4-BE49-F238E27FC236}">
                <a16:creationId xmlns:a16="http://schemas.microsoft.com/office/drawing/2014/main" id="{7226B8BE-9776-94F9-CD61-BEE9797A6750}"/>
              </a:ext>
            </a:extLst>
          </p:cNvPr>
          <p:cNvSpPr>
            <a:spLocks noGrp="1"/>
          </p:cNvSpPr>
          <p:nvPr>
            <p:ph type="title"/>
          </p:nvPr>
        </p:nvSpPr>
        <p:spPr/>
        <p:txBody>
          <a:bodyPr/>
          <a:lstStyle/>
          <a:p>
            <a:r>
              <a:rPr kumimoji="1" lang="ja-JP" altLang="en-US"/>
              <a:t>マスター タイトルの書式設定</a:t>
            </a:r>
          </a:p>
        </p:txBody>
      </p:sp>
      <p:sp>
        <p:nvSpPr>
          <p:cNvPr id="14" name="Text Placeholder 2">
            <a:extLst>
              <a:ext uri="{FF2B5EF4-FFF2-40B4-BE49-F238E27FC236}">
                <a16:creationId xmlns:a16="http://schemas.microsoft.com/office/drawing/2014/main" id="{FB66E16B-77C8-BF2C-04D3-95892A6BEAC1}"/>
              </a:ext>
            </a:extLst>
          </p:cNvPr>
          <p:cNvSpPr>
            <a:spLocks noGrp="1"/>
          </p:cNvSpPr>
          <p:nvPr>
            <p:ph idx="1"/>
          </p:nvPr>
        </p:nvSpPr>
        <p:spPr>
          <a:xfrm>
            <a:off x="407987" y="1376363"/>
            <a:ext cx="5400675" cy="2062103"/>
          </a:xfrm>
          <a:prstGeom prst="rect">
            <a:avLst/>
          </a:prstGeom>
        </p:spPr>
        <p:txBody>
          <a:bodyPr vert="horz" wrap="square" lIns="0" tIns="45720" rIns="0" bIns="45720" rtlCol="0">
            <a:spAutoFit/>
          </a:bodyPr>
          <a:lstStyle>
            <a:lvl1pPr marL="0" indent="0">
              <a:buNone/>
              <a:defRPr/>
            </a:lvl1pPr>
            <a:lvl2pPr marL="280800" indent="0">
              <a:buNone/>
              <a:defRPr/>
            </a:lvl2pPr>
            <a:lvl3pPr marL="622800" indent="0">
              <a:buNone/>
              <a:defRPr/>
            </a:lvl3pPr>
            <a:lvl4pPr marL="795600" indent="0">
              <a:buNone/>
              <a:defRPr/>
            </a:lvl4pPr>
            <a:lvl5pPr marL="968400" indent="0">
              <a:buNone/>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5" name="Text Placeholder 2">
            <a:extLst>
              <a:ext uri="{FF2B5EF4-FFF2-40B4-BE49-F238E27FC236}">
                <a16:creationId xmlns:a16="http://schemas.microsoft.com/office/drawing/2014/main" id="{A8A81ED0-DEFD-6037-E96E-8F54567473E4}"/>
              </a:ext>
            </a:extLst>
          </p:cNvPr>
          <p:cNvSpPr>
            <a:spLocks noGrp="1"/>
          </p:cNvSpPr>
          <p:nvPr>
            <p:ph idx="13"/>
          </p:nvPr>
        </p:nvSpPr>
        <p:spPr>
          <a:xfrm>
            <a:off x="6096000" y="1376363"/>
            <a:ext cx="5400675" cy="2062103"/>
          </a:xfrm>
          <a:prstGeom prst="rect">
            <a:avLst/>
          </a:prstGeom>
        </p:spPr>
        <p:txBody>
          <a:bodyPr vert="horz" wrap="square" lIns="0" tIns="45720" rIns="0" bIns="45720" rtlCol="0">
            <a:spAutoFit/>
          </a:bodyPr>
          <a:lstStyle>
            <a:lvl1pPr marL="0" indent="0">
              <a:buNone/>
              <a:defRPr/>
            </a:lvl1pPr>
            <a:lvl2pPr marL="280800" indent="0">
              <a:buNone/>
              <a:defRPr/>
            </a:lvl2pPr>
            <a:lvl3pPr marL="622800" indent="0">
              <a:buNone/>
              <a:defRPr/>
            </a:lvl3pPr>
            <a:lvl4pPr marL="795600" indent="0">
              <a:buNone/>
              <a:defRPr/>
            </a:lvl4pPr>
            <a:lvl5pPr marL="968400" indent="0">
              <a:buNone/>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0824704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3840">
          <p15:clr>
            <a:srgbClr val="FBAE40"/>
          </p15:clr>
        </p15:guide>
        <p15:guide id="2" pos="3659" userDrawn="1">
          <p15:clr>
            <a:srgbClr val="FBAE40"/>
          </p15:clr>
        </p15:guide>
      </p15:sldGuideLst>
    </p:ext>
  </p:extLst>
</p:sldLayout>
</file>

<file path=ppt/slideLayouts/slideLayout92.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BC1CA65A-3F20-4CCD-AE7B-297E975BC0E8}"/>
              </a:ext>
            </a:extLst>
          </p:cNvPr>
          <p:cNvSpPr>
            <a:spLocks noGrp="1"/>
          </p:cNvSpPr>
          <p:nvPr>
            <p:ph type="body" idx="1" hasCustomPrompt="1"/>
          </p:nvPr>
        </p:nvSpPr>
        <p:spPr>
          <a:xfrm>
            <a:off x="407989" y="1381017"/>
            <a:ext cx="5248656" cy="400110"/>
          </a:xfrm>
          <a:prstGeom prst="rect">
            <a:avLst/>
          </a:prstGeom>
        </p:spPr>
        <p:txBody>
          <a:bodyPr anchor="t"/>
          <a:lstStyle>
            <a:lvl1pPr marL="0" indent="0">
              <a:buNone/>
              <a:defRPr sz="2000" b="0" i="0" baseline="0">
                <a:solidFill>
                  <a:schemeClr val="accent1"/>
                </a:solidFill>
                <a:latin typeface="Amazon Ember Display" panose="020F0603020204020204" pitchFamily="34" charset="0"/>
                <a:ea typeface="メイリオ" panose="020B0604030504040204" pitchFamily="34" charset="-128"/>
                <a:cs typeface="Amazon Ember Display" panose="020F0603020204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Enter heading here</a:t>
            </a:r>
          </a:p>
        </p:txBody>
      </p:sp>
      <p:sp>
        <p:nvSpPr>
          <p:cNvPr id="5" name="Text Placeholder 4">
            <a:extLst>
              <a:ext uri="{FF2B5EF4-FFF2-40B4-BE49-F238E27FC236}">
                <a16:creationId xmlns:a16="http://schemas.microsoft.com/office/drawing/2014/main" id="{7BCE1A54-1330-4A91-B63D-5CFA63F9FFDF}"/>
              </a:ext>
            </a:extLst>
          </p:cNvPr>
          <p:cNvSpPr>
            <a:spLocks noGrp="1"/>
          </p:cNvSpPr>
          <p:nvPr>
            <p:ph type="body" sz="quarter" idx="3" hasCustomPrompt="1"/>
          </p:nvPr>
        </p:nvSpPr>
        <p:spPr>
          <a:xfrm>
            <a:off x="6096000" y="1381017"/>
            <a:ext cx="5248656" cy="400110"/>
          </a:xfrm>
          <a:prstGeom prst="rect">
            <a:avLst/>
          </a:prstGeom>
        </p:spPr>
        <p:txBody>
          <a:bodyPr anchor="t"/>
          <a:lstStyle>
            <a:lvl1pPr marL="0" indent="0">
              <a:buNone/>
              <a:defRPr sz="2000" b="0" i="0" baseline="0">
                <a:solidFill>
                  <a:schemeClr val="accent1"/>
                </a:solidFill>
                <a:latin typeface="Amazon Ember Display" panose="020F0603020204020204" pitchFamily="34" charset="0"/>
                <a:ea typeface="メイリオ" panose="020B0604030504040204" pitchFamily="34" charset="-128"/>
                <a:cs typeface="Amazon Ember Display" panose="020F0603020204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Enter heading here</a:t>
            </a:r>
          </a:p>
        </p:txBody>
      </p:sp>
      <p:sp>
        <p:nvSpPr>
          <p:cNvPr id="7" name="Date Placeholder 6">
            <a:extLst>
              <a:ext uri="{FF2B5EF4-FFF2-40B4-BE49-F238E27FC236}">
                <a16:creationId xmlns:a16="http://schemas.microsoft.com/office/drawing/2014/main" id="{996D1DC3-FE4E-4BC2-8CA3-4ED12B138031}"/>
              </a:ext>
            </a:extLst>
          </p:cNvPr>
          <p:cNvSpPr>
            <a:spLocks noGrp="1"/>
          </p:cNvSpPr>
          <p:nvPr>
            <p:ph type="dt" sz="half" idx="10"/>
          </p:nvPr>
        </p:nvSpPr>
        <p:spPr/>
        <p:txBody>
          <a:bodyPr/>
          <a:lstStyle>
            <a:lvl1pPr>
              <a:defRPr b="0" i="0">
                <a:latin typeface="Amazon Ember Display" panose="020F0603020204020204" pitchFamily="34" charset="0"/>
              </a:defRPr>
            </a:lvl1pPr>
          </a:lstStyle>
          <a:p>
            <a:fld id="{B88BBC85-9043-DD49-A750-E4C4ED9352CF}" type="datetime1">
              <a:rPr lang="ja-JP" altLang="en-US" smtClean="0"/>
              <a:t>2026/1/26</a:t>
            </a:fld>
            <a:endParaRPr lang="en-US" dirty="0"/>
          </a:p>
        </p:txBody>
      </p:sp>
      <p:sp>
        <p:nvSpPr>
          <p:cNvPr id="8" name="Footer Placeholder 7">
            <a:extLst>
              <a:ext uri="{FF2B5EF4-FFF2-40B4-BE49-F238E27FC236}">
                <a16:creationId xmlns:a16="http://schemas.microsoft.com/office/drawing/2014/main" id="{E24AE993-84F9-4B17-BB98-5AAAFAF3EAE6}"/>
              </a:ext>
            </a:extLst>
          </p:cNvPr>
          <p:cNvSpPr>
            <a:spLocks noGrp="1"/>
          </p:cNvSpPr>
          <p:nvPr>
            <p:ph type="ftr" sz="quarter" idx="11"/>
          </p:nvPr>
        </p:nvSpPr>
        <p:spPr/>
        <p:txBody>
          <a:bodyPr/>
          <a:lstStyle>
            <a:lvl1pPr>
              <a:defRPr b="0" i="0">
                <a:latin typeface="Amazon Ember Display" panose="020F0603020204020204" pitchFamily="34" charset="0"/>
              </a:defRPr>
            </a:lvl1pPr>
          </a:lstStyle>
          <a:p>
            <a:endParaRPr lang="en-US" dirty="0"/>
          </a:p>
        </p:txBody>
      </p:sp>
      <p:sp>
        <p:nvSpPr>
          <p:cNvPr id="9" name="Slide Number Placeholder 8">
            <a:extLst>
              <a:ext uri="{FF2B5EF4-FFF2-40B4-BE49-F238E27FC236}">
                <a16:creationId xmlns:a16="http://schemas.microsoft.com/office/drawing/2014/main" id="{DE2CB0EC-BB93-4417-89BD-8704180EA225}"/>
              </a:ext>
            </a:extLst>
          </p:cNvPr>
          <p:cNvSpPr>
            <a:spLocks noGrp="1"/>
          </p:cNvSpPr>
          <p:nvPr>
            <p:ph type="sldNum" sz="quarter" idx="12"/>
          </p:nvPr>
        </p:nvSpPr>
        <p:spPr>
          <a:xfrm>
            <a:off x="9113838" y="6200775"/>
            <a:ext cx="2743200" cy="365125"/>
          </a:xfrm>
          <a:prstGeom prst="rect">
            <a:avLst/>
          </a:prstGeom>
        </p:spPr>
        <p:txBody>
          <a:bodyPr/>
          <a:lstStyle>
            <a:lvl1pPr>
              <a:defRPr b="0" i="0">
                <a:latin typeface="Amazon Ember Display" panose="020F0603020204020204" pitchFamily="34" charset="0"/>
              </a:defRPr>
            </a:lvl1pPr>
          </a:lstStyle>
          <a:p>
            <a:fld id="{EB4B8DE2-A4E8-46E4-8BBF-D75455EFF32C}" type="slidenum">
              <a:rPr lang="en-US" smtClean="0"/>
              <a:pPr/>
              <a:t>‹#›</a:t>
            </a:fld>
            <a:endParaRPr lang="en-US" dirty="0"/>
          </a:p>
        </p:txBody>
      </p:sp>
      <p:sp>
        <p:nvSpPr>
          <p:cNvPr id="12" name="Text Placeholder 2">
            <a:extLst>
              <a:ext uri="{FF2B5EF4-FFF2-40B4-BE49-F238E27FC236}">
                <a16:creationId xmlns:a16="http://schemas.microsoft.com/office/drawing/2014/main" id="{DEB6931D-781F-1217-A174-4A931C1A907C}"/>
              </a:ext>
            </a:extLst>
          </p:cNvPr>
          <p:cNvSpPr>
            <a:spLocks noGrp="1"/>
          </p:cNvSpPr>
          <p:nvPr>
            <p:ph idx="13"/>
          </p:nvPr>
        </p:nvSpPr>
        <p:spPr>
          <a:xfrm>
            <a:off x="407989" y="1758513"/>
            <a:ext cx="5248656" cy="2062103"/>
          </a:xfrm>
          <a:prstGeom prst="rect">
            <a:avLst/>
          </a:prstGeom>
        </p:spPr>
        <p:txBody>
          <a:bodyPr vert="horz" wrap="square" lIns="0" tIns="45720" rIns="0" bIns="45720" rtlCol="0">
            <a:spAutoFit/>
          </a:bodyPr>
          <a:lstStyle>
            <a:lvl1pPr marL="0" indent="0">
              <a:buNone/>
              <a:defRPr/>
            </a:lvl1pPr>
            <a:lvl2pPr marL="280800" indent="0">
              <a:buNone/>
              <a:defRPr/>
            </a:lvl2pPr>
            <a:lvl3pPr marL="622800" indent="0">
              <a:buNone/>
              <a:defRPr/>
            </a:lvl3pPr>
            <a:lvl4pPr marL="795600" indent="0">
              <a:buNone/>
              <a:defRPr/>
            </a:lvl4pPr>
            <a:lvl5pPr marL="968400" indent="0">
              <a:buNone/>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Text Placeholder 2">
            <a:extLst>
              <a:ext uri="{FF2B5EF4-FFF2-40B4-BE49-F238E27FC236}">
                <a16:creationId xmlns:a16="http://schemas.microsoft.com/office/drawing/2014/main" id="{7982431E-79C6-F17B-0542-A15E49E86186}"/>
              </a:ext>
            </a:extLst>
          </p:cNvPr>
          <p:cNvSpPr>
            <a:spLocks noGrp="1"/>
          </p:cNvSpPr>
          <p:nvPr>
            <p:ph idx="14"/>
          </p:nvPr>
        </p:nvSpPr>
        <p:spPr>
          <a:xfrm>
            <a:off x="6096000" y="1758513"/>
            <a:ext cx="5248656" cy="2062103"/>
          </a:xfrm>
          <a:prstGeom prst="rect">
            <a:avLst/>
          </a:prstGeom>
        </p:spPr>
        <p:txBody>
          <a:bodyPr vert="horz" wrap="square" lIns="0" tIns="45720" rIns="0" bIns="45720" rtlCol="0">
            <a:spAutoFit/>
          </a:bodyPr>
          <a:lstStyle>
            <a:lvl1pPr marL="0" indent="0">
              <a:buNone/>
              <a:defRPr/>
            </a:lvl1pPr>
            <a:lvl2pPr marL="280800" indent="0">
              <a:buNone/>
              <a:defRPr/>
            </a:lvl2pPr>
            <a:lvl3pPr marL="622800" indent="0">
              <a:buNone/>
              <a:defRPr/>
            </a:lvl3pPr>
            <a:lvl4pPr marL="795600" indent="0">
              <a:buNone/>
              <a:defRPr/>
            </a:lvl4pPr>
            <a:lvl5pPr marL="968400" indent="0">
              <a:buNone/>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4" name="タイトル 13">
            <a:extLst>
              <a:ext uri="{FF2B5EF4-FFF2-40B4-BE49-F238E27FC236}">
                <a16:creationId xmlns:a16="http://schemas.microsoft.com/office/drawing/2014/main" id="{5A6254EA-6D54-281F-3216-6E14BE58A2F2}"/>
              </a:ext>
            </a:extLst>
          </p:cNvPr>
          <p:cNvSpPr>
            <a:spLocks noGrp="1"/>
          </p:cNvSpPr>
          <p:nvPr>
            <p:ph type="title"/>
          </p:nvPr>
        </p:nvSpPr>
        <p:spPr/>
        <p:txBody>
          <a:bodyPr/>
          <a:lstStyle/>
          <a:p>
            <a:r>
              <a:rPr kumimoji="1" lang="ja-JP" altLang="en-US"/>
              <a:t>マスター タイトルの書式設定</a:t>
            </a:r>
          </a:p>
        </p:txBody>
      </p:sp>
    </p:spTree>
    <p:extLst>
      <p:ext uri="{BB962C8B-B14F-4D97-AF65-F5344CB8AC3E}">
        <p14:creationId xmlns:p14="http://schemas.microsoft.com/office/powerpoint/2010/main" val="42164184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344">
          <p15:clr>
            <a:srgbClr val="FBAE40"/>
          </p15:clr>
        </p15:guide>
      </p15:sldGuideLst>
    </p:ext>
  </p:extLst>
</p:sldLayout>
</file>

<file path=ppt/slideLayouts/slideLayout93.xml><?xml version="1.0" encoding="utf-8"?>
<p:sldLayout xmlns:a="http://schemas.openxmlformats.org/drawingml/2006/main" xmlns:r="http://schemas.openxmlformats.org/officeDocument/2006/relationships" xmlns:p="http://schemas.openxmlformats.org/presentationml/2006/main" preserve="1" userDrawn="1">
  <p:cSld name="Three column with subheadings">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BC1CA65A-3F20-4CCD-AE7B-297E975BC0E8}"/>
              </a:ext>
            </a:extLst>
          </p:cNvPr>
          <p:cNvSpPr>
            <a:spLocks noGrp="1"/>
          </p:cNvSpPr>
          <p:nvPr>
            <p:ph type="body" idx="1" hasCustomPrompt="1"/>
          </p:nvPr>
        </p:nvSpPr>
        <p:spPr>
          <a:xfrm>
            <a:off x="609599" y="1376363"/>
            <a:ext cx="3483864" cy="400110"/>
          </a:xfrm>
          <a:prstGeom prst="rect">
            <a:avLst/>
          </a:prstGeom>
        </p:spPr>
        <p:txBody>
          <a:bodyPr anchor="t"/>
          <a:lstStyle>
            <a:lvl1pPr marL="0" indent="0">
              <a:buNone/>
              <a:defRPr sz="2000" b="0" i="0" baseline="0">
                <a:solidFill>
                  <a:schemeClr val="accent1"/>
                </a:solidFill>
                <a:latin typeface="Amazon Ember Display" panose="020F0603020204020204" pitchFamily="34" charset="0"/>
                <a:ea typeface="メイリオ" panose="020B0604030504040204" pitchFamily="34" charset="-128"/>
                <a:cs typeface="Amazon Ember Display" panose="020F0603020204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Enter heading here</a:t>
            </a:r>
          </a:p>
        </p:txBody>
      </p:sp>
      <p:sp>
        <p:nvSpPr>
          <p:cNvPr id="5" name="Text Placeholder 4">
            <a:extLst>
              <a:ext uri="{FF2B5EF4-FFF2-40B4-BE49-F238E27FC236}">
                <a16:creationId xmlns:a16="http://schemas.microsoft.com/office/drawing/2014/main" id="{7BCE1A54-1330-4A91-B63D-5CFA63F9FFDF}"/>
              </a:ext>
            </a:extLst>
          </p:cNvPr>
          <p:cNvSpPr>
            <a:spLocks noGrp="1"/>
          </p:cNvSpPr>
          <p:nvPr>
            <p:ph type="body" sz="quarter" idx="3" hasCustomPrompt="1"/>
          </p:nvPr>
        </p:nvSpPr>
        <p:spPr>
          <a:xfrm>
            <a:off x="4354068" y="1376363"/>
            <a:ext cx="3483864" cy="400110"/>
          </a:xfrm>
          <a:prstGeom prst="rect">
            <a:avLst/>
          </a:prstGeom>
        </p:spPr>
        <p:txBody>
          <a:bodyPr anchor="t"/>
          <a:lstStyle>
            <a:lvl1pPr marL="0" indent="0">
              <a:buNone/>
              <a:defRPr sz="2000" b="0" i="0" baseline="0">
                <a:solidFill>
                  <a:schemeClr val="accent1"/>
                </a:solidFill>
                <a:latin typeface="Amazon Ember Display" panose="020F0603020204020204" pitchFamily="34" charset="0"/>
                <a:ea typeface="メイリオ" panose="020B0604030504040204" pitchFamily="34" charset="-128"/>
                <a:cs typeface="Amazon Ember Display" panose="020F0603020204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Enter heading here</a:t>
            </a:r>
          </a:p>
        </p:txBody>
      </p:sp>
      <p:sp>
        <p:nvSpPr>
          <p:cNvPr id="7" name="Text Placeholder 4">
            <a:extLst>
              <a:ext uri="{FF2B5EF4-FFF2-40B4-BE49-F238E27FC236}">
                <a16:creationId xmlns:a16="http://schemas.microsoft.com/office/drawing/2014/main" id="{EB7A6272-EB3F-49FE-8293-213DA74B26E7}"/>
              </a:ext>
            </a:extLst>
          </p:cNvPr>
          <p:cNvSpPr>
            <a:spLocks noGrp="1"/>
          </p:cNvSpPr>
          <p:nvPr>
            <p:ph type="body" sz="quarter" idx="10" hasCustomPrompt="1"/>
          </p:nvPr>
        </p:nvSpPr>
        <p:spPr>
          <a:xfrm>
            <a:off x="8098536" y="1376363"/>
            <a:ext cx="3483864" cy="400110"/>
          </a:xfrm>
          <a:prstGeom prst="rect">
            <a:avLst/>
          </a:prstGeom>
        </p:spPr>
        <p:txBody>
          <a:bodyPr anchor="t"/>
          <a:lstStyle>
            <a:lvl1pPr marL="0" indent="0">
              <a:buNone/>
              <a:defRPr sz="2000" b="0" i="0" baseline="0">
                <a:solidFill>
                  <a:schemeClr val="accent1"/>
                </a:solidFill>
                <a:latin typeface="Amazon Ember Display" panose="020F0603020204020204" pitchFamily="34" charset="0"/>
                <a:ea typeface="メイリオ" panose="020B0604030504040204" pitchFamily="34" charset="-128"/>
                <a:cs typeface="Amazon Ember Display" panose="020F0603020204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Enter heading here</a:t>
            </a:r>
          </a:p>
        </p:txBody>
      </p:sp>
      <p:sp>
        <p:nvSpPr>
          <p:cNvPr id="9" name="Date Placeholder 8">
            <a:extLst>
              <a:ext uri="{FF2B5EF4-FFF2-40B4-BE49-F238E27FC236}">
                <a16:creationId xmlns:a16="http://schemas.microsoft.com/office/drawing/2014/main" id="{4B58E081-E30E-4521-AEC0-F25E96B2F80B}"/>
              </a:ext>
            </a:extLst>
          </p:cNvPr>
          <p:cNvSpPr>
            <a:spLocks noGrp="1"/>
          </p:cNvSpPr>
          <p:nvPr>
            <p:ph type="dt" sz="half" idx="12"/>
          </p:nvPr>
        </p:nvSpPr>
        <p:spPr/>
        <p:txBody>
          <a:bodyPr/>
          <a:lstStyle>
            <a:lvl1pPr>
              <a:defRPr b="0" i="0">
                <a:latin typeface="Amazon Ember Display" panose="020F0603020204020204" pitchFamily="34" charset="0"/>
              </a:defRPr>
            </a:lvl1pPr>
          </a:lstStyle>
          <a:p>
            <a:fld id="{9C29961A-CBD7-DE4D-9EE8-61E3DCBE773B}" type="datetime1">
              <a:rPr lang="ja-JP" altLang="en-US" smtClean="0"/>
              <a:t>2026/1/26</a:t>
            </a:fld>
            <a:endParaRPr lang="en-US" dirty="0"/>
          </a:p>
        </p:txBody>
      </p:sp>
      <p:sp>
        <p:nvSpPr>
          <p:cNvPr id="10" name="Footer Placeholder 9">
            <a:extLst>
              <a:ext uri="{FF2B5EF4-FFF2-40B4-BE49-F238E27FC236}">
                <a16:creationId xmlns:a16="http://schemas.microsoft.com/office/drawing/2014/main" id="{8E5D495B-454B-46AE-A85D-594A0B9FDDCC}"/>
              </a:ext>
            </a:extLst>
          </p:cNvPr>
          <p:cNvSpPr>
            <a:spLocks noGrp="1"/>
          </p:cNvSpPr>
          <p:nvPr>
            <p:ph type="ftr" sz="quarter" idx="13"/>
          </p:nvPr>
        </p:nvSpPr>
        <p:spPr/>
        <p:txBody>
          <a:bodyPr/>
          <a:lstStyle>
            <a:lvl1pPr>
              <a:defRPr b="0" i="0">
                <a:latin typeface="Amazon Ember Display" panose="020F0603020204020204" pitchFamily="34" charset="0"/>
              </a:defRPr>
            </a:lvl1pPr>
          </a:lstStyle>
          <a:p>
            <a:endParaRPr lang="en-US" dirty="0"/>
          </a:p>
        </p:txBody>
      </p:sp>
      <p:sp>
        <p:nvSpPr>
          <p:cNvPr id="11" name="Slide Number Placeholder 10">
            <a:extLst>
              <a:ext uri="{FF2B5EF4-FFF2-40B4-BE49-F238E27FC236}">
                <a16:creationId xmlns:a16="http://schemas.microsoft.com/office/drawing/2014/main" id="{7F05D547-F845-48C9-979D-DD2269BB9C80}"/>
              </a:ext>
            </a:extLst>
          </p:cNvPr>
          <p:cNvSpPr>
            <a:spLocks noGrp="1"/>
          </p:cNvSpPr>
          <p:nvPr>
            <p:ph type="sldNum" sz="quarter" idx="14"/>
          </p:nvPr>
        </p:nvSpPr>
        <p:spPr>
          <a:xfrm>
            <a:off x="9113838" y="6196012"/>
            <a:ext cx="2743200" cy="365125"/>
          </a:xfrm>
          <a:prstGeom prst="rect">
            <a:avLst/>
          </a:prstGeom>
        </p:spPr>
        <p:txBody>
          <a:bodyPr/>
          <a:lstStyle>
            <a:lvl1pPr>
              <a:defRPr b="0" i="0">
                <a:latin typeface="Amazon Ember Display" panose="020F0603020204020204" pitchFamily="34" charset="0"/>
              </a:defRPr>
            </a:lvl1pPr>
          </a:lstStyle>
          <a:p>
            <a:fld id="{EB4B8DE2-A4E8-46E4-8BBF-D75455EFF32C}" type="slidenum">
              <a:rPr lang="en-US" smtClean="0"/>
              <a:pPr/>
              <a:t>‹#›</a:t>
            </a:fld>
            <a:endParaRPr lang="en-US" dirty="0"/>
          </a:p>
        </p:txBody>
      </p:sp>
      <p:sp>
        <p:nvSpPr>
          <p:cNvPr id="12" name="タイトル 11">
            <a:extLst>
              <a:ext uri="{FF2B5EF4-FFF2-40B4-BE49-F238E27FC236}">
                <a16:creationId xmlns:a16="http://schemas.microsoft.com/office/drawing/2014/main" id="{D71A46CC-61C0-E300-4A05-BF08FAF9F493}"/>
              </a:ext>
            </a:extLst>
          </p:cNvPr>
          <p:cNvSpPr>
            <a:spLocks noGrp="1"/>
          </p:cNvSpPr>
          <p:nvPr>
            <p:ph type="title"/>
          </p:nvPr>
        </p:nvSpPr>
        <p:spPr/>
        <p:txBody>
          <a:bodyPr/>
          <a:lstStyle/>
          <a:p>
            <a:r>
              <a:rPr kumimoji="1" lang="ja-JP" altLang="en-US"/>
              <a:t>マスター タイトルの書式設定</a:t>
            </a:r>
          </a:p>
        </p:txBody>
      </p:sp>
      <p:sp>
        <p:nvSpPr>
          <p:cNvPr id="16" name="Text Placeholder 2">
            <a:extLst>
              <a:ext uri="{FF2B5EF4-FFF2-40B4-BE49-F238E27FC236}">
                <a16:creationId xmlns:a16="http://schemas.microsoft.com/office/drawing/2014/main" id="{8D6615C6-3EA4-3899-5104-C720C4AD0F4C}"/>
              </a:ext>
            </a:extLst>
          </p:cNvPr>
          <p:cNvSpPr>
            <a:spLocks noGrp="1"/>
          </p:cNvSpPr>
          <p:nvPr>
            <p:ph idx="15"/>
          </p:nvPr>
        </p:nvSpPr>
        <p:spPr>
          <a:xfrm>
            <a:off x="609599" y="1745695"/>
            <a:ext cx="3483864" cy="2369880"/>
          </a:xfrm>
          <a:prstGeom prst="rect">
            <a:avLst/>
          </a:prstGeom>
        </p:spPr>
        <p:txBody>
          <a:bodyPr vert="horz" wrap="square" lIns="0" tIns="45720" rIns="0" bIns="45720" rtlCol="0">
            <a:spAutoFit/>
          </a:bodyPr>
          <a:lstStyle>
            <a:lvl1pPr marL="0" indent="0">
              <a:buNone/>
              <a:defRPr/>
            </a:lvl1pPr>
            <a:lvl2pPr marL="280800" indent="0">
              <a:buNone/>
              <a:defRPr/>
            </a:lvl2pPr>
            <a:lvl3pPr marL="622800" indent="0">
              <a:buNone/>
              <a:defRPr/>
            </a:lvl3pPr>
            <a:lvl4pPr marL="795600" indent="0">
              <a:buNone/>
              <a:defRPr/>
            </a:lvl4pPr>
            <a:lvl5pPr marL="968400" indent="0">
              <a:buNone/>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Text Placeholder 2">
            <a:extLst>
              <a:ext uri="{FF2B5EF4-FFF2-40B4-BE49-F238E27FC236}">
                <a16:creationId xmlns:a16="http://schemas.microsoft.com/office/drawing/2014/main" id="{1B3C87FE-5247-443F-0BC2-92780D06BFA5}"/>
              </a:ext>
            </a:extLst>
          </p:cNvPr>
          <p:cNvSpPr>
            <a:spLocks noGrp="1"/>
          </p:cNvSpPr>
          <p:nvPr>
            <p:ph idx="16"/>
          </p:nvPr>
        </p:nvSpPr>
        <p:spPr>
          <a:xfrm>
            <a:off x="4354067" y="1745695"/>
            <a:ext cx="3483864" cy="2369880"/>
          </a:xfrm>
          <a:prstGeom prst="rect">
            <a:avLst/>
          </a:prstGeom>
        </p:spPr>
        <p:txBody>
          <a:bodyPr vert="horz" wrap="square" lIns="0" tIns="45720" rIns="0" bIns="45720" rtlCol="0">
            <a:spAutoFit/>
          </a:bodyPr>
          <a:lstStyle>
            <a:lvl1pPr marL="0" indent="0">
              <a:buNone/>
              <a:defRPr/>
            </a:lvl1pPr>
            <a:lvl2pPr marL="280800" indent="0">
              <a:buNone/>
              <a:defRPr/>
            </a:lvl2pPr>
            <a:lvl3pPr marL="622800" indent="0">
              <a:buNone/>
              <a:defRPr/>
            </a:lvl3pPr>
            <a:lvl4pPr marL="795600" indent="0">
              <a:buNone/>
              <a:defRPr/>
            </a:lvl4pPr>
            <a:lvl5pPr marL="968400" indent="0">
              <a:buNone/>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Text Placeholder 2">
            <a:extLst>
              <a:ext uri="{FF2B5EF4-FFF2-40B4-BE49-F238E27FC236}">
                <a16:creationId xmlns:a16="http://schemas.microsoft.com/office/drawing/2014/main" id="{60D06651-D7F8-583C-62FC-25583B5A434B}"/>
              </a:ext>
            </a:extLst>
          </p:cNvPr>
          <p:cNvSpPr>
            <a:spLocks noGrp="1"/>
          </p:cNvSpPr>
          <p:nvPr>
            <p:ph idx="17"/>
          </p:nvPr>
        </p:nvSpPr>
        <p:spPr>
          <a:xfrm>
            <a:off x="8098535" y="1745695"/>
            <a:ext cx="3483864" cy="2369880"/>
          </a:xfrm>
          <a:prstGeom prst="rect">
            <a:avLst/>
          </a:prstGeom>
        </p:spPr>
        <p:txBody>
          <a:bodyPr vert="horz" wrap="square" lIns="0" tIns="45720" rIns="0" bIns="45720" rtlCol="0">
            <a:spAutoFit/>
          </a:bodyPr>
          <a:lstStyle>
            <a:lvl1pPr marL="0" indent="0">
              <a:buNone/>
              <a:defRPr/>
            </a:lvl1pPr>
            <a:lvl2pPr marL="280800" indent="0">
              <a:buNone/>
              <a:defRPr/>
            </a:lvl2pPr>
            <a:lvl3pPr marL="622800" indent="0">
              <a:buNone/>
              <a:defRPr/>
            </a:lvl3pPr>
            <a:lvl4pPr marL="795600" indent="0">
              <a:buNone/>
              <a:defRPr/>
            </a:lvl4pPr>
            <a:lvl5pPr marL="968400" indent="0">
              <a:buNone/>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8342449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344">
          <p15:clr>
            <a:srgbClr val="FBAE40"/>
          </p15:clr>
        </p15:guide>
      </p15:sldGuideLst>
    </p:ext>
  </p:extLst>
</p:sldLayout>
</file>

<file path=ppt/slideLayouts/slideLayout94.xml><?xml version="1.0" encoding="utf-8"?>
<p:sldLayout xmlns:a="http://schemas.openxmlformats.org/drawingml/2006/main" xmlns:r="http://schemas.openxmlformats.org/officeDocument/2006/relationships" xmlns:p="http://schemas.openxmlformats.org/presentationml/2006/main" preserve="1" userDrawn="1">
  <p:cSld name="1_Three column with subheadings">
    <p:spTree>
      <p:nvGrpSpPr>
        <p:cNvPr id="1" name=""/>
        <p:cNvGrpSpPr/>
        <p:nvPr/>
      </p:nvGrpSpPr>
      <p:grpSpPr>
        <a:xfrm>
          <a:off x="0" y="0"/>
          <a:ext cx="0" cy="0"/>
          <a:chOff x="0" y="0"/>
          <a:chExt cx="0" cy="0"/>
        </a:xfrm>
      </p:grpSpPr>
      <p:sp>
        <p:nvSpPr>
          <p:cNvPr id="9" name="Date Placeholder 8">
            <a:extLst>
              <a:ext uri="{FF2B5EF4-FFF2-40B4-BE49-F238E27FC236}">
                <a16:creationId xmlns:a16="http://schemas.microsoft.com/office/drawing/2014/main" id="{FFCFB8E8-C9F0-4143-9378-EA7F6C76665B}"/>
              </a:ext>
            </a:extLst>
          </p:cNvPr>
          <p:cNvSpPr>
            <a:spLocks noGrp="1"/>
          </p:cNvSpPr>
          <p:nvPr>
            <p:ph type="dt" sz="half" idx="12"/>
          </p:nvPr>
        </p:nvSpPr>
        <p:spPr/>
        <p:txBody>
          <a:bodyPr/>
          <a:lstStyle>
            <a:lvl1pPr>
              <a:defRPr b="0" i="0">
                <a:latin typeface="Amazon Ember Display" panose="020F0603020204020204" pitchFamily="34" charset="0"/>
              </a:defRPr>
            </a:lvl1pPr>
          </a:lstStyle>
          <a:p>
            <a:fld id="{AFFB2C87-ED98-F841-8AB7-ED707665877B}" type="datetime1">
              <a:rPr lang="ja-JP" altLang="en-US" smtClean="0"/>
              <a:t>2026/1/26</a:t>
            </a:fld>
            <a:endParaRPr lang="en-US" dirty="0"/>
          </a:p>
        </p:txBody>
      </p:sp>
      <p:sp>
        <p:nvSpPr>
          <p:cNvPr id="10" name="Footer Placeholder 9">
            <a:extLst>
              <a:ext uri="{FF2B5EF4-FFF2-40B4-BE49-F238E27FC236}">
                <a16:creationId xmlns:a16="http://schemas.microsoft.com/office/drawing/2014/main" id="{D7D1B458-DF75-45ED-B8CC-69A72676AB03}"/>
              </a:ext>
            </a:extLst>
          </p:cNvPr>
          <p:cNvSpPr>
            <a:spLocks noGrp="1"/>
          </p:cNvSpPr>
          <p:nvPr>
            <p:ph type="ftr" sz="quarter" idx="13"/>
          </p:nvPr>
        </p:nvSpPr>
        <p:spPr/>
        <p:txBody>
          <a:bodyPr/>
          <a:lstStyle>
            <a:lvl1pPr>
              <a:defRPr b="0" i="0">
                <a:latin typeface="Amazon Ember Display" panose="020F0603020204020204" pitchFamily="34" charset="0"/>
              </a:defRPr>
            </a:lvl1pPr>
          </a:lstStyle>
          <a:p>
            <a:endParaRPr lang="en-US" dirty="0"/>
          </a:p>
        </p:txBody>
      </p:sp>
      <p:sp>
        <p:nvSpPr>
          <p:cNvPr id="11" name="Slide Number Placeholder 10">
            <a:extLst>
              <a:ext uri="{FF2B5EF4-FFF2-40B4-BE49-F238E27FC236}">
                <a16:creationId xmlns:a16="http://schemas.microsoft.com/office/drawing/2014/main" id="{7BB1AFFF-5B96-4371-BCA2-F0CE04ECF7FC}"/>
              </a:ext>
            </a:extLst>
          </p:cNvPr>
          <p:cNvSpPr>
            <a:spLocks noGrp="1"/>
          </p:cNvSpPr>
          <p:nvPr>
            <p:ph type="sldNum" sz="quarter" idx="14"/>
          </p:nvPr>
        </p:nvSpPr>
        <p:spPr>
          <a:xfrm>
            <a:off x="9113838" y="6200775"/>
            <a:ext cx="2743200" cy="365125"/>
          </a:xfrm>
          <a:prstGeom prst="rect">
            <a:avLst/>
          </a:prstGeom>
        </p:spPr>
        <p:txBody>
          <a:bodyPr/>
          <a:lstStyle>
            <a:lvl1pPr>
              <a:defRPr b="0" i="0">
                <a:latin typeface="Amazon Ember Display" panose="020F0603020204020204" pitchFamily="34" charset="0"/>
              </a:defRPr>
            </a:lvl1pPr>
          </a:lstStyle>
          <a:p>
            <a:fld id="{EB4B8DE2-A4E8-46E4-8BBF-D75455EFF32C}" type="slidenum">
              <a:rPr lang="en-US" smtClean="0"/>
              <a:pPr/>
              <a:t>‹#›</a:t>
            </a:fld>
            <a:endParaRPr lang="en-US" dirty="0"/>
          </a:p>
        </p:txBody>
      </p:sp>
      <p:sp>
        <p:nvSpPr>
          <p:cNvPr id="13" name="Picture Placeholder 12">
            <a:extLst>
              <a:ext uri="{FF2B5EF4-FFF2-40B4-BE49-F238E27FC236}">
                <a16:creationId xmlns:a16="http://schemas.microsoft.com/office/drawing/2014/main" id="{E1FED918-02AD-4AE8-80A2-5FBE2CA7CD40}"/>
              </a:ext>
            </a:extLst>
          </p:cNvPr>
          <p:cNvSpPr>
            <a:spLocks noGrp="1"/>
          </p:cNvSpPr>
          <p:nvPr>
            <p:ph type="pic" sz="quarter" idx="15" hasCustomPrompt="1"/>
          </p:nvPr>
        </p:nvSpPr>
        <p:spPr>
          <a:xfrm>
            <a:off x="1500631" y="1553369"/>
            <a:ext cx="1701800" cy="1481931"/>
          </a:xfrm>
          <a:prstGeom prst="rect">
            <a:avLst/>
          </a:prstGeom>
        </p:spPr>
        <p:txBody>
          <a:bodyPr>
            <a:noAutofit/>
          </a:bodyPr>
          <a:lstStyle>
            <a:lvl1pPr marL="0" indent="0">
              <a:buNone/>
              <a:defRPr sz="1800" b="0" i="0">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r>
              <a:rPr lang="en-US" dirty="0"/>
              <a:t>Click icon to add image</a:t>
            </a:r>
          </a:p>
        </p:txBody>
      </p:sp>
      <p:sp>
        <p:nvSpPr>
          <p:cNvPr id="14" name="Picture Placeholder 12">
            <a:extLst>
              <a:ext uri="{FF2B5EF4-FFF2-40B4-BE49-F238E27FC236}">
                <a16:creationId xmlns:a16="http://schemas.microsoft.com/office/drawing/2014/main" id="{6A07340D-F35E-44B1-83E7-553D9B9F4A1B}"/>
              </a:ext>
            </a:extLst>
          </p:cNvPr>
          <p:cNvSpPr>
            <a:spLocks noGrp="1"/>
          </p:cNvSpPr>
          <p:nvPr>
            <p:ph type="pic" sz="quarter" idx="16" hasCustomPrompt="1"/>
          </p:nvPr>
        </p:nvSpPr>
        <p:spPr>
          <a:xfrm>
            <a:off x="5245099" y="1553369"/>
            <a:ext cx="1701800" cy="1481931"/>
          </a:xfrm>
          <a:prstGeom prst="rect">
            <a:avLst/>
          </a:prstGeom>
        </p:spPr>
        <p:txBody>
          <a:bodyPr>
            <a:noAutofit/>
          </a:bodyPr>
          <a:lstStyle>
            <a:lvl1pPr marL="0" indent="0">
              <a:buNone/>
              <a:defRPr sz="1800" b="0" i="0">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r>
              <a:rPr lang="en-US" dirty="0"/>
              <a:t>Click icon to add image</a:t>
            </a:r>
          </a:p>
        </p:txBody>
      </p:sp>
      <p:sp>
        <p:nvSpPr>
          <p:cNvPr id="15" name="Picture Placeholder 12">
            <a:extLst>
              <a:ext uri="{FF2B5EF4-FFF2-40B4-BE49-F238E27FC236}">
                <a16:creationId xmlns:a16="http://schemas.microsoft.com/office/drawing/2014/main" id="{0E39C743-124E-4ED1-8147-16B673DA194A}"/>
              </a:ext>
            </a:extLst>
          </p:cNvPr>
          <p:cNvSpPr>
            <a:spLocks noGrp="1"/>
          </p:cNvSpPr>
          <p:nvPr>
            <p:ph type="pic" sz="quarter" idx="17" hasCustomPrompt="1"/>
          </p:nvPr>
        </p:nvSpPr>
        <p:spPr>
          <a:xfrm>
            <a:off x="8989568" y="1553369"/>
            <a:ext cx="1701800" cy="1481931"/>
          </a:xfrm>
          <a:prstGeom prst="rect">
            <a:avLst/>
          </a:prstGeom>
        </p:spPr>
        <p:txBody>
          <a:bodyPr>
            <a:noAutofit/>
          </a:bodyPr>
          <a:lstStyle>
            <a:lvl1pPr marL="0" indent="0">
              <a:buNone/>
              <a:defRPr sz="1800" b="0" i="0">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r>
              <a:rPr lang="en-US" dirty="0"/>
              <a:t>Click icon to add image</a:t>
            </a:r>
          </a:p>
        </p:txBody>
      </p:sp>
      <p:sp>
        <p:nvSpPr>
          <p:cNvPr id="12" name="タイトル 11">
            <a:extLst>
              <a:ext uri="{FF2B5EF4-FFF2-40B4-BE49-F238E27FC236}">
                <a16:creationId xmlns:a16="http://schemas.microsoft.com/office/drawing/2014/main" id="{07B66AFD-A255-7B56-BE69-CD8E72249B8B}"/>
              </a:ext>
            </a:extLst>
          </p:cNvPr>
          <p:cNvSpPr>
            <a:spLocks noGrp="1"/>
          </p:cNvSpPr>
          <p:nvPr>
            <p:ph type="title"/>
          </p:nvPr>
        </p:nvSpPr>
        <p:spPr/>
        <p:txBody>
          <a:bodyPr/>
          <a:lstStyle/>
          <a:p>
            <a:r>
              <a:rPr kumimoji="1" lang="ja-JP" altLang="en-US"/>
              <a:t>マスター タイトルの書式設定</a:t>
            </a:r>
          </a:p>
        </p:txBody>
      </p:sp>
      <p:sp>
        <p:nvSpPr>
          <p:cNvPr id="16" name="Text Placeholder 2">
            <a:extLst>
              <a:ext uri="{FF2B5EF4-FFF2-40B4-BE49-F238E27FC236}">
                <a16:creationId xmlns:a16="http://schemas.microsoft.com/office/drawing/2014/main" id="{32E01D3A-3F02-718C-9067-8E09A7042E34}"/>
              </a:ext>
            </a:extLst>
          </p:cNvPr>
          <p:cNvSpPr>
            <a:spLocks noGrp="1"/>
          </p:cNvSpPr>
          <p:nvPr>
            <p:ph type="body" idx="1" hasCustomPrompt="1"/>
          </p:nvPr>
        </p:nvSpPr>
        <p:spPr>
          <a:xfrm>
            <a:off x="609600" y="3276600"/>
            <a:ext cx="3483864" cy="400110"/>
          </a:xfrm>
          <a:prstGeom prst="rect">
            <a:avLst/>
          </a:prstGeom>
        </p:spPr>
        <p:txBody>
          <a:bodyPr anchor="t"/>
          <a:lstStyle>
            <a:lvl1pPr marL="0" indent="0">
              <a:buNone/>
              <a:defRPr sz="2000" b="0" i="0" baseline="0">
                <a:solidFill>
                  <a:schemeClr val="accent1"/>
                </a:solidFill>
                <a:latin typeface="Amazon Ember Display" panose="020F0603020204020204" pitchFamily="34" charset="0"/>
                <a:ea typeface="メイリオ" panose="020B0604030504040204" pitchFamily="34" charset="-128"/>
                <a:cs typeface="Amazon Ember Display" panose="020F0603020204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Enter heading here</a:t>
            </a:r>
          </a:p>
        </p:txBody>
      </p:sp>
      <p:sp>
        <p:nvSpPr>
          <p:cNvPr id="17" name="Text Placeholder 4">
            <a:extLst>
              <a:ext uri="{FF2B5EF4-FFF2-40B4-BE49-F238E27FC236}">
                <a16:creationId xmlns:a16="http://schemas.microsoft.com/office/drawing/2014/main" id="{42559FFC-D250-F655-8392-142090F37A2B}"/>
              </a:ext>
            </a:extLst>
          </p:cNvPr>
          <p:cNvSpPr>
            <a:spLocks noGrp="1"/>
          </p:cNvSpPr>
          <p:nvPr>
            <p:ph type="body" sz="quarter" idx="3" hasCustomPrompt="1"/>
          </p:nvPr>
        </p:nvSpPr>
        <p:spPr>
          <a:xfrm>
            <a:off x="4354069" y="3276600"/>
            <a:ext cx="3483864" cy="400110"/>
          </a:xfrm>
          <a:prstGeom prst="rect">
            <a:avLst/>
          </a:prstGeom>
        </p:spPr>
        <p:txBody>
          <a:bodyPr anchor="t"/>
          <a:lstStyle>
            <a:lvl1pPr marL="0" indent="0">
              <a:buNone/>
              <a:defRPr sz="2000" b="0" i="0" baseline="0">
                <a:solidFill>
                  <a:schemeClr val="accent1"/>
                </a:solidFill>
                <a:latin typeface="Amazon Ember Display" panose="020F0603020204020204" pitchFamily="34" charset="0"/>
                <a:ea typeface="メイリオ" panose="020B0604030504040204" pitchFamily="34" charset="-128"/>
                <a:cs typeface="Amazon Ember Display" panose="020F0603020204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Enter heading here</a:t>
            </a:r>
          </a:p>
        </p:txBody>
      </p:sp>
      <p:sp>
        <p:nvSpPr>
          <p:cNvPr id="18" name="Text Placeholder 4">
            <a:extLst>
              <a:ext uri="{FF2B5EF4-FFF2-40B4-BE49-F238E27FC236}">
                <a16:creationId xmlns:a16="http://schemas.microsoft.com/office/drawing/2014/main" id="{BE188C5C-44B8-6C44-F9FE-D18B1FDA6941}"/>
              </a:ext>
            </a:extLst>
          </p:cNvPr>
          <p:cNvSpPr>
            <a:spLocks noGrp="1"/>
          </p:cNvSpPr>
          <p:nvPr>
            <p:ph type="body" sz="quarter" idx="10" hasCustomPrompt="1"/>
          </p:nvPr>
        </p:nvSpPr>
        <p:spPr>
          <a:xfrm>
            <a:off x="8098537" y="3276600"/>
            <a:ext cx="3483864" cy="400110"/>
          </a:xfrm>
          <a:prstGeom prst="rect">
            <a:avLst/>
          </a:prstGeom>
        </p:spPr>
        <p:txBody>
          <a:bodyPr anchor="t"/>
          <a:lstStyle>
            <a:lvl1pPr marL="0" indent="0">
              <a:buNone/>
              <a:defRPr sz="2000" b="0" i="0" baseline="0">
                <a:solidFill>
                  <a:schemeClr val="accent1"/>
                </a:solidFill>
                <a:latin typeface="Amazon Ember Display" panose="020F0603020204020204" pitchFamily="34" charset="0"/>
                <a:ea typeface="メイリオ" panose="020B0604030504040204" pitchFamily="34" charset="-128"/>
                <a:cs typeface="Amazon Ember Display" panose="020F0603020204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Enter heading here</a:t>
            </a:r>
          </a:p>
        </p:txBody>
      </p:sp>
      <p:sp>
        <p:nvSpPr>
          <p:cNvPr id="22" name="Text Placeholder 2">
            <a:extLst>
              <a:ext uri="{FF2B5EF4-FFF2-40B4-BE49-F238E27FC236}">
                <a16:creationId xmlns:a16="http://schemas.microsoft.com/office/drawing/2014/main" id="{E7E2EE55-8B43-90EB-BCB3-1600BF1027B7}"/>
              </a:ext>
            </a:extLst>
          </p:cNvPr>
          <p:cNvSpPr>
            <a:spLocks noGrp="1"/>
          </p:cNvSpPr>
          <p:nvPr>
            <p:ph idx="21"/>
          </p:nvPr>
        </p:nvSpPr>
        <p:spPr>
          <a:xfrm>
            <a:off x="609601" y="3705966"/>
            <a:ext cx="3483864" cy="2369880"/>
          </a:xfrm>
          <a:prstGeom prst="rect">
            <a:avLst/>
          </a:prstGeom>
        </p:spPr>
        <p:txBody>
          <a:bodyPr vert="horz" wrap="square" lIns="0" tIns="45720" rIns="0" bIns="45720" rtlCol="0">
            <a:spAutoFit/>
          </a:bodyPr>
          <a:lstStyle>
            <a:lvl1pPr marL="0" indent="0">
              <a:buNone/>
              <a:defRPr/>
            </a:lvl1pPr>
            <a:lvl2pPr marL="280800" indent="0">
              <a:buNone/>
              <a:defRPr/>
            </a:lvl2pPr>
            <a:lvl3pPr marL="622800" indent="0">
              <a:buNone/>
              <a:defRPr/>
            </a:lvl3pPr>
            <a:lvl4pPr marL="795600" indent="0">
              <a:buNone/>
              <a:defRPr/>
            </a:lvl4pPr>
            <a:lvl5pPr marL="968400" indent="0">
              <a:buNone/>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3" name="Text Placeholder 2">
            <a:extLst>
              <a:ext uri="{FF2B5EF4-FFF2-40B4-BE49-F238E27FC236}">
                <a16:creationId xmlns:a16="http://schemas.microsoft.com/office/drawing/2014/main" id="{AE7ECD80-DCA2-BBB0-6A64-9159D36F2C90}"/>
              </a:ext>
            </a:extLst>
          </p:cNvPr>
          <p:cNvSpPr>
            <a:spLocks noGrp="1"/>
          </p:cNvSpPr>
          <p:nvPr>
            <p:ph idx="22"/>
          </p:nvPr>
        </p:nvSpPr>
        <p:spPr>
          <a:xfrm>
            <a:off x="4348844" y="3705966"/>
            <a:ext cx="3483864" cy="2369880"/>
          </a:xfrm>
          <a:prstGeom prst="rect">
            <a:avLst/>
          </a:prstGeom>
        </p:spPr>
        <p:txBody>
          <a:bodyPr vert="horz" wrap="square" lIns="0" tIns="45720" rIns="0" bIns="45720" rtlCol="0">
            <a:spAutoFit/>
          </a:bodyPr>
          <a:lstStyle>
            <a:lvl1pPr marL="0" indent="0">
              <a:buNone/>
              <a:defRPr/>
            </a:lvl1pPr>
            <a:lvl2pPr marL="280800" indent="0">
              <a:buNone/>
              <a:defRPr/>
            </a:lvl2pPr>
            <a:lvl3pPr marL="622800" indent="0">
              <a:buNone/>
              <a:defRPr/>
            </a:lvl3pPr>
            <a:lvl4pPr marL="795600" indent="0">
              <a:buNone/>
              <a:defRPr/>
            </a:lvl4pPr>
            <a:lvl5pPr marL="968400" indent="0">
              <a:buNone/>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4" name="Text Placeholder 2">
            <a:extLst>
              <a:ext uri="{FF2B5EF4-FFF2-40B4-BE49-F238E27FC236}">
                <a16:creationId xmlns:a16="http://schemas.microsoft.com/office/drawing/2014/main" id="{FE87F13A-9C05-8270-355E-4DE93B9860B5}"/>
              </a:ext>
            </a:extLst>
          </p:cNvPr>
          <p:cNvSpPr>
            <a:spLocks noGrp="1"/>
          </p:cNvSpPr>
          <p:nvPr>
            <p:ph idx="23"/>
          </p:nvPr>
        </p:nvSpPr>
        <p:spPr>
          <a:xfrm>
            <a:off x="8096251" y="3705966"/>
            <a:ext cx="3483864" cy="2369880"/>
          </a:xfrm>
          <a:prstGeom prst="rect">
            <a:avLst/>
          </a:prstGeom>
        </p:spPr>
        <p:txBody>
          <a:bodyPr vert="horz" wrap="square" lIns="0" tIns="45720" rIns="0" bIns="45720" rtlCol="0">
            <a:spAutoFit/>
          </a:bodyPr>
          <a:lstStyle>
            <a:lvl1pPr marL="0" indent="0">
              <a:buNone/>
              <a:defRPr/>
            </a:lvl1pPr>
            <a:lvl2pPr marL="280800" indent="0">
              <a:buNone/>
              <a:defRPr/>
            </a:lvl2pPr>
            <a:lvl3pPr marL="622800" indent="0">
              <a:buNone/>
              <a:defRPr/>
            </a:lvl3pPr>
            <a:lvl4pPr marL="795600" indent="0">
              <a:buNone/>
              <a:defRPr/>
            </a:lvl4pPr>
            <a:lvl5pPr marL="968400" indent="0">
              <a:buNone/>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0604523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064">
          <p15:clr>
            <a:srgbClr val="FBAE40"/>
          </p15:clr>
        </p15:guide>
      </p15:sldGuideLst>
    </p:ext>
  </p:extLst>
</p:sldLayout>
</file>

<file path=ppt/slideLayouts/slideLayout95.xml><?xml version="1.0" encoding="utf-8"?>
<p:sldLayout xmlns:a="http://schemas.openxmlformats.org/drawingml/2006/main" xmlns:r="http://schemas.openxmlformats.org/officeDocument/2006/relationships" xmlns:p="http://schemas.openxmlformats.org/presentationml/2006/main" preserve="1" userDrawn="1">
  <p:cSld name="Four column with subheadings">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BC1CA65A-3F20-4CCD-AE7B-297E975BC0E8}"/>
              </a:ext>
            </a:extLst>
          </p:cNvPr>
          <p:cNvSpPr>
            <a:spLocks noGrp="1"/>
          </p:cNvSpPr>
          <p:nvPr>
            <p:ph type="body" idx="1" hasCustomPrompt="1"/>
          </p:nvPr>
        </p:nvSpPr>
        <p:spPr>
          <a:xfrm>
            <a:off x="609599" y="1376363"/>
            <a:ext cx="2377440" cy="400110"/>
          </a:xfrm>
          <a:prstGeom prst="rect">
            <a:avLst/>
          </a:prstGeom>
        </p:spPr>
        <p:txBody>
          <a:bodyPr anchor="t"/>
          <a:lstStyle>
            <a:lvl1pPr marL="0" indent="0">
              <a:buNone/>
              <a:defRPr sz="2000" b="0" i="0" baseline="0">
                <a:solidFill>
                  <a:schemeClr val="accent1"/>
                </a:solidFill>
                <a:latin typeface="Amazon Ember Display" panose="020F0603020204020204" pitchFamily="34" charset="0"/>
                <a:ea typeface="メイリオ" panose="020B0604030504040204" pitchFamily="34" charset="-128"/>
                <a:cs typeface="Amazon Ember Display" panose="020F0603020204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Enter heading here</a:t>
            </a:r>
          </a:p>
        </p:txBody>
      </p:sp>
      <p:sp>
        <p:nvSpPr>
          <p:cNvPr id="5" name="Text Placeholder 4">
            <a:extLst>
              <a:ext uri="{FF2B5EF4-FFF2-40B4-BE49-F238E27FC236}">
                <a16:creationId xmlns:a16="http://schemas.microsoft.com/office/drawing/2014/main" id="{7BCE1A54-1330-4A91-B63D-5CFA63F9FFDF}"/>
              </a:ext>
            </a:extLst>
          </p:cNvPr>
          <p:cNvSpPr>
            <a:spLocks noGrp="1"/>
          </p:cNvSpPr>
          <p:nvPr>
            <p:ph type="body" sz="quarter" idx="3" hasCustomPrompt="1"/>
          </p:nvPr>
        </p:nvSpPr>
        <p:spPr>
          <a:xfrm>
            <a:off x="3474719" y="1376363"/>
            <a:ext cx="2377440" cy="400110"/>
          </a:xfrm>
          <a:prstGeom prst="rect">
            <a:avLst/>
          </a:prstGeom>
        </p:spPr>
        <p:txBody>
          <a:bodyPr anchor="t"/>
          <a:lstStyle>
            <a:lvl1pPr marL="0" indent="0">
              <a:buNone/>
              <a:defRPr sz="2000" b="0" i="0" baseline="0">
                <a:solidFill>
                  <a:schemeClr val="accent1"/>
                </a:solidFill>
                <a:latin typeface="Amazon Ember Display" panose="020F0603020204020204" pitchFamily="34" charset="0"/>
                <a:ea typeface="メイリオ" panose="020B0604030504040204" pitchFamily="34" charset="-128"/>
                <a:cs typeface="Amazon Ember Display" panose="020F0603020204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Enter heading here</a:t>
            </a:r>
          </a:p>
        </p:txBody>
      </p:sp>
      <p:sp>
        <p:nvSpPr>
          <p:cNvPr id="7" name="Text Placeholder 4">
            <a:extLst>
              <a:ext uri="{FF2B5EF4-FFF2-40B4-BE49-F238E27FC236}">
                <a16:creationId xmlns:a16="http://schemas.microsoft.com/office/drawing/2014/main" id="{EB7A6272-EB3F-49FE-8293-213DA74B26E7}"/>
              </a:ext>
            </a:extLst>
          </p:cNvPr>
          <p:cNvSpPr>
            <a:spLocks noGrp="1"/>
          </p:cNvSpPr>
          <p:nvPr>
            <p:ph type="body" sz="quarter" idx="10" hasCustomPrompt="1"/>
          </p:nvPr>
        </p:nvSpPr>
        <p:spPr>
          <a:xfrm>
            <a:off x="6339839" y="1376363"/>
            <a:ext cx="2377440" cy="400110"/>
          </a:xfrm>
          <a:prstGeom prst="rect">
            <a:avLst/>
          </a:prstGeom>
        </p:spPr>
        <p:txBody>
          <a:bodyPr anchor="t"/>
          <a:lstStyle>
            <a:lvl1pPr marL="0" indent="0">
              <a:buNone/>
              <a:defRPr sz="2000" b="0" i="0" baseline="0">
                <a:solidFill>
                  <a:schemeClr val="accent1"/>
                </a:solidFill>
                <a:latin typeface="Amazon Ember Display" panose="020F0603020204020204" pitchFamily="34" charset="0"/>
                <a:ea typeface="メイリオ" panose="020B0604030504040204" pitchFamily="34" charset="-128"/>
                <a:cs typeface="Amazon Ember Display" panose="020F0603020204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Enter heading here</a:t>
            </a:r>
          </a:p>
        </p:txBody>
      </p:sp>
      <p:sp>
        <p:nvSpPr>
          <p:cNvPr id="9" name="Text Placeholder 4">
            <a:extLst>
              <a:ext uri="{FF2B5EF4-FFF2-40B4-BE49-F238E27FC236}">
                <a16:creationId xmlns:a16="http://schemas.microsoft.com/office/drawing/2014/main" id="{4A70CBA4-9A7C-4AA6-80BD-DA7E39D565C8}"/>
              </a:ext>
            </a:extLst>
          </p:cNvPr>
          <p:cNvSpPr>
            <a:spLocks noGrp="1"/>
          </p:cNvSpPr>
          <p:nvPr>
            <p:ph type="body" sz="quarter" idx="12" hasCustomPrompt="1"/>
          </p:nvPr>
        </p:nvSpPr>
        <p:spPr>
          <a:xfrm>
            <a:off x="9204960" y="1376363"/>
            <a:ext cx="2377440" cy="400110"/>
          </a:xfrm>
          <a:prstGeom prst="rect">
            <a:avLst/>
          </a:prstGeom>
        </p:spPr>
        <p:txBody>
          <a:bodyPr anchor="t"/>
          <a:lstStyle>
            <a:lvl1pPr marL="0" indent="0">
              <a:buNone/>
              <a:defRPr sz="2000" b="0" i="0" baseline="0">
                <a:solidFill>
                  <a:schemeClr val="accent1"/>
                </a:solidFill>
                <a:latin typeface="Amazon Ember Display" panose="020F0603020204020204" pitchFamily="34" charset="0"/>
                <a:ea typeface="メイリオ" panose="020B0604030504040204" pitchFamily="34" charset="-128"/>
                <a:cs typeface="Amazon Ember Display" panose="020F0603020204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Enter heading here</a:t>
            </a:r>
          </a:p>
        </p:txBody>
      </p:sp>
      <p:sp>
        <p:nvSpPr>
          <p:cNvPr id="11" name="Date Placeholder 10">
            <a:extLst>
              <a:ext uri="{FF2B5EF4-FFF2-40B4-BE49-F238E27FC236}">
                <a16:creationId xmlns:a16="http://schemas.microsoft.com/office/drawing/2014/main" id="{ADEB3A35-9813-4635-AE9D-3B9F6CA53160}"/>
              </a:ext>
            </a:extLst>
          </p:cNvPr>
          <p:cNvSpPr>
            <a:spLocks noGrp="1"/>
          </p:cNvSpPr>
          <p:nvPr>
            <p:ph type="dt" sz="half" idx="14"/>
          </p:nvPr>
        </p:nvSpPr>
        <p:spPr/>
        <p:txBody>
          <a:bodyPr/>
          <a:lstStyle>
            <a:lvl1pPr>
              <a:defRPr b="0" i="0">
                <a:latin typeface="Amazon Ember Display" panose="020F0603020204020204" pitchFamily="34" charset="0"/>
              </a:defRPr>
            </a:lvl1pPr>
          </a:lstStyle>
          <a:p>
            <a:fld id="{09F2B1FE-BF23-1047-B8E4-45FE5C06E8C4}" type="datetime1">
              <a:rPr lang="ja-JP" altLang="en-US" smtClean="0"/>
              <a:t>2026/1/26</a:t>
            </a:fld>
            <a:endParaRPr lang="en-US" dirty="0"/>
          </a:p>
        </p:txBody>
      </p:sp>
      <p:sp>
        <p:nvSpPr>
          <p:cNvPr id="12" name="Footer Placeholder 11">
            <a:extLst>
              <a:ext uri="{FF2B5EF4-FFF2-40B4-BE49-F238E27FC236}">
                <a16:creationId xmlns:a16="http://schemas.microsoft.com/office/drawing/2014/main" id="{2617FC00-CD62-4B48-80A6-4E68401E9601}"/>
              </a:ext>
            </a:extLst>
          </p:cNvPr>
          <p:cNvSpPr>
            <a:spLocks noGrp="1"/>
          </p:cNvSpPr>
          <p:nvPr>
            <p:ph type="ftr" sz="quarter" idx="15"/>
          </p:nvPr>
        </p:nvSpPr>
        <p:spPr/>
        <p:txBody>
          <a:bodyPr/>
          <a:lstStyle>
            <a:lvl1pPr>
              <a:defRPr b="0" i="0">
                <a:latin typeface="Amazon Ember Display" panose="020F0603020204020204" pitchFamily="34" charset="0"/>
              </a:defRPr>
            </a:lvl1pPr>
          </a:lstStyle>
          <a:p>
            <a:endParaRPr lang="en-US" dirty="0"/>
          </a:p>
        </p:txBody>
      </p:sp>
      <p:sp>
        <p:nvSpPr>
          <p:cNvPr id="13" name="Slide Number Placeholder 12">
            <a:extLst>
              <a:ext uri="{FF2B5EF4-FFF2-40B4-BE49-F238E27FC236}">
                <a16:creationId xmlns:a16="http://schemas.microsoft.com/office/drawing/2014/main" id="{1F0D3C1B-0D24-4BCA-810C-31D050008A6D}"/>
              </a:ext>
            </a:extLst>
          </p:cNvPr>
          <p:cNvSpPr>
            <a:spLocks noGrp="1"/>
          </p:cNvSpPr>
          <p:nvPr>
            <p:ph type="sldNum" sz="quarter" idx="16"/>
          </p:nvPr>
        </p:nvSpPr>
        <p:spPr>
          <a:xfrm>
            <a:off x="9113838" y="6200775"/>
            <a:ext cx="2743200" cy="365125"/>
          </a:xfrm>
          <a:prstGeom prst="rect">
            <a:avLst/>
          </a:prstGeom>
        </p:spPr>
        <p:txBody>
          <a:bodyPr/>
          <a:lstStyle>
            <a:lvl1pPr>
              <a:defRPr b="0" i="0">
                <a:latin typeface="Amazon Ember Display" panose="020F0603020204020204" pitchFamily="34" charset="0"/>
              </a:defRPr>
            </a:lvl1pPr>
          </a:lstStyle>
          <a:p>
            <a:fld id="{EB4B8DE2-A4E8-46E4-8BBF-D75455EFF32C}" type="slidenum">
              <a:rPr lang="en-US" smtClean="0"/>
              <a:pPr/>
              <a:t>‹#›</a:t>
            </a:fld>
            <a:endParaRPr lang="en-US" dirty="0"/>
          </a:p>
        </p:txBody>
      </p:sp>
      <p:sp>
        <p:nvSpPr>
          <p:cNvPr id="20" name="Text Placeholder 2">
            <a:extLst>
              <a:ext uri="{FF2B5EF4-FFF2-40B4-BE49-F238E27FC236}">
                <a16:creationId xmlns:a16="http://schemas.microsoft.com/office/drawing/2014/main" id="{ECEBF952-C2B0-D5F1-2996-B0180AEE882A}"/>
              </a:ext>
            </a:extLst>
          </p:cNvPr>
          <p:cNvSpPr>
            <a:spLocks noGrp="1"/>
          </p:cNvSpPr>
          <p:nvPr>
            <p:ph idx="17"/>
          </p:nvPr>
        </p:nvSpPr>
        <p:spPr>
          <a:xfrm>
            <a:off x="615315" y="1745695"/>
            <a:ext cx="2371724" cy="2739211"/>
          </a:xfrm>
          <a:prstGeom prst="rect">
            <a:avLst/>
          </a:prstGeom>
        </p:spPr>
        <p:txBody>
          <a:bodyPr vert="horz" wrap="square" lIns="0" tIns="45720" rIns="0" bIns="45720" rtlCol="0">
            <a:spAutoFit/>
          </a:bodyPr>
          <a:lstStyle>
            <a:lvl1pPr marL="0" indent="0">
              <a:buNone/>
              <a:defRPr/>
            </a:lvl1pPr>
            <a:lvl2pPr marL="280800" indent="0">
              <a:buNone/>
              <a:defRPr/>
            </a:lvl2pPr>
            <a:lvl3pPr marL="622800" indent="0">
              <a:buNone/>
              <a:defRPr/>
            </a:lvl3pPr>
            <a:lvl4pPr marL="795600" indent="0">
              <a:buNone/>
              <a:defRPr/>
            </a:lvl4pPr>
            <a:lvl5pPr marL="968400" indent="0">
              <a:buNone/>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1" name="Text Placeholder 2">
            <a:extLst>
              <a:ext uri="{FF2B5EF4-FFF2-40B4-BE49-F238E27FC236}">
                <a16:creationId xmlns:a16="http://schemas.microsoft.com/office/drawing/2014/main" id="{177E19D5-DF19-5585-F953-BDC878977684}"/>
              </a:ext>
            </a:extLst>
          </p:cNvPr>
          <p:cNvSpPr>
            <a:spLocks noGrp="1"/>
          </p:cNvSpPr>
          <p:nvPr>
            <p:ph idx="18"/>
          </p:nvPr>
        </p:nvSpPr>
        <p:spPr>
          <a:xfrm>
            <a:off x="3480979" y="1745695"/>
            <a:ext cx="2371724" cy="2739211"/>
          </a:xfrm>
          <a:prstGeom prst="rect">
            <a:avLst/>
          </a:prstGeom>
        </p:spPr>
        <p:txBody>
          <a:bodyPr vert="horz" wrap="square" lIns="0" tIns="45720" rIns="0" bIns="45720" rtlCol="0">
            <a:spAutoFit/>
          </a:bodyPr>
          <a:lstStyle>
            <a:lvl1pPr marL="0" indent="0">
              <a:buNone/>
              <a:defRPr/>
            </a:lvl1pPr>
            <a:lvl2pPr marL="280800" indent="0">
              <a:buNone/>
              <a:defRPr/>
            </a:lvl2pPr>
            <a:lvl3pPr marL="622800" indent="0">
              <a:buNone/>
              <a:defRPr/>
            </a:lvl3pPr>
            <a:lvl4pPr marL="795600" indent="0">
              <a:buNone/>
              <a:defRPr/>
            </a:lvl4pPr>
            <a:lvl5pPr marL="968400" indent="0">
              <a:buNone/>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2" name="Text Placeholder 2">
            <a:extLst>
              <a:ext uri="{FF2B5EF4-FFF2-40B4-BE49-F238E27FC236}">
                <a16:creationId xmlns:a16="http://schemas.microsoft.com/office/drawing/2014/main" id="{19A4DC7A-BD17-9477-4633-6BC755600395}"/>
              </a:ext>
            </a:extLst>
          </p:cNvPr>
          <p:cNvSpPr>
            <a:spLocks noGrp="1"/>
          </p:cNvSpPr>
          <p:nvPr>
            <p:ph idx="19"/>
          </p:nvPr>
        </p:nvSpPr>
        <p:spPr>
          <a:xfrm>
            <a:off x="6346643" y="1745695"/>
            <a:ext cx="2371724" cy="2739211"/>
          </a:xfrm>
          <a:prstGeom prst="rect">
            <a:avLst/>
          </a:prstGeom>
        </p:spPr>
        <p:txBody>
          <a:bodyPr vert="horz" wrap="square" lIns="0" tIns="45720" rIns="0" bIns="45720" rtlCol="0">
            <a:spAutoFit/>
          </a:bodyPr>
          <a:lstStyle>
            <a:lvl1pPr marL="0" indent="0">
              <a:buNone/>
              <a:defRPr/>
            </a:lvl1pPr>
            <a:lvl2pPr marL="280800" indent="0">
              <a:buNone/>
              <a:defRPr/>
            </a:lvl2pPr>
            <a:lvl3pPr marL="622800" indent="0">
              <a:buNone/>
              <a:defRPr/>
            </a:lvl3pPr>
            <a:lvl4pPr marL="795600" indent="0">
              <a:buNone/>
              <a:defRPr/>
            </a:lvl4pPr>
            <a:lvl5pPr marL="968400" indent="0">
              <a:buNone/>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3" name="Text Placeholder 2">
            <a:extLst>
              <a:ext uri="{FF2B5EF4-FFF2-40B4-BE49-F238E27FC236}">
                <a16:creationId xmlns:a16="http://schemas.microsoft.com/office/drawing/2014/main" id="{905E6A9F-0D71-DF26-262C-60F7B03E4F57}"/>
              </a:ext>
            </a:extLst>
          </p:cNvPr>
          <p:cNvSpPr>
            <a:spLocks noGrp="1"/>
          </p:cNvSpPr>
          <p:nvPr>
            <p:ph idx="20"/>
          </p:nvPr>
        </p:nvSpPr>
        <p:spPr>
          <a:xfrm>
            <a:off x="9204143" y="1745695"/>
            <a:ext cx="2371724" cy="2739211"/>
          </a:xfrm>
          <a:prstGeom prst="rect">
            <a:avLst/>
          </a:prstGeom>
        </p:spPr>
        <p:txBody>
          <a:bodyPr vert="horz" wrap="square" lIns="0" tIns="45720" rIns="0" bIns="45720" rtlCol="0">
            <a:spAutoFit/>
          </a:bodyPr>
          <a:lstStyle>
            <a:lvl1pPr marL="0" indent="0">
              <a:buNone/>
              <a:defRPr/>
            </a:lvl1pPr>
            <a:lvl2pPr marL="280800" indent="0">
              <a:buNone/>
              <a:defRPr/>
            </a:lvl2pPr>
            <a:lvl3pPr marL="622800" indent="0">
              <a:buNone/>
              <a:defRPr/>
            </a:lvl3pPr>
            <a:lvl4pPr marL="795600" indent="0">
              <a:buNone/>
              <a:defRPr/>
            </a:lvl4pPr>
            <a:lvl5pPr marL="968400" indent="0">
              <a:buNone/>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4" name="タイトル 23">
            <a:extLst>
              <a:ext uri="{FF2B5EF4-FFF2-40B4-BE49-F238E27FC236}">
                <a16:creationId xmlns:a16="http://schemas.microsoft.com/office/drawing/2014/main" id="{B5950E2C-33E3-A32E-FCE9-2ACA95D5CEC5}"/>
              </a:ext>
            </a:extLst>
          </p:cNvPr>
          <p:cNvSpPr>
            <a:spLocks noGrp="1"/>
          </p:cNvSpPr>
          <p:nvPr>
            <p:ph type="title"/>
          </p:nvPr>
        </p:nvSpPr>
        <p:spPr/>
        <p:txBody>
          <a:bodyPr/>
          <a:lstStyle/>
          <a:p>
            <a:r>
              <a:rPr kumimoji="1" lang="ja-JP" altLang="en-US"/>
              <a:t>マスター タイトルの書式設定</a:t>
            </a:r>
          </a:p>
        </p:txBody>
      </p:sp>
    </p:spTree>
    <p:extLst>
      <p:ext uri="{BB962C8B-B14F-4D97-AF65-F5344CB8AC3E}">
        <p14:creationId xmlns:p14="http://schemas.microsoft.com/office/powerpoint/2010/main" val="4344336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344">
          <p15:clr>
            <a:srgbClr val="FBAE40"/>
          </p15:clr>
        </p15:guide>
      </p15:sldGuideLst>
    </p:ext>
  </p:extLst>
</p:sldLayout>
</file>

<file path=ppt/slideLayouts/slideLayout96.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170FD460-44A4-4368-BEE3-4B57384F2DAD}"/>
              </a:ext>
            </a:extLst>
          </p:cNvPr>
          <p:cNvSpPr>
            <a:spLocks noGrp="1"/>
          </p:cNvSpPr>
          <p:nvPr>
            <p:ph type="pic" idx="1"/>
          </p:nvPr>
        </p:nvSpPr>
        <p:spPr>
          <a:xfrm>
            <a:off x="6210300" y="1376363"/>
            <a:ext cx="5372100" cy="4495798"/>
          </a:xfrm>
          <a:prstGeom prst="rect">
            <a:avLst/>
          </a:prstGeom>
        </p:spPr>
        <p:txBody>
          <a:bodyPr>
            <a:noAutofit/>
          </a:bodyPr>
          <a:lstStyle>
            <a:lvl1pPr marL="0" indent="0">
              <a:buNone/>
              <a:defRPr sz="2400" b="0" i="0">
                <a:latin typeface="Amazon Ember Display" panose="020F0603020204020204" pitchFamily="34" charset="0"/>
                <a:ea typeface="Amazon Ember Display" panose="020F0603020204020204" pitchFamily="34" charset="0"/>
                <a:cs typeface="Amazon Ember Display" panose="020F0603020204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icon to add picture</a:t>
            </a:r>
          </a:p>
        </p:txBody>
      </p:sp>
      <p:sp>
        <p:nvSpPr>
          <p:cNvPr id="4" name="Text Placeholder 3">
            <a:extLst>
              <a:ext uri="{FF2B5EF4-FFF2-40B4-BE49-F238E27FC236}">
                <a16:creationId xmlns:a16="http://schemas.microsoft.com/office/drawing/2014/main" id="{F6F8F45C-51B3-4A66-AF8A-1A15D1257108}"/>
              </a:ext>
            </a:extLst>
          </p:cNvPr>
          <p:cNvSpPr>
            <a:spLocks noGrp="1"/>
          </p:cNvSpPr>
          <p:nvPr>
            <p:ph type="body" sz="half" idx="2" hasCustomPrompt="1"/>
          </p:nvPr>
        </p:nvSpPr>
        <p:spPr>
          <a:xfrm>
            <a:off x="407988" y="1376363"/>
            <a:ext cx="5372101" cy="313932"/>
          </a:xfrm>
          <a:prstGeom prst="rect">
            <a:avLst/>
          </a:prstGeom>
        </p:spPr>
        <p:txBody>
          <a:bodyPr/>
          <a:lstStyle>
            <a:lvl1pPr marL="0" indent="0">
              <a:buNone/>
              <a:defRPr sz="1600" b="0" i="0">
                <a:latin typeface="Amazon Ember Display" panose="020F0603020204020204" pitchFamily="34" charset="0"/>
                <a:ea typeface="Amazon Ember Display" panose="020F0603020204020204" pitchFamily="34" charset="0"/>
                <a:cs typeface="Amazon Ember Display" panose="020F0603020204020204" pitchFamily="34"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Enter descriptive text here</a:t>
            </a:r>
          </a:p>
        </p:txBody>
      </p:sp>
      <p:sp>
        <p:nvSpPr>
          <p:cNvPr id="5" name="Date Placeholder 4">
            <a:extLst>
              <a:ext uri="{FF2B5EF4-FFF2-40B4-BE49-F238E27FC236}">
                <a16:creationId xmlns:a16="http://schemas.microsoft.com/office/drawing/2014/main" id="{9CAB3B1C-D783-464F-B951-6F802A18E624}"/>
              </a:ext>
            </a:extLst>
          </p:cNvPr>
          <p:cNvSpPr>
            <a:spLocks noGrp="1"/>
          </p:cNvSpPr>
          <p:nvPr>
            <p:ph type="dt" sz="half" idx="10"/>
          </p:nvPr>
        </p:nvSpPr>
        <p:spPr/>
        <p:txBody>
          <a:bodyPr/>
          <a:lstStyle>
            <a:lvl1pPr>
              <a:defRPr b="0" i="0">
                <a:latin typeface="Amazon Ember Display" panose="020F0603020204020204" pitchFamily="34" charset="0"/>
              </a:defRPr>
            </a:lvl1pPr>
          </a:lstStyle>
          <a:p>
            <a:fld id="{94DDE961-D105-5E41-8408-2760C417DD55}" type="datetime1">
              <a:rPr lang="ja-JP" altLang="en-US" smtClean="0"/>
              <a:t>2026/1/26</a:t>
            </a:fld>
            <a:endParaRPr lang="en-US" dirty="0"/>
          </a:p>
        </p:txBody>
      </p:sp>
      <p:sp>
        <p:nvSpPr>
          <p:cNvPr id="6" name="Footer Placeholder 5">
            <a:extLst>
              <a:ext uri="{FF2B5EF4-FFF2-40B4-BE49-F238E27FC236}">
                <a16:creationId xmlns:a16="http://schemas.microsoft.com/office/drawing/2014/main" id="{ECB0C078-A6D5-4C61-A732-EC72F4B2E54F}"/>
              </a:ext>
            </a:extLst>
          </p:cNvPr>
          <p:cNvSpPr>
            <a:spLocks noGrp="1"/>
          </p:cNvSpPr>
          <p:nvPr>
            <p:ph type="ftr" sz="quarter" idx="11"/>
          </p:nvPr>
        </p:nvSpPr>
        <p:spPr/>
        <p:txBody>
          <a:bodyPr/>
          <a:lstStyle>
            <a:lvl1pPr>
              <a:defRPr b="0" i="0">
                <a:latin typeface="Amazon Ember Display" panose="020F0603020204020204" pitchFamily="34" charset="0"/>
              </a:defRPr>
            </a:lvl1pPr>
          </a:lstStyle>
          <a:p>
            <a:endParaRPr lang="en-US" dirty="0"/>
          </a:p>
        </p:txBody>
      </p:sp>
      <p:sp>
        <p:nvSpPr>
          <p:cNvPr id="7" name="Slide Number Placeholder 6">
            <a:extLst>
              <a:ext uri="{FF2B5EF4-FFF2-40B4-BE49-F238E27FC236}">
                <a16:creationId xmlns:a16="http://schemas.microsoft.com/office/drawing/2014/main" id="{6BFCB9B7-F1A6-4E7E-9A44-4A1BF91C8917}"/>
              </a:ext>
            </a:extLst>
          </p:cNvPr>
          <p:cNvSpPr>
            <a:spLocks noGrp="1"/>
          </p:cNvSpPr>
          <p:nvPr>
            <p:ph type="sldNum" sz="quarter" idx="12"/>
          </p:nvPr>
        </p:nvSpPr>
        <p:spPr>
          <a:xfrm>
            <a:off x="9113838" y="6216649"/>
            <a:ext cx="2743200" cy="365125"/>
          </a:xfrm>
          <a:prstGeom prst="rect">
            <a:avLst/>
          </a:prstGeom>
        </p:spPr>
        <p:txBody>
          <a:bodyPr/>
          <a:lstStyle>
            <a:lvl1pPr>
              <a:defRPr b="0" i="0">
                <a:latin typeface="Amazon Ember Display" panose="020F0603020204020204" pitchFamily="34" charset="0"/>
              </a:defRPr>
            </a:lvl1pPr>
          </a:lstStyle>
          <a:p>
            <a:fld id="{EB4B8DE2-A4E8-46E4-8BBF-D75455EFF32C}" type="slidenum">
              <a:rPr lang="en-US" smtClean="0"/>
              <a:pPr/>
              <a:t>‹#›</a:t>
            </a:fld>
            <a:endParaRPr lang="en-US" dirty="0"/>
          </a:p>
        </p:txBody>
      </p:sp>
      <p:sp>
        <p:nvSpPr>
          <p:cNvPr id="8" name="タイトル 7">
            <a:extLst>
              <a:ext uri="{FF2B5EF4-FFF2-40B4-BE49-F238E27FC236}">
                <a16:creationId xmlns:a16="http://schemas.microsoft.com/office/drawing/2014/main" id="{2C03EB83-19C6-E5B0-4B52-F0959562B53B}"/>
              </a:ext>
            </a:extLst>
          </p:cNvPr>
          <p:cNvSpPr>
            <a:spLocks noGrp="1"/>
          </p:cNvSpPr>
          <p:nvPr>
            <p:ph type="title"/>
          </p:nvPr>
        </p:nvSpPr>
        <p:spPr/>
        <p:txBody>
          <a:bodyPr/>
          <a:lstStyle/>
          <a:p>
            <a:r>
              <a:rPr kumimoji="1" lang="ja-JP" altLang="en-US"/>
              <a:t>マスター タイトルの書式設定</a:t>
            </a:r>
          </a:p>
        </p:txBody>
      </p:sp>
    </p:spTree>
    <p:extLst>
      <p:ext uri="{BB962C8B-B14F-4D97-AF65-F5344CB8AC3E}">
        <p14:creationId xmlns:p14="http://schemas.microsoft.com/office/powerpoint/2010/main" val="2784747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7.xml><?xml version="1.0" encoding="utf-8"?>
<p:sldLayout xmlns:a="http://schemas.openxmlformats.org/drawingml/2006/main" xmlns:r="http://schemas.openxmlformats.org/officeDocument/2006/relationships" xmlns:p="http://schemas.openxmlformats.org/presentationml/2006/main" preserve="1" userDrawn="1">
  <p:cSld name="Full Screen Photo">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45DE8161-89FB-4C0E-91DC-BB077E8FD54C}"/>
              </a:ext>
            </a:extLst>
          </p:cNvPr>
          <p:cNvSpPr>
            <a:spLocks noGrp="1"/>
          </p:cNvSpPr>
          <p:nvPr>
            <p:ph type="pic" sz="quarter" idx="10"/>
          </p:nvPr>
        </p:nvSpPr>
        <p:spPr>
          <a:xfrm>
            <a:off x="0" y="1"/>
            <a:ext cx="12192000" cy="6857998"/>
          </a:xfrm>
          <a:prstGeom prst="rect">
            <a:avLst/>
          </a:prstGeom>
          <a:solidFill>
            <a:schemeClr val="bg2"/>
          </a:solidFill>
        </p:spPr>
        <p:txBody>
          <a:bodyPr anchor="ctr">
            <a:noAutofit/>
          </a:bodyPr>
          <a:lstStyle>
            <a:lvl1pPr marL="0" indent="0" algn="ctr">
              <a:buNone/>
              <a:defRPr b="0" i="0">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r>
              <a:rPr lang="en-US" dirty="0"/>
              <a:t>Click icon to add picture</a:t>
            </a:r>
          </a:p>
        </p:txBody>
      </p:sp>
    </p:spTree>
    <p:extLst>
      <p:ext uri="{BB962C8B-B14F-4D97-AF65-F5344CB8AC3E}">
        <p14:creationId xmlns:p14="http://schemas.microsoft.com/office/powerpoint/2010/main" val="12569770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8.xml><?xml version="1.0" encoding="utf-8"?>
<p:sldLayout xmlns:a="http://schemas.openxmlformats.org/drawingml/2006/main" xmlns:r="http://schemas.openxmlformats.org/officeDocument/2006/relationships" xmlns:p="http://schemas.openxmlformats.org/presentationml/2006/main" preserve="1" userDrawn="1">
  <p:cSld name="Customer logo wall light">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D4046C62-58BE-4875-9CF1-988E9FBC80B5}"/>
              </a:ext>
            </a:extLst>
          </p:cNvPr>
          <p:cNvSpPr>
            <a:spLocks noGrp="1"/>
          </p:cNvSpPr>
          <p:nvPr>
            <p:ph type="dt" sz="half" idx="10"/>
          </p:nvPr>
        </p:nvSpPr>
        <p:spPr/>
        <p:txBody>
          <a:bodyPr/>
          <a:lstStyle>
            <a:lvl1pPr>
              <a:defRPr b="0" i="0">
                <a:latin typeface="Amazon Ember Display" panose="020F0603020204020204" pitchFamily="34" charset="0"/>
              </a:defRPr>
            </a:lvl1pPr>
          </a:lstStyle>
          <a:p>
            <a:fld id="{0F526293-A74D-0044-83D6-D9DFFCE2F2F7}" type="datetime1">
              <a:rPr lang="ja-JP" altLang="en-US" smtClean="0"/>
              <a:t>2026/1/26</a:t>
            </a:fld>
            <a:endParaRPr lang="en-US" dirty="0"/>
          </a:p>
        </p:txBody>
      </p:sp>
      <p:sp>
        <p:nvSpPr>
          <p:cNvPr id="4" name="Footer Placeholder 3">
            <a:extLst>
              <a:ext uri="{FF2B5EF4-FFF2-40B4-BE49-F238E27FC236}">
                <a16:creationId xmlns:a16="http://schemas.microsoft.com/office/drawing/2014/main" id="{C09F8648-DA5C-4249-B315-5FCC6764F2E8}"/>
              </a:ext>
            </a:extLst>
          </p:cNvPr>
          <p:cNvSpPr>
            <a:spLocks noGrp="1"/>
          </p:cNvSpPr>
          <p:nvPr>
            <p:ph type="ftr" sz="quarter" idx="11"/>
          </p:nvPr>
        </p:nvSpPr>
        <p:spPr/>
        <p:txBody>
          <a:bodyPr/>
          <a:lstStyle>
            <a:lvl1pPr>
              <a:defRPr b="0" i="0">
                <a:latin typeface="Amazon Ember Display" panose="020F0603020204020204" pitchFamily="34" charset="0"/>
              </a:defRPr>
            </a:lvl1pPr>
          </a:lstStyle>
          <a:p>
            <a:endParaRPr lang="en-US" dirty="0"/>
          </a:p>
        </p:txBody>
      </p:sp>
      <p:sp>
        <p:nvSpPr>
          <p:cNvPr id="5" name="Slide Number Placeholder 4">
            <a:extLst>
              <a:ext uri="{FF2B5EF4-FFF2-40B4-BE49-F238E27FC236}">
                <a16:creationId xmlns:a16="http://schemas.microsoft.com/office/drawing/2014/main" id="{7AB4976B-D5E7-498C-99B5-7AA17CD10183}"/>
              </a:ext>
            </a:extLst>
          </p:cNvPr>
          <p:cNvSpPr>
            <a:spLocks noGrp="1"/>
          </p:cNvSpPr>
          <p:nvPr>
            <p:ph type="sldNum" sz="quarter" idx="12"/>
          </p:nvPr>
        </p:nvSpPr>
        <p:spPr>
          <a:xfrm>
            <a:off x="9113837" y="6200775"/>
            <a:ext cx="2743200" cy="365125"/>
          </a:xfrm>
          <a:prstGeom prst="rect">
            <a:avLst/>
          </a:prstGeom>
        </p:spPr>
        <p:txBody>
          <a:bodyPr/>
          <a:lstStyle>
            <a:lvl1pPr>
              <a:defRPr b="0" i="0">
                <a:latin typeface="Amazon Ember Display" panose="020F0603020204020204" pitchFamily="34" charset="0"/>
              </a:defRPr>
            </a:lvl1pPr>
          </a:lstStyle>
          <a:p>
            <a:fld id="{EB4B8DE2-A4E8-46E4-8BBF-D75455EFF32C}" type="slidenum">
              <a:rPr lang="en-US" smtClean="0"/>
              <a:pPr/>
              <a:t>‹#›</a:t>
            </a:fld>
            <a:endParaRPr lang="en-US" dirty="0"/>
          </a:p>
        </p:txBody>
      </p:sp>
      <p:sp>
        <p:nvSpPr>
          <p:cNvPr id="8" name="Content Placeholder 7">
            <a:extLst>
              <a:ext uri="{FF2B5EF4-FFF2-40B4-BE49-F238E27FC236}">
                <a16:creationId xmlns:a16="http://schemas.microsoft.com/office/drawing/2014/main" id="{67C4FF75-DBF1-4846-9B49-7424CC9B81D0}"/>
              </a:ext>
            </a:extLst>
          </p:cNvPr>
          <p:cNvSpPr>
            <a:spLocks noGrp="1"/>
          </p:cNvSpPr>
          <p:nvPr>
            <p:ph sz="quarter" idx="13" hasCustomPrompt="1"/>
          </p:nvPr>
        </p:nvSpPr>
        <p:spPr>
          <a:xfrm>
            <a:off x="790841" y="2194560"/>
            <a:ext cx="1828800" cy="1097280"/>
          </a:xfrm>
          <a:prstGeom prst="rect">
            <a:avLst/>
          </a:prstGeom>
        </p:spPr>
        <p:txBody>
          <a:bodyPr>
            <a:noAutofit/>
          </a:bodyPr>
          <a:lstStyle>
            <a:lvl1pPr marL="0" indent="0">
              <a:buNone/>
              <a:defRPr sz="1100" b="0" i="0">
                <a:solidFill>
                  <a:schemeClr val="tx2"/>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vl2pPr marL="285750" indent="0">
              <a:buNone/>
              <a:defRPr/>
            </a:lvl2pPr>
            <a:lvl3pPr marL="628650" indent="0">
              <a:buNone/>
              <a:defRPr/>
            </a:lvl3pPr>
            <a:lvl4pPr marL="858838" indent="0">
              <a:buNone/>
              <a:defRPr/>
            </a:lvl4pPr>
            <a:lvl5pPr marL="1030288" indent="0">
              <a:buNone/>
              <a:defRPr/>
            </a:lvl5pPr>
          </a:lstStyle>
          <a:p>
            <a:pPr lvl="0"/>
            <a:r>
              <a:rPr lang="en-US" dirty="0"/>
              <a:t>Click photo icon to add logo</a:t>
            </a:r>
          </a:p>
        </p:txBody>
      </p:sp>
      <p:sp>
        <p:nvSpPr>
          <p:cNvPr id="9" name="Content Placeholder 7">
            <a:extLst>
              <a:ext uri="{FF2B5EF4-FFF2-40B4-BE49-F238E27FC236}">
                <a16:creationId xmlns:a16="http://schemas.microsoft.com/office/drawing/2014/main" id="{AA3F6BBD-CD6D-4350-B54B-BE6A362B5E0C}"/>
              </a:ext>
            </a:extLst>
          </p:cNvPr>
          <p:cNvSpPr>
            <a:spLocks noGrp="1"/>
          </p:cNvSpPr>
          <p:nvPr>
            <p:ph sz="quarter" idx="14" hasCustomPrompt="1"/>
          </p:nvPr>
        </p:nvSpPr>
        <p:spPr>
          <a:xfrm>
            <a:off x="9572359" y="2194560"/>
            <a:ext cx="1828800" cy="1097280"/>
          </a:xfrm>
          <a:prstGeom prst="rect">
            <a:avLst/>
          </a:prstGeom>
        </p:spPr>
        <p:txBody>
          <a:bodyPr>
            <a:noAutofit/>
          </a:bodyPr>
          <a:lstStyle>
            <a:lvl1pPr marL="0" indent="0">
              <a:buNone/>
              <a:defRPr sz="1100" b="0" i="0">
                <a:solidFill>
                  <a:schemeClr val="tx2"/>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vl2pPr marL="285750" indent="0">
              <a:buNone/>
              <a:defRPr/>
            </a:lvl2pPr>
            <a:lvl3pPr marL="628650" indent="0">
              <a:buNone/>
              <a:defRPr/>
            </a:lvl3pPr>
            <a:lvl4pPr marL="858838" indent="0">
              <a:buNone/>
              <a:defRPr/>
            </a:lvl4pPr>
            <a:lvl5pPr marL="1030288" indent="0">
              <a:buNone/>
              <a:defRPr/>
            </a:lvl5pPr>
          </a:lstStyle>
          <a:p>
            <a:pPr lvl="0"/>
            <a:r>
              <a:rPr lang="en-US" dirty="0"/>
              <a:t>Click photo icon to add logo</a:t>
            </a:r>
          </a:p>
        </p:txBody>
      </p:sp>
      <p:sp>
        <p:nvSpPr>
          <p:cNvPr id="10" name="Content Placeholder 7">
            <a:extLst>
              <a:ext uri="{FF2B5EF4-FFF2-40B4-BE49-F238E27FC236}">
                <a16:creationId xmlns:a16="http://schemas.microsoft.com/office/drawing/2014/main" id="{F03249D0-599C-470C-AF38-A23174D881DA}"/>
              </a:ext>
            </a:extLst>
          </p:cNvPr>
          <p:cNvSpPr>
            <a:spLocks noGrp="1"/>
          </p:cNvSpPr>
          <p:nvPr>
            <p:ph sz="quarter" idx="15" hasCustomPrompt="1"/>
          </p:nvPr>
        </p:nvSpPr>
        <p:spPr>
          <a:xfrm>
            <a:off x="3718014" y="2194560"/>
            <a:ext cx="1828800" cy="1097280"/>
          </a:xfrm>
          <a:prstGeom prst="rect">
            <a:avLst/>
          </a:prstGeom>
        </p:spPr>
        <p:txBody>
          <a:bodyPr>
            <a:noAutofit/>
          </a:bodyPr>
          <a:lstStyle>
            <a:lvl1pPr marL="0" indent="0">
              <a:buNone/>
              <a:defRPr sz="1100" b="0" i="0">
                <a:solidFill>
                  <a:schemeClr val="tx2"/>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vl2pPr marL="285750" indent="0">
              <a:buNone/>
              <a:defRPr/>
            </a:lvl2pPr>
            <a:lvl3pPr marL="628650" indent="0">
              <a:buNone/>
              <a:defRPr/>
            </a:lvl3pPr>
            <a:lvl4pPr marL="858838" indent="0">
              <a:buNone/>
              <a:defRPr/>
            </a:lvl4pPr>
            <a:lvl5pPr marL="1030288" indent="0">
              <a:buNone/>
              <a:defRPr/>
            </a:lvl5pPr>
          </a:lstStyle>
          <a:p>
            <a:pPr lvl="0"/>
            <a:r>
              <a:rPr lang="en-US" dirty="0"/>
              <a:t>Click photo icon to add logo</a:t>
            </a:r>
          </a:p>
        </p:txBody>
      </p:sp>
      <p:sp>
        <p:nvSpPr>
          <p:cNvPr id="11" name="Content Placeholder 7">
            <a:extLst>
              <a:ext uri="{FF2B5EF4-FFF2-40B4-BE49-F238E27FC236}">
                <a16:creationId xmlns:a16="http://schemas.microsoft.com/office/drawing/2014/main" id="{494B0474-3C2B-4A1F-847C-77DB62476761}"/>
              </a:ext>
            </a:extLst>
          </p:cNvPr>
          <p:cNvSpPr>
            <a:spLocks noGrp="1"/>
          </p:cNvSpPr>
          <p:nvPr>
            <p:ph sz="quarter" idx="16" hasCustomPrompt="1"/>
          </p:nvPr>
        </p:nvSpPr>
        <p:spPr>
          <a:xfrm>
            <a:off x="6645187" y="2194560"/>
            <a:ext cx="1828800" cy="1097280"/>
          </a:xfrm>
          <a:prstGeom prst="rect">
            <a:avLst/>
          </a:prstGeom>
        </p:spPr>
        <p:txBody>
          <a:bodyPr>
            <a:noAutofit/>
          </a:bodyPr>
          <a:lstStyle>
            <a:lvl1pPr marL="0" indent="0">
              <a:buNone/>
              <a:defRPr sz="1100" b="0" i="0">
                <a:solidFill>
                  <a:schemeClr val="tx2"/>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vl2pPr marL="285750" indent="0">
              <a:buNone/>
              <a:defRPr/>
            </a:lvl2pPr>
            <a:lvl3pPr marL="628650" indent="0">
              <a:buNone/>
              <a:defRPr/>
            </a:lvl3pPr>
            <a:lvl4pPr marL="858838" indent="0">
              <a:buNone/>
              <a:defRPr/>
            </a:lvl4pPr>
            <a:lvl5pPr marL="1030288" indent="0">
              <a:buNone/>
              <a:defRPr/>
            </a:lvl5pPr>
          </a:lstStyle>
          <a:p>
            <a:pPr lvl="0"/>
            <a:r>
              <a:rPr lang="en-US" dirty="0"/>
              <a:t>Click photo icon to add logo</a:t>
            </a:r>
          </a:p>
        </p:txBody>
      </p:sp>
      <p:sp>
        <p:nvSpPr>
          <p:cNvPr id="12" name="Content Placeholder 7">
            <a:extLst>
              <a:ext uri="{FF2B5EF4-FFF2-40B4-BE49-F238E27FC236}">
                <a16:creationId xmlns:a16="http://schemas.microsoft.com/office/drawing/2014/main" id="{6B3D3A2C-F2FE-4E58-9179-32ACA63A87E0}"/>
              </a:ext>
            </a:extLst>
          </p:cNvPr>
          <p:cNvSpPr>
            <a:spLocks noGrp="1"/>
          </p:cNvSpPr>
          <p:nvPr>
            <p:ph sz="quarter" idx="17" hasCustomPrompt="1"/>
          </p:nvPr>
        </p:nvSpPr>
        <p:spPr>
          <a:xfrm>
            <a:off x="790841" y="4059936"/>
            <a:ext cx="1828800" cy="1097280"/>
          </a:xfrm>
          <a:prstGeom prst="rect">
            <a:avLst/>
          </a:prstGeom>
        </p:spPr>
        <p:txBody>
          <a:bodyPr>
            <a:noAutofit/>
          </a:bodyPr>
          <a:lstStyle>
            <a:lvl1pPr marL="0" indent="0">
              <a:buNone/>
              <a:defRPr sz="1100" b="0" i="0">
                <a:solidFill>
                  <a:schemeClr val="tx2"/>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vl2pPr marL="285750" indent="0">
              <a:buNone/>
              <a:defRPr/>
            </a:lvl2pPr>
            <a:lvl3pPr marL="628650" indent="0">
              <a:buNone/>
              <a:defRPr/>
            </a:lvl3pPr>
            <a:lvl4pPr marL="858838" indent="0">
              <a:buNone/>
              <a:defRPr/>
            </a:lvl4pPr>
            <a:lvl5pPr marL="1030288" indent="0">
              <a:buNone/>
              <a:defRPr/>
            </a:lvl5pPr>
          </a:lstStyle>
          <a:p>
            <a:pPr lvl="0"/>
            <a:r>
              <a:rPr lang="en-US" dirty="0"/>
              <a:t>Click photo icon to add logo</a:t>
            </a:r>
          </a:p>
        </p:txBody>
      </p:sp>
      <p:sp>
        <p:nvSpPr>
          <p:cNvPr id="13" name="Content Placeholder 7">
            <a:extLst>
              <a:ext uri="{FF2B5EF4-FFF2-40B4-BE49-F238E27FC236}">
                <a16:creationId xmlns:a16="http://schemas.microsoft.com/office/drawing/2014/main" id="{D9DA6D6E-7CB2-43EC-A618-77FD5AC68695}"/>
              </a:ext>
            </a:extLst>
          </p:cNvPr>
          <p:cNvSpPr>
            <a:spLocks noGrp="1"/>
          </p:cNvSpPr>
          <p:nvPr>
            <p:ph sz="quarter" idx="18" hasCustomPrompt="1"/>
          </p:nvPr>
        </p:nvSpPr>
        <p:spPr>
          <a:xfrm>
            <a:off x="9572359" y="4059936"/>
            <a:ext cx="1828800" cy="1097280"/>
          </a:xfrm>
          <a:prstGeom prst="rect">
            <a:avLst/>
          </a:prstGeom>
        </p:spPr>
        <p:txBody>
          <a:bodyPr>
            <a:noAutofit/>
          </a:bodyPr>
          <a:lstStyle>
            <a:lvl1pPr marL="0" indent="0">
              <a:buNone/>
              <a:defRPr sz="1100" b="0" i="0">
                <a:solidFill>
                  <a:schemeClr val="tx2"/>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vl2pPr marL="285750" indent="0">
              <a:buNone/>
              <a:defRPr/>
            </a:lvl2pPr>
            <a:lvl3pPr marL="628650" indent="0">
              <a:buNone/>
              <a:defRPr/>
            </a:lvl3pPr>
            <a:lvl4pPr marL="858838" indent="0">
              <a:buNone/>
              <a:defRPr/>
            </a:lvl4pPr>
            <a:lvl5pPr marL="1030288" indent="0">
              <a:buNone/>
              <a:defRPr/>
            </a:lvl5pPr>
          </a:lstStyle>
          <a:p>
            <a:pPr lvl="0"/>
            <a:r>
              <a:rPr lang="en-US" dirty="0"/>
              <a:t>Click photo icon to add logo</a:t>
            </a:r>
          </a:p>
        </p:txBody>
      </p:sp>
      <p:sp>
        <p:nvSpPr>
          <p:cNvPr id="14" name="Content Placeholder 7">
            <a:extLst>
              <a:ext uri="{FF2B5EF4-FFF2-40B4-BE49-F238E27FC236}">
                <a16:creationId xmlns:a16="http://schemas.microsoft.com/office/drawing/2014/main" id="{DD3BB708-38D6-4216-8681-62B5B1293221}"/>
              </a:ext>
            </a:extLst>
          </p:cNvPr>
          <p:cNvSpPr>
            <a:spLocks noGrp="1"/>
          </p:cNvSpPr>
          <p:nvPr>
            <p:ph sz="quarter" idx="19" hasCustomPrompt="1"/>
          </p:nvPr>
        </p:nvSpPr>
        <p:spPr>
          <a:xfrm>
            <a:off x="3718014" y="4059936"/>
            <a:ext cx="1828800" cy="1097280"/>
          </a:xfrm>
          <a:prstGeom prst="rect">
            <a:avLst/>
          </a:prstGeom>
        </p:spPr>
        <p:txBody>
          <a:bodyPr>
            <a:noAutofit/>
          </a:bodyPr>
          <a:lstStyle>
            <a:lvl1pPr marL="0" indent="0">
              <a:buNone/>
              <a:defRPr sz="1100" b="0" i="0">
                <a:solidFill>
                  <a:schemeClr val="tx2"/>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vl2pPr marL="285750" indent="0">
              <a:buNone/>
              <a:defRPr/>
            </a:lvl2pPr>
            <a:lvl3pPr marL="628650" indent="0">
              <a:buNone/>
              <a:defRPr/>
            </a:lvl3pPr>
            <a:lvl4pPr marL="858838" indent="0">
              <a:buNone/>
              <a:defRPr/>
            </a:lvl4pPr>
            <a:lvl5pPr marL="1030288" indent="0">
              <a:buNone/>
              <a:defRPr/>
            </a:lvl5pPr>
          </a:lstStyle>
          <a:p>
            <a:pPr lvl="0"/>
            <a:r>
              <a:rPr lang="en-US" dirty="0"/>
              <a:t>Click photo icon to add logo</a:t>
            </a:r>
          </a:p>
        </p:txBody>
      </p:sp>
      <p:sp>
        <p:nvSpPr>
          <p:cNvPr id="15" name="Content Placeholder 7">
            <a:extLst>
              <a:ext uri="{FF2B5EF4-FFF2-40B4-BE49-F238E27FC236}">
                <a16:creationId xmlns:a16="http://schemas.microsoft.com/office/drawing/2014/main" id="{D95B1CF7-30AD-446D-BB48-437779BB20A2}"/>
              </a:ext>
            </a:extLst>
          </p:cNvPr>
          <p:cNvSpPr>
            <a:spLocks noGrp="1"/>
          </p:cNvSpPr>
          <p:nvPr>
            <p:ph sz="quarter" idx="20" hasCustomPrompt="1"/>
          </p:nvPr>
        </p:nvSpPr>
        <p:spPr>
          <a:xfrm>
            <a:off x="6645187" y="4059936"/>
            <a:ext cx="1828800" cy="1097280"/>
          </a:xfrm>
          <a:prstGeom prst="rect">
            <a:avLst/>
          </a:prstGeom>
        </p:spPr>
        <p:txBody>
          <a:bodyPr>
            <a:noAutofit/>
          </a:bodyPr>
          <a:lstStyle>
            <a:lvl1pPr marL="0" indent="0">
              <a:buNone/>
              <a:defRPr sz="1100" b="0" i="0">
                <a:solidFill>
                  <a:schemeClr val="tx2"/>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vl2pPr marL="285750" indent="0">
              <a:buNone/>
              <a:defRPr/>
            </a:lvl2pPr>
            <a:lvl3pPr marL="628650" indent="0">
              <a:buNone/>
              <a:defRPr/>
            </a:lvl3pPr>
            <a:lvl4pPr marL="858838" indent="0">
              <a:buNone/>
              <a:defRPr/>
            </a:lvl4pPr>
            <a:lvl5pPr marL="1030288" indent="0">
              <a:buNone/>
              <a:defRPr/>
            </a:lvl5pPr>
          </a:lstStyle>
          <a:p>
            <a:pPr lvl="0"/>
            <a:r>
              <a:rPr lang="en-US" dirty="0"/>
              <a:t>Click photo icon to add logo</a:t>
            </a:r>
          </a:p>
        </p:txBody>
      </p:sp>
      <p:sp>
        <p:nvSpPr>
          <p:cNvPr id="6" name="タイトル 5">
            <a:extLst>
              <a:ext uri="{FF2B5EF4-FFF2-40B4-BE49-F238E27FC236}">
                <a16:creationId xmlns:a16="http://schemas.microsoft.com/office/drawing/2014/main" id="{6585E8A0-2170-010D-A7BD-77D49B0758D1}"/>
              </a:ext>
            </a:extLst>
          </p:cNvPr>
          <p:cNvSpPr>
            <a:spLocks noGrp="1"/>
          </p:cNvSpPr>
          <p:nvPr>
            <p:ph type="title"/>
          </p:nvPr>
        </p:nvSpPr>
        <p:spPr/>
        <p:txBody>
          <a:bodyPr/>
          <a:lstStyle/>
          <a:p>
            <a:r>
              <a:rPr kumimoji="1" lang="ja-JP" altLang="en-US"/>
              <a:t>マスター タイトルの書式設定</a:t>
            </a:r>
          </a:p>
        </p:txBody>
      </p:sp>
    </p:spTree>
    <p:extLst>
      <p:ext uri="{BB962C8B-B14F-4D97-AF65-F5344CB8AC3E}">
        <p14:creationId xmlns:p14="http://schemas.microsoft.com/office/powerpoint/2010/main" val="38840848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9.xml><?xml version="1.0" encoding="utf-8"?>
<p:sldLayout xmlns:a="http://schemas.openxmlformats.org/drawingml/2006/main" xmlns:r="http://schemas.openxmlformats.org/officeDocument/2006/relationships" xmlns:p="http://schemas.openxmlformats.org/presentationml/2006/main" preserve="1" userDrawn="1">
  <p:cSld name="Two Content with Bullets">
    <p:spTree>
      <p:nvGrpSpPr>
        <p:cNvPr id="1" name=""/>
        <p:cNvGrpSpPr/>
        <p:nvPr/>
      </p:nvGrpSpPr>
      <p:grpSpPr>
        <a:xfrm>
          <a:off x="0" y="0"/>
          <a:ext cx="0" cy="0"/>
          <a:chOff x="0" y="0"/>
          <a:chExt cx="0" cy="0"/>
        </a:xfrm>
      </p:grpSpPr>
      <p:sp>
        <p:nvSpPr>
          <p:cNvPr id="5" name="Date Placeholder 4">
            <a:extLst>
              <a:ext uri="{FF2B5EF4-FFF2-40B4-BE49-F238E27FC236}">
                <a16:creationId xmlns:a16="http://schemas.microsoft.com/office/drawing/2014/main" id="{C3285F99-D5A6-480F-A674-A76B9194560B}"/>
              </a:ext>
            </a:extLst>
          </p:cNvPr>
          <p:cNvSpPr>
            <a:spLocks noGrp="1"/>
          </p:cNvSpPr>
          <p:nvPr>
            <p:ph type="dt" sz="half" idx="10"/>
          </p:nvPr>
        </p:nvSpPr>
        <p:spPr/>
        <p:txBody>
          <a:bodyPr/>
          <a:lstStyle>
            <a:lvl1pPr>
              <a:defRPr b="0" i="0">
                <a:latin typeface="Amazon Ember Display" panose="020F0603020204020204" pitchFamily="34" charset="0"/>
              </a:defRPr>
            </a:lvl1pPr>
          </a:lstStyle>
          <a:p>
            <a:fld id="{98988695-00B4-504B-8F9B-CE39F1BA222C}" type="datetime1">
              <a:rPr lang="ja-JP" altLang="en-US" smtClean="0"/>
              <a:t>2026/1/26</a:t>
            </a:fld>
            <a:endParaRPr lang="en-US" dirty="0"/>
          </a:p>
        </p:txBody>
      </p:sp>
      <p:sp>
        <p:nvSpPr>
          <p:cNvPr id="6" name="Footer Placeholder 5">
            <a:extLst>
              <a:ext uri="{FF2B5EF4-FFF2-40B4-BE49-F238E27FC236}">
                <a16:creationId xmlns:a16="http://schemas.microsoft.com/office/drawing/2014/main" id="{A46AC62E-3DD2-43DB-9AAA-009DDB88F8DD}"/>
              </a:ext>
            </a:extLst>
          </p:cNvPr>
          <p:cNvSpPr>
            <a:spLocks noGrp="1"/>
          </p:cNvSpPr>
          <p:nvPr>
            <p:ph type="ftr" sz="quarter" idx="11"/>
          </p:nvPr>
        </p:nvSpPr>
        <p:spPr/>
        <p:txBody>
          <a:bodyPr/>
          <a:lstStyle>
            <a:lvl1pPr>
              <a:defRPr b="0" i="0">
                <a:latin typeface="Amazon Ember Display" panose="020F0603020204020204" pitchFamily="34" charset="0"/>
              </a:defRPr>
            </a:lvl1pPr>
          </a:lstStyle>
          <a:p>
            <a:endParaRPr lang="en-US" dirty="0"/>
          </a:p>
        </p:txBody>
      </p:sp>
      <p:sp>
        <p:nvSpPr>
          <p:cNvPr id="7" name="Slide Number Placeholder 6">
            <a:extLst>
              <a:ext uri="{FF2B5EF4-FFF2-40B4-BE49-F238E27FC236}">
                <a16:creationId xmlns:a16="http://schemas.microsoft.com/office/drawing/2014/main" id="{0BB9EF5C-832F-4F15-B95C-60157E7BD831}"/>
              </a:ext>
            </a:extLst>
          </p:cNvPr>
          <p:cNvSpPr>
            <a:spLocks noGrp="1"/>
          </p:cNvSpPr>
          <p:nvPr>
            <p:ph type="sldNum" sz="quarter" idx="12"/>
          </p:nvPr>
        </p:nvSpPr>
        <p:spPr>
          <a:xfrm>
            <a:off x="9113838" y="6200775"/>
            <a:ext cx="2743200" cy="365125"/>
          </a:xfrm>
          <a:prstGeom prst="rect">
            <a:avLst/>
          </a:prstGeom>
        </p:spPr>
        <p:txBody>
          <a:bodyPr/>
          <a:lstStyle>
            <a:lvl1pPr>
              <a:defRPr b="0" i="0">
                <a:latin typeface="Amazon Ember Display" panose="020F0603020204020204" pitchFamily="34" charset="0"/>
              </a:defRPr>
            </a:lvl1pPr>
          </a:lstStyle>
          <a:p>
            <a:fld id="{EB4B8DE2-A4E8-46E4-8BBF-D75455EFF32C}" type="slidenum">
              <a:rPr lang="en-US" smtClean="0"/>
              <a:pPr/>
              <a:t>‹#›</a:t>
            </a:fld>
            <a:endParaRPr lang="en-US" dirty="0"/>
          </a:p>
        </p:txBody>
      </p:sp>
      <p:sp>
        <p:nvSpPr>
          <p:cNvPr id="8" name="タイトル 7">
            <a:extLst>
              <a:ext uri="{FF2B5EF4-FFF2-40B4-BE49-F238E27FC236}">
                <a16:creationId xmlns:a16="http://schemas.microsoft.com/office/drawing/2014/main" id="{42002330-5DFB-E116-3CAA-815162C55E47}"/>
              </a:ext>
            </a:extLst>
          </p:cNvPr>
          <p:cNvSpPr>
            <a:spLocks noGrp="1"/>
          </p:cNvSpPr>
          <p:nvPr>
            <p:ph type="title"/>
          </p:nvPr>
        </p:nvSpPr>
        <p:spPr/>
        <p:txBody>
          <a:bodyPr/>
          <a:lstStyle/>
          <a:p>
            <a:r>
              <a:rPr kumimoji="1" lang="ja-JP" altLang="en-US"/>
              <a:t>マスター タイトルの書式設定</a:t>
            </a:r>
          </a:p>
        </p:txBody>
      </p:sp>
      <p:sp>
        <p:nvSpPr>
          <p:cNvPr id="9" name="Text Placeholder 2">
            <a:extLst>
              <a:ext uri="{FF2B5EF4-FFF2-40B4-BE49-F238E27FC236}">
                <a16:creationId xmlns:a16="http://schemas.microsoft.com/office/drawing/2014/main" id="{928EDE52-24EF-FBB6-491E-53D506790A63}"/>
              </a:ext>
            </a:extLst>
          </p:cNvPr>
          <p:cNvSpPr>
            <a:spLocks noGrp="1"/>
          </p:cNvSpPr>
          <p:nvPr>
            <p:ph idx="13"/>
          </p:nvPr>
        </p:nvSpPr>
        <p:spPr>
          <a:xfrm>
            <a:off x="407988" y="1376363"/>
            <a:ext cx="5248273" cy="2062103"/>
          </a:xfrm>
          <a:prstGeom prst="rect">
            <a:avLst/>
          </a:prstGeom>
        </p:spPr>
        <p:txBody>
          <a:bodyPr vert="horz" wrap="square" lIns="0" tIns="45720" rIns="0" bIns="45720" rtlCol="0">
            <a:sp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Text Placeholder 2">
            <a:extLst>
              <a:ext uri="{FF2B5EF4-FFF2-40B4-BE49-F238E27FC236}">
                <a16:creationId xmlns:a16="http://schemas.microsoft.com/office/drawing/2014/main" id="{C26134E8-C56F-D295-A6AB-67D0994B315B}"/>
              </a:ext>
            </a:extLst>
          </p:cNvPr>
          <p:cNvSpPr>
            <a:spLocks noGrp="1"/>
          </p:cNvSpPr>
          <p:nvPr>
            <p:ph idx="14"/>
          </p:nvPr>
        </p:nvSpPr>
        <p:spPr>
          <a:xfrm>
            <a:off x="6098496" y="1376363"/>
            <a:ext cx="5248273" cy="2062103"/>
          </a:xfrm>
          <a:prstGeom prst="rect">
            <a:avLst/>
          </a:prstGeom>
        </p:spPr>
        <p:txBody>
          <a:bodyPr vert="horz" wrap="square" lIns="0" tIns="45720" rIns="0" bIns="45720" rtlCol="0">
            <a:sp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4606030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3840">
          <p15:clr>
            <a:srgbClr val="FBAE40"/>
          </p15:clr>
        </p15:guide>
      </p15:sldGuideLst>
    </p:ext>
  </p:extLst>
</p:sldLayout>
</file>

<file path=ppt/slideLayouts/slideLayout100.xml><?xml version="1.0" encoding="utf-8"?>
<p:sldLayout xmlns:a="http://schemas.openxmlformats.org/drawingml/2006/main" xmlns:r="http://schemas.openxmlformats.org/officeDocument/2006/relationships" xmlns:p="http://schemas.openxmlformats.org/presentationml/2006/main" preserve="1" userDrawn="1">
  <p:cSld name="Two Content with Subtitle">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D29D7037-6014-41C7-AAA4-041F7B6E5108}"/>
              </a:ext>
            </a:extLst>
          </p:cNvPr>
          <p:cNvSpPr>
            <a:spLocks noGrp="1"/>
          </p:cNvSpPr>
          <p:nvPr>
            <p:ph type="body" sz="quarter" idx="10" hasCustomPrompt="1"/>
          </p:nvPr>
        </p:nvSpPr>
        <p:spPr>
          <a:xfrm>
            <a:off x="407987" y="908050"/>
            <a:ext cx="11449049" cy="341632"/>
          </a:xfrm>
          <a:prstGeom prst="rect">
            <a:avLst/>
          </a:prstGeom>
        </p:spPr>
        <p:txBody>
          <a:bodyPr/>
          <a:lstStyle>
            <a:lvl1pPr marL="0" indent="0">
              <a:buNone/>
              <a:defRPr lang="en-US" sz="1800" b="0" i="0" kern="1200" cap="none" spc="0" baseline="0" dirty="0">
                <a:solidFill>
                  <a:schemeClr val="tx1"/>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pPr marL="0" lvl="0" indent="0" algn="l" defTabSz="914400" rtl="0" eaLnBrk="1" latinLnBrk="0" hangingPunct="1">
              <a:lnSpc>
                <a:spcPct val="90000"/>
              </a:lnSpc>
              <a:spcBef>
                <a:spcPts val="1000"/>
              </a:spcBef>
              <a:buFont typeface="Arial" panose="020B0604020202020204" pitchFamily="34" charset="0"/>
              <a:buNone/>
            </a:pPr>
            <a:r>
              <a:rPr lang="en-US" dirty="0"/>
              <a:t>Enter subtitle</a:t>
            </a:r>
          </a:p>
        </p:txBody>
      </p:sp>
      <p:sp>
        <p:nvSpPr>
          <p:cNvPr id="6" name="Date Placeholder 5">
            <a:extLst>
              <a:ext uri="{FF2B5EF4-FFF2-40B4-BE49-F238E27FC236}">
                <a16:creationId xmlns:a16="http://schemas.microsoft.com/office/drawing/2014/main" id="{B7882DCB-3FBB-4107-96D9-358054987DA9}"/>
              </a:ext>
            </a:extLst>
          </p:cNvPr>
          <p:cNvSpPr>
            <a:spLocks noGrp="1"/>
          </p:cNvSpPr>
          <p:nvPr>
            <p:ph type="dt" sz="half" idx="11"/>
          </p:nvPr>
        </p:nvSpPr>
        <p:spPr/>
        <p:txBody>
          <a:bodyPr/>
          <a:lstStyle>
            <a:lvl1pPr>
              <a:defRPr b="0" i="0">
                <a:latin typeface="Amazon Ember Display" panose="020F0603020204020204" pitchFamily="34" charset="0"/>
              </a:defRPr>
            </a:lvl1pPr>
          </a:lstStyle>
          <a:p>
            <a:fld id="{F8B0DF9C-9AB4-8B41-A03B-F4E7A43F2AB4}" type="datetime1">
              <a:rPr lang="ja-JP" altLang="en-US" smtClean="0"/>
              <a:t>2026/1/26</a:t>
            </a:fld>
            <a:endParaRPr lang="en-US" dirty="0"/>
          </a:p>
        </p:txBody>
      </p:sp>
      <p:sp>
        <p:nvSpPr>
          <p:cNvPr id="7" name="Footer Placeholder 6">
            <a:extLst>
              <a:ext uri="{FF2B5EF4-FFF2-40B4-BE49-F238E27FC236}">
                <a16:creationId xmlns:a16="http://schemas.microsoft.com/office/drawing/2014/main" id="{DE50B923-C7E4-4160-8DCE-6199F6C430EF}"/>
              </a:ext>
            </a:extLst>
          </p:cNvPr>
          <p:cNvSpPr>
            <a:spLocks noGrp="1"/>
          </p:cNvSpPr>
          <p:nvPr>
            <p:ph type="ftr" sz="quarter" idx="12"/>
          </p:nvPr>
        </p:nvSpPr>
        <p:spPr/>
        <p:txBody>
          <a:bodyPr/>
          <a:lstStyle>
            <a:lvl1pPr>
              <a:defRPr b="0" i="0">
                <a:latin typeface="Amazon Ember Display" panose="020F0603020204020204" pitchFamily="34" charset="0"/>
              </a:defRPr>
            </a:lvl1pPr>
          </a:lstStyle>
          <a:p>
            <a:endParaRPr lang="en-US" dirty="0"/>
          </a:p>
        </p:txBody>
      </p:sp>
      <p:sp>
        <p:nvSpPr>
          <p:cNvPr id="8" name="Slide Number Placeholder 7">
            <a:extLst>
              <a:ext uri="{FF2B5EF4-FFF2-40B4-BE49-F238E27FC236}">
                <a16:creationId xmlns:a16="http://schemas.microsoft.com/office/drawing/2014/main" id="{C6778C9A-1C98-4EC3-A992-895A3DF0E693}"/>
              </a:ext>
            </a:extLst>
          </p:cNvPr>
          <p:cNvSpPr>
            <a:spLocks noGrp="1"/>
          </p:cNvSpPr>
          <p:nvPr>
            <p:ph type="sldNum" sz="quarter" idx="13"/>
          </p:nvPr>
        </p:nvSpPr>
        <p:spPr>
          <a:xfrm>
            <a:off x="9113836" y="6200775"/>
            <a:ext cx="2743200" cy="365125"/>
          </a:xfrm>
          <a:prstGeom prst="rect">
            <a:avLst/>
          </a:prstGeom>
        </p:spPr>
        <p:txBody>
          <a:bodyPr/>
          <a:lstStyle>
            <a:lvl1pPr>
              <a:defRPr b="0" i="0">
                <a:latin typeface="Amazon Ember Display" panose="020F0603020204020204" pitchFamily="34" charset="0"/>
              </a:defRPr>
            </a:lvl1pPr>
          </a:lstStyle>
          <a:p>
            <a:fld id="{EB4B8DE2-A4E8-46E4-8BBF-D75455EFF32C}" type="slidenum">
              <a:rPr lang="en-US" smtClean="0"/>
              <a:pPr/>
              <a:t>‹#›</a:t>
            </a:fld>
            <a:endParaRPr lang="en-US" dirty="0"/>
          </a:p>
        </p:txBody>
      </p:sp>
      <p:sp>
        <p:nvSpPr>
          <p:cNvPr id="9" name="タイトル 8">
            <a:extLst>
              <a:ext uri="{FF2B5EF4-FFF2-40B4-BE49-F238E27FC236}">
                <a16:creationId xmlns:a16="http://schemas.microsoft.com/office/drawing/2014/main" id="{FFA0930C-A6E3-9648-A576-A4234BDFAB61}"/>
              </a:ext>
            </a:extLst>
          </p:cNvPr>
          <p:cNvSpPr>
            <a:spLocks noGrp="1"/>
          </p:cNvSpPr>
          <p:nvPr>
            <p:ph type="title"/>
          </p:nvPr>
        </p:nvSpPr>
        <p:spPr/>
        <p:txBody>
          <a:bodyPr/>
          <a:lstStyle/>
          <a:p>
            <a:r>
              <a:rPr kumimoji="1" lang="ja-JP" altLang="en-US"/>
              <a:t>マスター タイトルの書式設定</a:t>
            </a:r>
          </a:p>
        </p:txBody>
      </p:sp>
      <p:sp>
        <p:nvSpPr>
          <p:cNvPr id="14" name="Text Placeholder 2">
            <a:extLst>
              <a:ext uri="{FF2B5EF4-FFF2-40B4-BE49-F238E27FC236}">
                <a16:creationId xmlns:a16="http://schemas.microsoft.com/office/drawing/2014/main" id="{2DC0FB73-82EF-3AC3-83E8-30A93199F978}"/>
              </a:ext>
            </a:extLst>
          </p:cNvPr>
          <p:cNvSpPr>
            <a:spLocks noGrp="1"/>
          </p:cNvSpPr>
          <p:nvPr>
            <p:ph idx="14"/>
          </p:nvPr>
        </p:nvSpPr>
        <p:spPr>
          <a:xfrm>
            <a:off x="407988" y="1376363"/>
            <a:ext cx="5248274" cy="2062103"/>
          </a:xfrm>
          <a:prstGeom prst="rect">
            <a:avLst/>
          </a:prstGeom>
        </p:spPr>
        <p:txBody>
          <a:bodyPr vert="horz" wrap="square" lIns="0" tIns="45720" rIns="0" bIns="45720" rtlCol="0">
            <a:spAutoFit/>
          </a:bodyPr>
          <a:lstStyle>
            <a:lvl1pPr marL="0" indent="0">
              <a:buNone/>
              <a:defRPr/>
            </a:lvl1pPr>
            <a:lvl2pPr marL="280800" indent="0">
              <a:buNone/>
              <a:defRPr/>
            </a:lvl2pPr>
            <a:lvl3pPr marL="622800" indent="0">
              <a:buNone/>
              <a:defRPr/>
            </a:lvl3pPr>
            <a:lvl4pPr marL="795600" indent="0">
              <a:buNone/>
              <a:defRPr/>
            </a:lvl4pPr>
            <a:lvl5pPr marL="968400" indent="0">
              <a:buNone/>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5" name="Text Placeholder 2">
            <a:extLst>
              <a:ext uri="{FF2B5EF4-FFF2-40B4-BE49-F238E27FC236}">
                <a16:creationId xmlns:a16="http://schemas.microsoft.com/office/drawing/2014/main" id="{1160D856-97A5-D135-F8A8-2CF0AE778E28}"/>
              </a:ext>
            </a:extLst>
          </p:cNvPr>
          <p:cNvSpPr>
            <a:spLocks noGrp="1"/>
          </p:cNvSpPr>
          <p:nvPr>
            <p:ph idx="15"/>
          </p:nvPr>
        </p:nvSpPr>
        <p:spPr>
          <a:xfrm>
            <a:off x="6096000" y="1376363"/>
            <a:ext cx="5248274" cy="2062103"/>
          </a:xfrm>
          <a:prstGeom prst="rect">
            <a:avLst/>
          </a:prstGeom>
        </p:spPr>
        <p:txBody>
          <a:bodyPr vert="horz" wrap="square" lIns="0" tIns="45720" rIns="0" bIns="45720" rtlCol="0">
            <a:spAutoFit/>
          </a:bodyPr>
          <a:lstStyle>
            <a:lvl1pPr marL="0" indent="0">
              <a:buNone/>
              <a:defRPr/>
            </a:lvl1pPr>
            <a:lvl2pPr marL="280800" indent="0">
              <a:buNone/>
              <a:defRPr/>
            </a:lvl2pPr>
            <a:lvl3pPr marL="622800" indent="0">
              <a:buNone/>
              <a:defRPr/>
            </a:lvl3pPr>
            <a:lvl4pPr marL="795600" indent="0">
              <a:buNone/>
              <a:defRPr/>
            </a:lvl4pPr>
            <a:lvl5pPr marL="968400" indent="0">
              <a:buNone/>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1495541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3840">
          <p15:clr>
            <a:srgbClr val="FBAE40"/>
          </p15:clr>
        </p15:guide>
        <p15:guide id="2" orient="horz" pos="840">
          <p15:clr>
            <a:srgbClr val="9FCC3B"/>
          </p15:clr>
        </p15:guide>
        <p15:guide id="3" orient="horz" pos="1128">
          <p15:clr>
            <a:srgbClr val="9FCC3B"/>
          </p15:clr>
        </p15:guide>
        <p15:guide id="4" orient="horz" pos="1344">
          <p15:clr>
            <a:srgbClr val="FBAE40"/>
          </p15:clr>
        </p15:guide>
      </p15:sldGuideLst>
    </p:ext>
  </p:extLst>
</p:sldLayout>
</file>

<file path=ppt/slideLayouts/slideLayout101.xml><?xml version="1.0" encoding="utf-8"?>
<p:sldLayout xmlns:a="http://schemas.openxmlformats.org/drawingml/2006/main" xmlns:r="http://schemas.openxmlformats.org/officeDocument/2006/relationships" xmlns:p="http://schemas.openxmlformats.org/presentationml/2006/main" preserve="1" userDrawn="1">
  <p:cSld name="Two Content, Subtitle, and Bullets">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0848919E-8A8C-4C90-854E-20FDD2FCCD9E}"/>
              </a:ext>
            </a:extLst>
          </p:cNvPr>
          <p:cNvSpPr>
            <a:spLocks noGrp="1"/>
          </p:cNvSpPr>
          <p:nvPr>
            <p:ph type="body" sz="quarter" idx="10" hasCustomPrompt="1"/>
          </p:nvPr>
        </p:nvSpPr>
        <p:spPr>
          <a:xfrm>
            <a:off x="407987" y="908050"/>
            <a:ext cx="11449049" cy="341632"/>
          </a:xfrm>
          <a:prstGeom prst="rect">
            <a:avLst/>
          </a:prstGeom>
        </p:spPr>
        <p:txBody>
          <a:bodyPr/>
          <a:lstStyle>
            <a:lvl1pPr marL="0" indent="0">
              <a:buNone/>
              <a:defRPr lang="en-US" sz="1800" b="0" i="0" kern="1200" cap="none" spc="0" baseline="0" dirty="0">
                <a:solidFill>
                  <a:schemeClr val="tx1"/>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pPr marL="0" lvl="0" indent="0" algn="l" defTabSz="914400" rtl="0" eaLnBrk="1" latinLnBrk="0" hangingPunct="1">
              <a:lnSpc>
                <a:spcPct val="90000"/>
              </a:lnSpc>
              <a:spcBef>
                <a:spcPts val="1000"/>
              </a:spcBef>
              <a:buFont typeface="Arial" panose="020B0604020202020204" pitchFamily="34" charset="0"/>
              <a:buNone/>
            </a:pPr>
            <a:r>
              <a:rPr lang="en-US" dirty="0"/>
              <a:t>Enter subtitle</a:t>
            </a:r>
          </a:p>
        </p:txBody>
      </p:sp>
      <p:sp>
        <p:nvSpPr>
          <p:cNvPr id="6" name="Date Placeholder 5">
            <a:extLst>
              <a:ext uri="{FF2B5EF4-FFF2-40B4-BE49-F238E27FC236}">
                <a16:creationId xmlns:a16="http://schemas.microsoft.com/office/drawing/2014/main" id="{CFEA9DE9-1720-43CB-BEB4-4A471EA86C1F}"/>
              </a:ext>
            </a:extLst>
          </p:cNvPr>
          <p:cNvSpPr>
            <a:spLocks noGrp="1"/>
          </p:cNvSpPr>
          <p:nvPr>
            <p:ph type="dt" sz="half" idx="11"/>
          </p:nvPr>
        </p:nvSpPr>
        <p:spPr/>
        <p:txBody>
          <a:bodyPr/>
          <a:lstStyle>
            <a:lvl1pPr>
              <a:defRPr b="0" i="0">
                <a:latin typeface="Amazon Ember Display" panose="020F0603020204020204" pitchFamily="34" charset="0"/>
              </a:defRPr>
            </a:lvl1pPr>
          </a:lstStyle>
          <a:p>
            <a:fld id="{5B03B423-ADB6-E347-AEA3-5F0635D0CA1E}" type="datetime1">
              <a:rPr lang="ja-JP" altLang="en-US" smtClean="0"/>
              <a:t>2026/1/26</a:t>
            </a:fld>
            <a:endParaRPr lang="en-US" dirty="0"/>
          </a:p>
        </p:txBody>
      </p:sp>
      <p:sp>
        <p:nvSpPr>
          <p:cNvPr id="7" name="Footer Placeholder 6">
            <a:extLst>
              <a:ext uri="{FF2B5EF4-FFF2-40B4-BE49-F238E27FC236}">
                <a16:creationId xmlns:a16="http://schemas.microsoft.com/office/drawing/2014/main" id="{C644196F-CE34-473D-A802-821F7968F214}"/>
              </a:ext>
            </a:extLst>
          </p:cNvPr>
          <p:cNvSpPr>
            <a:spLocks noGrp="1"/>
          </p:cNvSpPr>
          <p:nvPr>
            <p:ph type="ftr" sz="quarter" idx="12"/>
          </p:nvPr>
        </p:nvSpPr>
        <p:spPr/>
        <p:txBody>
          <a:bodyPr/>
          <a:lstStyle>
            <a:lvl1pPr>
              <a:defRPr b="0" i="0">
                <a:latin typeface="Amazon Ember Display" panose="020F0603020204020204" pitchFamily="34" charset="0"/>
              </a:defRPr>
            </a:lvl1pPr>
          </a:lstStyle>
          <a:p>
            <a:endParaRPr lang="en-US" dirty="0"/>
          </a:p>
        </p:txBody>
      </p:sp>
      <p:sp>
        <p:nvSpPr>
          <p:cNvPr id="8" name="Slide Number Placeholder 7">
            <a:extLst>
              <a:ext uri="{FF2B5EF4-FFF2-40B4-BE49-F238E27FC236}">
                <a16:creationId xmlns:a16="http://schemas.microsoft.com/office/drawing/2014/main" id="{AF4E16D6-76D0-4B95-931F-9F32F34A84E0}"/>
              </a:ext>
            </a:extLst>
          </p:cNvPr>
          <p:cNvSpPr>
            <a:spLocks noGrp="1"/>
          </p:cNvSpPr>
          <p:nvPr>
            <p:ph type="sldNum" sz="quarter" idx="13"/>
          </p:nvPr>
        </p:nvSpPr>
        <p:spPr>
          <a:xfrm>
            <a:off x="9113838" y="6200775"/>
            <a:ext cx="2743200" cy="365125"/>
          </a:xfrm>
          <a:prstGeom prst="rect">
            <a:avLst/>
          </a:prstGeom>
        </p:spPr>
        <p:txBody>
          <a:bodyPr/>
          <a:lstStyle>
            <a:lvl1pPr>
              <a:defRPr b="0" i="0">
                <a:latin typeface="Amazon Ember Display" panose="020F0603020204020204" pitchFamily="34" charset="0"/>
              </a:defRPr>
            </a:lvl1pPr>
          </a:lstStyle>
          <a:p>
            <a:fld id="{EB4B8DE2-A4E8-46E4-8BBF-D75455EFF32C}" type="slidenum">
              <a:rPr lang="en-US" smtClean="0"/>
              <a:pPr/>
              <a:t>‹#›</a:t>
            </a:fld>
            <a:endParaRPr lang="en-US" dirty="0"/>
          </a:p>
        </p:txBody>
      </p:sp>
      <p:sp>
        <p:nvSpPr>
          <p:cNvPr id="9" name="タイトル 8">
            <a:extLst>
              <a:ext uri="{FF2B5EF4-FFF2-40B4-BE49-F238E27FC236}">
                <a16:creationId xmlns:a16="http://schemas.microsoft.com/office/drawing/2014/main" id="{9B7F1397-13FE-8A19-566B-7BF9DD6F8005}"/>
              </a:ext>
            </a:extLst>
          </p:cNvPr>
          <p:cNvSpPr>
            <a:spLocks noGrp="1"/>
          </p:cNvSpPr>
          <p:nvPr>
            <p:ph type="title"/>
          </p:nvPr>
        </p:nvSpPr>
        <p:spPr/>
        <p:txBody>
          <a:bodyPr/>
          <a:lstStyle/>
          <a:p>
            <a:r>
              <a:rPr kumimoji="1" lang="ja-JP" altLang="en-US"/>
              <a:t>マスター タイトルの書式設定</a:t>
            </a:r>
          </a:p>
        </p:txBody>
      </p:sp>
      <p:sp>
        <p:nvSpPr>
          <p:cNvPr id="10" name="Text Placeholder 2">
            <a:extLst>
              <a:ext uri="{FF2B5EF4-FFF2-40B4-BE49-F238E27FC236}">
                <a16:creationId xmlns:a16="http://schemas.microsoft.com/office/drawing/2014/main" id="{EE174332-F4C5-D210-D62D-638C0804A39C}"/>
              </a:ext>
            </a:extLst>
          </p:cNvPr>
          <p:cNvSpPr>
            <a:spLocks noGrp="1"/>
          </p:cNvSpPr>
          <p:nvPr>
            <p:ph idx="1"/>
          </p:nvPr>
        </p:nvSpPr>
        <p:spPr>
          <a:xfrm>
            <a:off x="407987" y="1376363"/>
            <a:ext cx="5331506" cy="2062103"/>
          </a:xfrm>
          <a:prstGeom prst="rect">
            <a:avLst/>
          </a:prstGeom>
        </p:spPr>
        <p:txBody>
          <a:bodyPr vert="horz" wrap="square" lIns="0" tIns="45720" rIns="0" bIns="45720" rtlCol="0">
            <a:sp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Text Placeholder 2">
            <a:extLst>
              <a:ext uri="{FF2B5EF4-FFF2-40B4-BE49-F238E27FC236}">
                <a16:creationId xmlns:a16="http://schemas.microsoft.com/office/drawing/2014/main" id="{B006D057-99E7-2CDC-D2FD-C8A5B560EC2B}"/>
              </a:ext>
            </a:extLst>
          </p:cNvPr>
          <p:cNvSpPr>
            <a:spLocks noGrp="1"/>
          </p:cNvSpPr>
          <p:nvPr>
            <p:ph idx="14"/>
          </p:nvPr>
        </p:nvSpPr>
        <p:spPr>
          <a:xfrm>
            <a:off x="6096000" y="1376363"/>
            <a:ext cx="5331506" cy="2062103"/>
          </a:xfrm>
          <a:prstGeom prst="rect">
            <a:avLst/>
          </a:prstGeom>
        </p:spPr>
        <p:txBody>
          <a:bodyPr vert="horz" wrap="square" lIns="0" tIns="45720" rIns="0" bIns="45720" rtlCol="0">
            <a:sp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4496916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3840">
          <p15:clr>
            <a:srgbClr val="FBAE40"/>
          </p15:clr>
        </p15:guide>
        <p15:guide id="2" orient="horz" pos="840">
          <p15:clr>
            <a:srgbClr val="9FCC3B"/>
          </p15:clr>
        </p15:guide>
        <p15:guide id="3" orient="horz" pos="1128">
          <p15:clr>
            <a:srgbClr val="9FCC3B"/>
          </p15:clr>
        </p15:guide>
        <p15:guide id="4" orient="horz" pos="1344">
          <p15:clr>
            <a:srgbClr val="FBAE40"/>
          </p15:clr>
        </p15:guide>
      </p15:sldGuideLst>
    </p:ext>
  </p:extLst>
</p:sldLayout>
</file>

<file path=ppt/slideLayouts/slideLayout102.xml><?xml version="1.0" encoding="utf-8"?>
<p:sldLayout xmlns:a="http://schemas.openxmlformats.org/drawingml/2006/main" xmlns:r="http://schemas.openxmlformats.org/officeDocument/2006/relationships" xmlns:p="http://schemas.openxmlformats.org/presentationml/2006/main" preserve="1" userDrawn="1">
  <p:cSld name="Quote">
    <p:spTree>
      <p:nvGrpSpPr>
        <p:cNvPr id="1" name=""/>
        <p:cNvGrpSpPr/>
        <p:nvPr/>
      </p:nvGrpSpPr>
      <p:grpSpPr>
        <a:xfrm>
          <a:off x="0" y="0"/>
          <a:ext cx="0" cy="0"/>
          <a:chOff x="0" y="0"/>
          <a:chExt cx="0" cy="0"/>
        </a:xfrm>
      </p:grpSpPr>
      <p:sp>
        <p:nvSpPr>
          <p:cNvPr id="6" name="Rounded Rectangle 5">
            <a:extLst>
              <a:ext uri="{FF2B5EF4-FFF2-40B4-BE49-F238E27FC236}">
                <a16:creationId xmlns:a16="http://schemas.microsoft.com/office/drawing/2014/main" id="{81763FF7-5605-71F8-6697-EB254219C7B0}"/>
              </a:ext>
            </a:extLst>
          </p:cNvPr>
          <p:cNvSpPr/>
          <p:nvPr userDrawn="1"/>
        </p:nvSpPr>
        <p:spPr>
          <a:xfrm>
            <a:off x="512957" y="501806"/>
            <a:ext cx="11240428" cy="5708494"/>
          </a:xfrm>
          <a:prstGeom prst="roundRect">
            <a:avLst>
              <a:gd name="adj" fmla="val 1532"/>
            </a:avLst>
          </a:prstGeom>
          <a:solidFill>
            <a:srgbClr val="1D262F"/>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tIns="45720" rIns="45720" rtlCol="0" anchor="ctr"/>
          <a:lstStyle/>
          <a:p>
            <a:pPr algn="ctr"/>
            <a:endParaRPr lang="en-US" b="0" i="0" dirty="0" err="1">
              <a:solidFill>
                <a:schemeClr val="tx1"/>
              </a:solidFill>
              <a:latin typeface="Amazon Ember Display" panose="020F0603020204020204" pitchFamily="34" charset="0"/>
            </a:endParaRPr>
          </a:p>
        </p:txBody>
      </p:sp>
      <p:sp>
        <p:nvSpPr>
          <p:cNvPr id="9" name="Text Placeholder 8">
            <a:extLst>
              <a:ext uri="{FF2B5EF4-FFF2-40B4-BE49-F238E27FC236}">
                <a16:creationId xmlns:a16="http://schemas.microsoft.com/office/drawing/2014/main" id="{2CC38951-92FB-41A4-A9D4-F3B7D3577EC9}"/>
              </a:ext>
            </a:extLst>
          </p:cNvPr>
          <p:cNvSpPr>
            <a:spLocks noGrp="1"/>
          </p:cNvSpPr>
          <p:nvPr>
            <p:ph type="body" sz="quarter" idx="15" hasCustomPrompt="1"/>
          </p:nvPr>
        </p:nvSpPr>
        <p:spPr>
          <a:xfrm>
            <a:off x="1540082" y="4127500"/>
            <a:ext cx="8067261" cy="400110"/>
          </a:xfrm>
          <a:prstGeom prst="rect">
            <a:avLst/>
          </a:prstGeom>
        </p:spPr>
        <p:txBody>
          <a:bodyPr/>
          <a:lstStyle>
            <a:lvl1pPr marL="0" indent="0">
              <a:spcAft>
                <a:spcPts val="0"/>
              </a:spcAft>
              <a:buNone/>
              <a:defRPr sz="2000" b="0" i="0" baseline="0">
                <a:latin typeface="Amazon Ember Display" panose="020F0603020204020204" pitchFamily="34" charset="0"/>
                <a:ea typeface="メイリオ" panose="020B0604030504040204" pitchFamily="34" charset="-128"/>
                <a:cs typeface="Amazon Ember Display" panose="020F0603020204020204" pitchFamily="34" charset="0"/>
              </a:defRPr>
            </a:lvl1pPr>
          </a:lstStyle>
          <a:p>
            <a:pPr lvl="0"/>
            <a:r>
              <a:rPr lang="en-US" dirty="0"/>
              <a:t>Quoted person’s name</a:t>
            </a:r>
          </a:p>
        </p:txBody>
      </p:sp>
      <p:sp>
        <p:nvSpPr>
          <p:cNvPr id="11" name="Text Placeholder 10">
            <a:extLst>
              <a:ext uri="{FF2B5EF4-FFF2-40B4-BE49-F238E27FC236}">
                <a16:creationId xmlns:a16="http://schemas.microsoft.com/office/drawing/2014/main" id="{3C436BC0-B224-4E6F-99AF-155A3657C058}"/>
              </a:ext>
            </a:extLst>
          </p:cNvPr>
          <p:cNvSpPr>
            <a:spLocks noGrp="1"/>
          </p:cNvSpPr>
          <p:nvPr>
            <p:ph type="body" sz="quarter" idx="16" hasCustomPrompt="1"/>
          </p:nvPr>
        </p:nvSpPr>
        <p:spPr>
          <a:xfrm>
            <a:off x="1540082" y="4496832"/>
            <a:ext cx="8067261" cy="338554"/>
          </a:xfrm>
          <a:prstGeom prst="rect">
            <a:avLst/>
          </a:prstGeom>
        </p:spPr>
        <p:txBody>
          <a:bodyPr/>
          <a:lstStyle>
            <a:lvl1pPr marL="0" indent="0">
              <a:buNone/>
              <a:defRPr sz="1600" b="0" i="0" baseline="0">
                <a:latin typeface="Amazon Ember Display" panose="020F0603020204020204" pitchFamily="34" charset="0"/>
                <a:ea typeface="メイリオ" panose="020B0604030504040204" pitchFamily="34" charset="-128"/>
                <a:cs typeface="Amazon Ember Display" panose="020F0603020204020204" pitchFamily="34" charset="0"/>
              </a:defRPr>
            </a:lvl1pPr>
          </a:lstStyle>
          <a:p>
            <a:pPr lvl="0"/>
            <a:r>
              <a:rPr lang="en-US" dirty="0"/>
              <a:t>Quoted person’s affiliation</a:t>
            </a:r>
          </a:p>
        </p:txBody>
      </p:sp>
      <p:sp>
        <p:nvSpPr>
          <p:cNvPr id="3" name="Date Placeholder 2">
            <a:extLst>
              <a:ext uri="{FF2B5EF4-FFF2-40B4-BE49-F238E27FC236}">
                <a16:creationId xmlns:a16="http://schemas.microsoft.com/office/drawing/2014/main" id="{B11DEF90-4BC7-4449-B8ED-B9BEFD74704A}"/>
              </a:ext>
            </a:extLst>
          </p:cNvPr>
          <p:cNvSpPr>
            <a:spLocks noGrp="1"/>
          </p:cNvSpPr>
          <p:nvPr>
            <p:ph type="dt" sz="half" idx="17"/>
          </p:nvPr>
        </p:nvSpPr>
        <p:spPr/>
        <p:txBody>
          <a:bodyPr/>
          <a:lstStyle>
            <a:lvl1pPr>
              <a:defRPr b="0" i="0">
                <a:latin typeface="Amazon Ember Display" panose="020F0603020204020204" pitchFamily="34" charset="0"/>
              </a:defRPr>
            </a:lvl1pPr>
          </a:lstStyle>
          <a:p>
            <a:fld id="{86FA6984-0C7B-534D-A791-9A06EBECEC15}" type="datetime1">
              <a:rPr lang="ja-JP" altLang="en-US" smtClean="0"/>
              <a:t>2026/1/26</a:t>
            </a:fld>
            <a:endParaRPr lang="en-US" dirty="0"/>
          </a:p>
        </p:txBody>
      </p:sp>
      <p:sp>
        <p:nvSpPr>
          <p:cNvPr id="4" name="Footer Placeholder 3">
            <a:extLst>
              <a:ext uri="{FF2B5EF4-FFF2-40B4-BE49-F238E27FC236}">
                <a16:creationId xmlns:a16="http://schemas.microsoft.com/office/drawing/2014/main" id="{580F1DAA-08EC-40A3-9CC6-57B8099A6FAA}"/>
              </a:ext>
            </a:extLst>
          </p:cNvPr>
          <p:cNvSpPr>
            <a:spLocks noGrp="1"/>
          </p:cNvSpPr>
          <p:nvPr>
            <p:ph type="ftr" sz="quarter" idx="18"/>
          </p:nvPr>
        </p:nvSpPr>
        <p:spPr/>
        <p:txBody>
          <a:bodyPr/>
          <a:lstStyle>
            <a:lvl1pPr>
              <a:defRPr b="0" i="0">
                <a:latin typeface="Amazon Ember Display" panose="020F0603020204020204" pitchFamily="34" charset="0"/>
              </a:defRPr>
            </a:lvl1pPr>
          </a:lstStyle>
          <a:p>
            <a:endParaRPr lang="en-US" dirty="0"/>
          </a:p>
        </p:txBody>
      </p:sp>
      <p:sp>
        <p:nvSpPr>
          <p:cNvPr id="5" name="Slide Number Placeholder 4">
            <a:extLst>
              <a:ext uri="{FF2B5EF4-FFF2-40B4-BE49-F238E27FC236}">
                <a16:creationId xmlns:a16="http://schemas.microsoft.com/office/drawing/2014/main" id="{18D867C9-C0CC-45E6-BDB6-5AAA8DF8A9C3}"/>
              </a:ext>
            </a:extLst>
          </p:cNvPr>
          <p:cNvSpPr>
            <a:spLocks noGrp="1"/>
          </p:cNvSpPr>
          <p:nvPr>
            <p:ph type="sldNum" sz="quarter" idx="19"/>
          </p:nvPr>
        </p:nvSpPr>
        <p:spPr>
          <a:xfrm>
            <a:off x="9113838" y="6200775"/>
            <a:ext cx="2743200" cy="365125"/>
          </a:xfrm>
          <a:prstGeom prst="rect">
            <a:avLst/>
          </a:prstGeom>
        </p:spPr>
        <p:txBody>
          <a:bodyPr/>
          <a:lstStyle>
            <a:lvl1pPr>
              <a:defRPr b="0" i="0">
                <a:latin typeface="Amazon Ember Display" panose="020F0603020204020204" pitchFamily="34" charset="0"/>
              </a:defRPr>
            </a:lvl1pPr>
          </a:lstStyle>
          <a:p>
            <a:fld id="{EB4B8DE2-A4E8-46E4-8BBF-D75455EFF32C}" type="slidenum">
              <a:rPr lang="en-US" smtClean="0"/>
              <a:pPr/>
              <a:t>‹#›</a:t>
            </a:fld>
            <a:endParaRPr lang="en-US" dirty="0"/>
          </a:p>
        </p:txBody>
      </p:sp>
      <p:pic>
        <p:nvPicPr>
          <p:cNvPr id="15" name="Picture 14">
            <a:extLst>
              <a:ext uri="{FF2B5EF4-FFF2-40B4-BE49-F238E27FC236}">
                <a16:creationId xmlns:a16="http://schemas.microsoft.com/office/drawing/2014/main" id="{39B32C00-084F-28C0-BB8F-C28174CF1CE5}"/>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065928" y="1942480"/>
            <a:ext cx="398998" cy="338709"/>
          </a:xfrm>
          <a:prstGeom prst="rect">
            <a:avLst/>
          </a:prstGeom>
        </p:spPr>
      </p:pic>
      <p:sp>
        <p:nvSpPr>
          <p:cNvPr id="16" name="Title 1">
            <a:extLst>
              <a:ext uri="{FF2B5EF4-FFF2-40B4-BE49-F238E27FC236}">
                <a16:creationId xmlns:a16="http://schemas.microsoft.com/office/drawing/2014/main" id="{B57A2FB6-579C-8BDA-C03C-733FDD502CE2}"/>
              </a:ext>
            </a:extLst>
          </p:cNvPr>
          <p:cNvSpPr>
            <a:spLocks noGrp="1"/>
          </p:cNvSpPr>
          <p:nvPr>
            <p:ph type="title" hasCustomPrompt="1"/>
          </p:nvPr>
        </p:nvSpPr>
        <p:spPr>
          <a:xfrm>
            <a:off x="1540082" y="1975199"/>
            <a:ext cx="8067261" cy="1920526"/>
          </a:xfrm>
          <a:prstGeom prst="rect">
            <a:avLst/>
          </a:prstGeom>
        </p:spPr>
        <p:txBody>
          <a:bodyPr anchor="b" anchorCtr="0"/>
          <a:lstStyle>
            <a:lvl1pPr>
              <a:defRPr sz="4400" b="0" i="0" baseline="0">
                <a:latin typeface="Amazon Ember Display" panose="020F0603020204020204" pitchFamily="34" charset="0"/>
                <a:ea typeface="メイリオ" panose="020B0604030504040204" pitchFamily="34" charset="-128"/>
                <a:cs typeface="Amazon Ember Display" panose="020F0603020204020204" pitchFamily="34" charset="0"/>
              </a:defRPr>
            </a:lvl1pPr>
          </a:lstStyle>
          <a:p>
            <a:r>
              <a:rPr lang="en-US" dirty="0"/>
              <a:t>Enter quote here. Reposition quote mark graphics to frame the quote.</a:t>
            </a:r>
          </a:p>
        </p:txBody>
      </p:sp>
    </p:spTree>
    <p:extLst>
      <p:ext uri="{BB962C8B-B14F-4D97-AF65-F5344CB8AC3E}">
        <p14:creationId xmlns:p14="http://schemas.microsoft.com/office/powerpoint/2010/main" val="10038214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464" userDrawn="1">
          <p15:clr>
            <a:srgbClr val="FBAE40"/>
          </p15:clr>
        </p15:guide>
        <p15:guide id="2" orient="horz" pos="2592">
          <p15:clr>
            <a:srgbClr val="FBAE40"/>
          </p15:clr>
        </p15:guide>
      </p15:sldGuideLst>
    </p:ext>
  </p:extLst>
</p:sldLayout>
</file>

<file path=ppt/slideLayouts/slideLayout103.xml><?xml version="1.0" encoding="utf-8"?>
<p:sldLayout xmlns:a="http://schemas.openxmlformats.org/drawingml/2006/main" xmlns:r="http://schemas.openxmlformats.org/officeDocument/2006/relationships" xmlns:p="http://schemas.openxmlformats.org/presentationml/2006/main" preserve="1" userDrawn="1">
  <p:cSld name="Quote Gradient 1">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8E5C7669-14A6-5D54-857D-1FADC64750D5}"/>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9" name="Text Placeholder 8">
            <a:extLst>
              <a:ext uri="{FF2B5EF4-FFF2-40B4-BE49-F238E27FC236}">
                <a16:creationId xmlns:a16="http://schemas.microsoft.com/office/drawing/2014/main" id="{2CC38951-92FB-41A4-A9D4-F3B7D3577EC9}"/>
              </a:ext>
            </a:extLst>
          </p:cNvPr>
          <p:cNvSpPr>
            <a:spLocks noGrp="1"/>
          </p:cNvSpPr>
          <p:nvPr>
            <p:ph type="body" sz="quarter" idx="15" hasCustomPrompt="1"/>
          </p:nvPr>
        </p:nvSpPr>
        <p:spPr>
          <a:xfrm>
            <a:off x="1540082" y="4127500"/>
            <a:ext cx="8067261" cy="400110"/>
          </a:xfrm>
          <a:prstGeom prst="rect">
            <a:avLst/>
          </a:prstGeom>
        </p:spPr>
        <p:txBody>
          <a:bodyPr/>
          <a:lstStyle>
            <a:lvl1pPr marL="0" indent="0">
              <a:spcAft>
                <a:spcPts val="0"/>
              </a:spcAft>
              <a:buNone/>
              <a:defRPr sz="2000" b="0" i="0" baseline="0">
                <a:latin typeface="Amazon Ember Display" panose="020F0603020204020204" pitchFamily="34" charset="0"/>
                <a:ea typeface="メイリオ" panose="020B0604030504040204" pitchFamily="34" charset="-128"/>
                <a:cs typeface="Amazon Ember Display" panose="020F0603020204020204" pitchFamily="34" charset="0"/>
              </a:defRPr>
            </a:lvl1pPr>
          </a:lstStyle>
          <a:p>
            <a:pPr lvl="0"/>
            <a:r>
              <a:rPr lang="en-US" dirty="0"/>
              <a:t>Quoted person’s name</a:t>
            </a:r>
          </a:p>
        </p:txBody>
      </p:sp>
      <p:sp>
        <p:nvSpPr>
          <p:cNvPr id="11" name="Text Placeholder 10">
            <a:extLst>
              <a:ext uri="{FF2B5EF4-FFF2-40B4-BE49-F238E27FC236}">
                <a16:creationId xmlns:a16="http://schemas.microsoft.com/office/drawing/2014/main" id="{3C436BC0-B224-4E6F-99AF-155A3657C058}"/>
              </a:ext>
            </a:extLst>
          </p:cNvPr>
          <p:cNvSpPr>
            <a:spLocks noGrp="1"/>
          </p:cNvSpPr>
          <p:nvPr>
            <p:ph type="body" sz="quarter" idx="16" hasCustomPrompt="1"/>
          </p:nvPr>
        </p:nvSpPr>
        <p:spPr>
          <a:xfrm>
            <a:off x="1540082" y="4496832"/>
            <a:ext cx="8067261" cy="338554"/>
          </a:xfrm>
          <a:prstGeom prst="rect">
            <a:avLst/>
          </a:prstGeom>
        </p:spPr>
        <p:txBody>
          <a:bodyPr/>
          <a:lstStyle>
            <a:lvl1pPr marL="0" indent="0">
              <a:buNone/>
              <a:defRPr sz="1600" b="0" i="0" baseline="0">
                <a:latin typeface="Amazon Ember Display" panose="020F0603020204020204" pitchFamily="34" charset="0"/>
                <a:ea typeface="メイリオ" panose="020B0604030504040204" pitchFamily="34" charset="-128"/>
                <a:cs typeface="Amazon Ember Display" panose="020F0603020204020204" pitchFamily="34" charset="0"/>
              </a:defRPr>
            </a:lvl1pPr>
          </a:lstStyle>
          <a:p>
            <a:pPr lvl="0"/>
            <a:r>
              <a:rPr lang="en-US" dirty="0"/>
              <a:t>Quoted person’s affiliation</a:t>
            </a:r>
          </a:p>
        </p:txBody>
      </p:sp>
      <p:sp>
        <p:nvSpPr>
          <p:cNvPr id="3" name="Date Placeholder 2">
            <a:extLst>
              <a:ext uri="{FF2B5EF4-FFF2-40B4-BE49-F238E27FC236}">
                <a16:creationId xmlns:a16="http://schemas.microsoft.com/office/drawing/2014/main" id="{B11DEF90-4BC7-4449-B8ED-B9BEFD74704A}"/>
              </a:ext>
            </a:extLst>
          </p:cNvPr>
          <p:cNvSpPr>
            <a:spLocks noGrp="1"/>
          </p:cNvSpPr>
          <p:nvPr>
            <p:ph type="dt" sz="half" idx="17"/>
          </p:nvPr>
        </p:nvSpPr>
        <p:spPr/>
        <p:txBody>
          <a:bodyPr/>
          <a:lstStyle>
            <a:lvl1pPr>
              <a:defRPr b="0" i="0">
                <a:latin typeface="Amazon Ember Display" panose="020F0603020204020204" pitchFamily="34" charset="0"/>
              </a:defRPr>
            </a:lvl1pPr>
          </a:lstStyle>
          <a:p>
            <a:fld id="{789EEDA7-044A-E54F-9BA0-724C00CDB5CD}" type="datetime1">
              <a:rPr lang="ja-JP" altLang="en-US" smtClean="0"/>
              <a:t>2026/1/26</a:t>
            </a:fld>
            <a:endParaRPr lang="en-US" dirty="0"/>
          </a:p>
        </p:txBody>
      </p:sp>
      <p:sp>
        <p:nvSpPr>
          <p:cNvPr id="4" name="Footer Placeholder 3">
            <a:extLst>
              <a:ext uri="{FF2B5EF4-FFF2-40B4-BE49-F238E27FC236}">
                <a16:creationId xmlns:a16="http://schemas.microsoft.com/office/drawing/2014/main" id="{580F1DAA-08EC-40A3-9CC6-57B8099A6FAA}"/>
              </a:ext>
            </a:extLst>
          </p:cNvPr>
          <p:cNvSpPr>
            <a:spLocks noGrp="1"/>
          </p:cNvSpPr>
          <p:nvPr>
            <p:ph type="ftr" sz="quarter" idx="18"/>
          </p:nvPr>
        </p:nvSpPr>
        <p:spPr/>
        <p:txBody>
          <a:bodyPr/>
          <a:lstStyle>
            <a:lvl1pPr>
              <a:defRPr b="0" i="0">
                <a:latin typeface="Amazon Ember Display" panose="020F0603020204020204" pitchFamily="34" charset="0"/>
              </a:defRPr>
            </a:lvl1pPr>
          </a:lstStyle>
          <a:p>
            <a:endParaRPr lang="en-US" dirty="0"/>
          </a:p>
        </p:txBody>
      </p:sp>
      <p:sp>
        <p:nvSpPr>
          <p:cNvPr id="5" name="Slide Number Placeholder 4">
            <a:extLst>
              <a:ext uri="{FF2B5EF4-FFF2-40B4-BE49-F238E27FC236}">
                <a16:creationId xmlns:a16="http://schemas.microsoft.com/office/drawing/2014/main" id="{18D867C9-C0CC-45E6-BDB6-5AAA8DF8A9C3}"/>
              </a:ext>
            </a:extLst>
          </p:cNvPr>
          <p:cNvSpPr>
            <a:spLocks noGrp="1"/>
          </p:cNvSpPr>
          <p:nvPr>
            <p:ph type="sldNum" sz="quarter" idx="19"/>
          </p:nvPr>
        </p:nvSpPr>
        <p:spPr>
          <a:xfrm>
            <a:off x="9113838" y="6207250"/>
            <a:ext cx="2743200" cy="365125"/>
          </a:xfrm>
          <a:prstGeom prst="rect">
            <a:avLst/>
          </a:prstGeom>
        </p:spPr>
        <p:txBody>
          <a:bodyPr/>
          <a:lstStyle>
            <a:lvl1pPr>
              <a:defRPr b="0" i="0">
                <a:latin typeface="Amazon Ember Display" panose="020F0603020204020204" pitchFamily="34" charset="0"/>
              </a:defRPr>
            </a:lvl1pPr>
          </a:lstStyle>
          <a:p>
            <a:fld id="{EB4B8DE2-A4E8-46E4-8BBF-D75455EFF32C}" type="slidenum">
              <a:rPr lang="en-US" smtClean="0"/>
              <a:pPr/>
              <a:t>‹#›</a:t>
            </a:fld>
            <a:endParaRPr lang="en-US" dirty="0"/>
          </a:p>
        </p:txBody>
      </p:sp>
      <p:sp>
        <p:nvSpPr>
          <p:cNvPr id="12" name="TextBox 11">
            <a:extLst>
              <a:ext uri="{FF2B5EF4-FFF2-40B4-BE49-F238E27FC236}">
                <a16:creationId xmlns:a16="http://schemas.microsoft.com/office/drawing/2014/main" id="{6A9F35CF-0293-AD03-12BE-0AD2771A7530}"/>
              </a:ext>
            </a:extLst>
          </p:cNvPr>
          <p:cNvSpPr txBox="1"/>
          <p:nvPr userDrawn="1"/>
        </p:nvSpPr>
        <p:spPr>
          <a:xfrm>
            <a:off x="1141084" y="6389813"/>
            <a:ext cx="2621230" cy="184666"/>
          </a:xfrm>
          <a:prstGeom prst="rect">
            <a:avLst/>
          </a:prstGeom>
          <a:noFill/>
        </p:spPr>
        <p:txBody>
          <a:bodyPr wrap="none" rtlCol="0">
            <a:spAutoFit/>
          </a:bodyPr>
          <a:lstStyle/>
          <a:p>
            <a:pPr algn="l"/>
            <a:r>
              <a:rPr lang="en-US" sz="600" b="0" i="0" dirty="0">
                <a:solidFill>
                  <a:schemeClr val="tx2"/>
                </a:solidFill>
                <a:latin typeface="Amazon Ember Display" panose="020F0603020204020204" pitchFamily="34" charset="0"/>
              </a:rPr>
              <a:t>© 2025, Amazon Web Services, Inc. or its affiliates. All rights reserved.</a:t>
            </a:r>
          </a:p>
        </p:txBody>
      </p:sp>
      <p:pic>
        <p:nvPicPr>
          <p:cNvPr id="14" name="Picture 13">
            <a:extLst>
              <a:ext uri="{FF2B5EF4-FFF2-40B4-BE49-F238E27FC236}">
                <a16:creationId xmlns:a16="http://schemas.microsoft.com/office/drawing/2014/main" id="{520B9D2A-5256-0C86-DBF9-819E149FDD50}"/>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595295" y="6338002"/>
            <a:ext cx="365760" cy="218830"/>
          </a:xfrm>
          <a:prstGeom prst="rect">
            <a:avLst/>
          </a:prstGeom>
        </p:spPr>
      </p:pic>
      <p:pic>
        <p:nvPicPr>
          <p:cNvPr id="13" name="Picture 12">
            <a:extLst>
              <a:ext uri="{FF2B5EF4-FFF2-40B4-BE49-F238E27FC236}">
                <a16:creationId xmlns:a16="http://schemas.microsoft.com/office/drawing/2014/main" id="{7F237FD4-93CF-BE6F-8A01-F39EF1E259EE}"/>
              </a:ext>
            </a:extLst>
          </p:cNvPr>
          <p:cNvPicPr>
            <a:picLocks noChangeAspect="1"/>
          </p:cNvPicPr>
          <p:nvPr userDrawn="1"/>
        </p:nvPicPr>
        <p:blipFill>
          <a:blip r:embed="rId4">
            <a:extLst>
              <a:ext uri="{28A0092B-C50C-407E-A947-70E740481C1C}">
                <a14:useLocalDpi xmlns:a14="http://schemas.microsoft.com/office/drawing/2010/main" val="0"/>
              </a:ext>
            </a:extLst>
          </a:blip>
          <a:srcRect/>
          <a:stretch/>
        </p:blipFill>
        <p:spPr>
          <a:xfrm>
            <a:off x="1065928" y="1942480"/>
            <a:ext cx="398997" cy="338709"/>
          </a:xfrm>
          <a:prstGeom prst="rect">
            <a:avLst/>
          </a:prstGeom>
        </p:spPr>
      </p:pic>
      <p:sp>
        <p:nvSpPr>
          <p:cNvPr id="17" name="Title 1">
            <a:extLst>
              <a:ext uri="{FF2B5EF4-FFF2-40B4-BE49-F238E27FC236}">
                <a16:creationId xmlns:a16="http://schemas.microsoft.com/office/drawing/2014/main" id="{74CEA261-0749-39A4-C724-57029DDE91BD}"/>
              </a:ext>
            </a:extLst>
          </p:cNvPr>
          <p:cNvSpPr>
            <a:spLocks noGrp="1"/>
          </p:cNvSpPr>
          <p:nvPr>
            <p:ph type="title" hasCustomPrompt="1"/>
          </p:nvPr>
        </p:nvSpPr>
        <p:spPr>
          <a:xfrm>
            <a:off x="1540082" y="1975199"/>
            <a:ext cx="8067261" cy="1920526"/>
          </a:xfrm>
          <a:prstGeom prst="rect">
            <a:avLst/>
          </a:prstGeom>
        </p:spPr>
        <p:txBody>
          <a:bodyPr anchor="b" anchorCtr="0"/>
          <a:lstStyle>
            <a:lvl1pPr>
              <a:defRPr sz="4400" b="0" i="0" baseline="0">
                <a:latin typeface="Amazon Ember Display" panose="020F0603020204020204" pitchFamily="34" charset="0"/>
                <a:ea typeface="メイリオ" panose="020B0604030504040204" pitchFamily="34" charset="-128"/>
                <a:cs typeface="Amazon Ember Display" panose="020F0603020204020204" pitchFamily="34" charset="0"/>
              </a:defRPr>
            </a:lvl1pPr>
          </a:lstStyle>
          <a:p>
            <a:r>
              <a:rPr lang="en-US" dirty="0"/>
              <a:t>Enter quote here. Reposition quote mark graphics to frame the quote.</a:t>
            </a:r>
          </a:p>
        </p:txBody>
      </p:sp>
    </p:spTree>
    <p:extLst>
      <p:ext uri="{BB962C8B-B14F-4D97-AF65-F5344CB8AC3E}">
        <p14:creationId xmlns:p14="http://schemas.microsoft.com/office/powerpoint/2010/main" val="7172074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248">
          <p15:clr>
            <a:srgbClr val="FBAE40"/>
          </p15:clr>
        </p15:guide>
        <p15:guide id="2" orient="horz" pos="2592">
          <p15:clr>
            <a:srgbClr val="FBAE40"/>
          </p15:clr>
        </p15:guide>
      </p15:sldGuideLst>
    </p:ext>
  </p:extLst>
</p:sldLayout>
</file>

<file path=ppt/slideLayouts/slideLayout104.xml><?xml version="1.0" encoding="utf-8"?>
<p:sldLayout xmlns:a="http://schemas.openxmlformats.org/drawingml/2006/main" xmlns:r="http://schemas.openxmlformats.org/officeDocument/2006/relationships" xmlns:p="http://schemas.openxmlformats.org/presentationml/2006/main" preserve="1" userDrawn="1">
  <p:cSld name="Quote Gradient 2">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1F8D0445-6250-D8A7-DA99-8E3E6B1939E9}"/>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E1117ECE-DA96-4373-B8B2-4E847C5ACBA3}"/>
              </a:ext>
            </a:extLst>
          </p:cNvPr>
          <p:cNvSpPr>
            <a:spLocks noGrp="1"/>
          </p:cNvSpPr>
          <p:nvPr>
            <p:ph type="title" hasCustomPrompt="1"/>
          </p:nvPr>
        </p:nvSpPr>
        <p:spPr>
          <a:xfrm>
            <a:off x="1540082" y="1975199"/>
            <a:ext cx="8067261" cy="1920526"/>
          </a:xfrm>
          <a:prstGeom prst="rect">
            <a:avLst/>
          </a:prstGeom>
        </p:spPr>
        <p:txBody>
          <a:bodyPr anchor="b" anchorCtr="0"/>
          <a:lstStyle>
            <a:lvl1pPr>
              <a:defRPr sz="4400" b="0" i="0" baseline="0">
                <a:latin typeface="Amazon Ember Display" panose="020F0603020204020204" pitchFamily="34" charset="0"/>
                <a:ea typeface="メイリオ" panose="020B0604030504040204" pitchFamily="34" charset="-128"/>
                <a:cs typeface="Amazon Ember Display" panose="020F0603020204020204" pitchFamily="34" charset="0"/>
              </a:defRPr>
            </a:lvl1pPr>
          </a:lstStyle>
          <a:p>
            <a:r>
              <a:rPr lang="en-US" dirty="0"/>
              <a:t>Enter quote here. Reposition quote mark graphics to frame the quote.</a:t>
            </a:r>
          </a:p>
        </p:txBody>
      </p:sp>
      <p:sp>
        <p:nvSpPr>
          <p:cNvPr id="9" name="Text Placeholder 8">
            <a:extLst>
              <a:ext uri="{FF2B5EF4-FFF2-40B4-BE49-F238E27FC236}">
                <a16:creationId xmlns:a16="http://schemas.microsoft.com/office/drawing/2014/main" id="{2CC38951-92FB-41A4-A9D4-F3B7D3577EC9}"/>
              </a:ext>
            </a:extLst>
          </p:cNvPr>
          <p:cNvSpPr>
            <a:spLocks noGrp="1"/>
          </p:cNvSpPr>
          <p:nvPr>
            <p:ph type="body" sz="quarter" idx="15" hasCustomPrompt="1"/>
          </p:nvPr>
        </p:nvSpPr>
        <p:spPr>
          <a:xfrm>
            <a:off x="1540082" y="4127500"/>
            <a:ext cx="8067261" cy="400110"/>
          </a:xfrm>
          <a:prstGeom prst="rect">
            <a:avLst/>
          </a:prstGeom>
        </p:spPr>
        <p:txBody>
          <a:bodyPr/>
          <a:lstStyle>
            <a:lvl1pPr marL="0" indent="0">
              <a:spcAft>
                <a:spcPts val="0"/>
              </a:spcAft>
              <a:buNone/>
              <a:defRPr sz="2000" b="0" i="0" baseline="0">
                <a:latin typeface="Amazon Ember Display" panose="020F0603020204020204" pitchFamily="34" charset="0"/>
                <a:ea typeface="メイリオ" panose="020B0604030504040204" pitchFamily="34" charset="-128"/>
                <a:cs typeface="Amazon Ember Display" panose="020F0603020204020204" pitchFamily="34" charset="0"/>
              </a:defRPr>
            </a:lvl1pPr>
          </a:lstStyle>
          <a:p>
            <a:pPr lvl="0"/>
            <a:r>
              <a:rPr lang="en-US" dirty="0"/>
              <a:t>Quoted person’s name</a:t>
            </a:r>
          </a:p>
        </p:txBody>
      </p:sp>
      <p:sp>
        <p:nvSpPr>
          <p:cNvPr id="11" name="Text Placeholder 10">
            <a:extLst>
              <a:ext uri="{FF2B5EF4-FFF2-40B4-BE49-F238E27FC236}">
                <a16:creationId xmlns:a16="http://schemas.microsoft.com/office/drawing/2014/main" id="{3C436BC0-B224-4E6F-99AF-155A3657C058}"/>
              </a:ext>
            </a:extLst>
          </p:cNvPr>
          <p:cNvSpPr>
            <a:spLocks noGrp="1"/>
          </p:cNvSpPr>
          <p:nvPr>
            <p:ph type="body" sz="quarter" idx="16" hasCustomPrompt="1"/>
          </p:nvPr>
        </p:nvSpPr>
        <p:spPr>
          <a:xfrm>
            <a:off x="1540082" y="4496832"/>
            <a:ext cx="8067261" cy="338554"/>
          </a:xfrm>
          <a:prstGeom prst="rect">
            <a:avLst/>
          </a:prstGeom>
        </p:spPr>
        <p:txBody>
          <a:bodyPr/>
          <a:lstStyle>
            <a:lvl1pPr marL="0" indent="0">
              <a:buNone/>
              <a:defRPr sz="1600" b="0" i="0" baseline="0">
                <a:latin typeface="Amazon Ember Display" panose="020F0603020204020204" pitchFamily="34" charset="0"/>
                <a:ea typeface="メイリオ" panose="020B0604030504040204" pitchFamily="34" charset="-128"/>
                <a:cs typeface="Amazon Ember Display" panose="020F0603020204020204" pitchFamily="34" charset="0"/>
              </a:defRPr>
            </a:lvl1pPr>
          </a:lstStyle>
          <a:p>
            <a:pPr lvl="0"/>
            <a:r>
              <a:rPr lang="en-US" dirty="0"/>
              <a:t>Quoted person’s affiliation</a:t>
            </a:r>
          </a:p>
        </p:txBody>
      </p:sp>
      <p:sp>
        <p:nvSpPr>
          <p:cNvPr id="3" name="Date Placeholder 2">
            <a:extLst>
              <a:ext uri="{FF2B5EF4-FFF2-40B4-BE49-F238E27FC236}">
                <a16:creationId xmlns:a16="http://schemas.microsoft.com/office/drawing/2014/main" id="{B11DEF90-4BC7-4449-B8ED-B9BEFD74704A}"/>
              </a:ext>
            </a:extLst>
          </p:cNvPr>
          <p:cNvSpPr>
            <a:spLocks noGrp="1"/>
          </p:cNvSpPr>
          <p:nvPr>
            <p:ph type="dt" sz="half" idx="17"/>
          </p:nvPr>
        </p:nvSpPr>
        <p:spPr/>
        <p:txBody>
          <a:bodyPr/>
          <a:lstStyle>
            <a:lvl1pPr>
              <a:defRPr b="0" i="0">
                <a:latin typeface="Amazon Ember Display" panose="020F0603020204020204" pitchFamily="34" charset="0"/>
              </a:defRPr>
            </a:lvl1pPr>
          </a:lstStyle>
          <a:p>
            <a:fld id="{0743EBEE-3990-B54B-84B3-50AA5DD6E1D5}" type="datetime1">
              <a:rPr lang="ja-JP" altLang="en-US" smtClean="0"/>
              <a:t>2026/1/26</a:t>
            </a:fld>
            <a:endParaRPr lang="en-US" dirty="0"/>
          </a:p>
        </p:txBody>
      </p:sp>
      <p:sp>
        <p:nvSpPr>
          <p:cNvPr id="4" name="Footer Placeholder 3">
            <a:extLst>
              <a:ext uri="{FF2B5EF4-FFF2-40B4-BE49-F238E27FC236}">
                <a16:creationId xmlns:a16="http://schemas.microsoft.com/office/drawing/2014/main" id="{580F1DAA-08EC-40A3-9CC6-57B8099A6FAA}"/>
              </a:ext>
            </a:extLst>
          </p:cNvPr>
          <p:cNvSpPr>
            <a:spLocks noGrp="1"/>
          </p:cNvSpPr>
          <p:nvPr>
            <p:ph type="ftr" sz="quarter" idx="18"/>
          </p:nvPr>
        </p:nvSpPr>
        <p:spPr/>
        <p:txBody>
          <a:bodyPr/>
          <a:lstStyle>
            <a:lvl1pPr>
              <a:defRPr b="0" i="0">
                <a:latin typeface="Amazon Ember Display" panose="020F0603020204020204" pitchFamily="34" charset="0"/>
              </a:defRPr>
            </a:lvl1pPr>
          </a:lstStyle>
          <a:p>
            <a:endParaRPr lang="en-US" dirty="0"/>
          </a:p>
        </p:txBody>
      </p:sp>
      <p:sp>
        <p:nvSpPr>
          <p:cNvPr id="5" name="Slide Number Placeholder 4">
            <a:extLst>
              <a:ext uri="{FF2B5EF4-FFF2-40B4-BE49-F238E27FC236}">
                <a16:creationId xmlns:a16="http://schemas.microsoft.com/office/drawing/2014/main" id="{18D867C9-C0CC-45E6-BDB6-5AAA8DF8A9C3}"/>
              </a:ext>
            </a:extLst>
          </p:cNvPr>
          <p:cNvSpPr>
            <a:spLocks noGrp="1"/>
          </p:cNvSpPr>
          <p:nvPr>
            <p:ph type="sldNum" sz="quarter" idx="19"/>
          </p:nvPr>
        </p:nvSpPr>
        <p:spPr>
          <a:xfrm>
            <a:off x="9113838" y="6210086"/>
            <a:ext cx="2743200" cy="365125"/>
          </a:xfrm>
          <a:prstGeom prst="rect">
            <a:avLst/>
          </a:prstGeom>
        </p:spPr>
        <p:txBody>
          <a:bodyPr/>
          <a:lstStyle>
            <a:lvl1pPr>
              <a:defRPr b="0" i="0">
                <a:latin typeface="Amazon Ember Display" panose="020F0603020204020204" pitchFamily="34" charset="0"/>
              </a:defRPr>
            </a:lvl1pPr>
          </a:lstStyle>
          <a:p>
            <a:fld id="{EB4B8DE2-A4E8-46E4-8BBF-D75455EFF32C}" type="slidenum">
              <a:rPr lang="en-US" smtClean="0"/>
              <a:pPr/>
              <a:t>‹#›</a:t>
            </a:fld>
            <a:endParaRPr lang="en-US" dirty="0"/>
          </a:p>
        </p:txBody>
      </p:sp>
      <p:sp>
        <p:nvSpPr>
          <p:cNvPr id="12" name="TextBox 11">
            <a:extLst>
              <a:ext uri="{FF2B5EF4-FFF2-40B4-BE49-F238E27FC236}">
                <a16:creationId xmlns:a16="http://schemas.microsoft.com/office/drawing/2014/main" id="{59FA2AE2-2071-6FBA-C0DF-DC91D9C45E81}"/>
              </a:ext>
            </a:extLst>
          </p:cNvPr>
          <p:cNvSpPr txBox="1"/>
          <p:nvPr userDrawn="1"/>
        </p:nvSpPr>
        <p:spPr>
          <a:xfrm>
            <a:off x="1141084" y="6389813"/>
            <a:ext cx="2621230" cy="184666"/>
          </a:xfrm>
          <a:prstGeom prst="rect">
            <a:avLst/>
          </a:prstGeom>
          <a:noFill/>
        </p:spPr>
        <p:txBody>
          <a:bodyPr wrap="none" rtlCol="0">
            <a:spAutoFit/>
          </a:bodyPr>
          <a:lstStyle/>
          <a:p>
            <a:pPr algn="l"/>
            <a:r>
              <a:rPr lang="en-US" sz="600" b="0" i="0" dirty="0">
                <a:solidFill>
                  <a:schemeClr val="tx2"/>
                </a:solidFill>
                <a:latin typeface="Amazon Ember Display" panose="020F0603020204020204" pitchFamily="34" charset="0"/>
              </a:rPr>
              <a:t>© 2025, Amazon Web Services, Inc. or its affiliates. All rights reserved.</a:t>
            </a:r>
          </a:p>
        </p:txBody>
      </p:sp>
      <p:pic>
        <p:nvPicPr>
          <p:cNvPr id="14" name="Picture 13">
            <a:extLst>
              <a:ext uri="{FF2B5EF4-FFF2-40B4-BE49-F238E27FC236}">
                <a16:creationId xmlns:a16="http://schemas.microsoft.com/office/drawing/2014/main" id="{3216E5BB-D7F1-57B7-F47C-38FAC1D8C9F2}"/>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595295" y="6338002"/>
            <a:ext cx="365760" cy="218830"/>
          </a:xfrm>
          <a:prstGeom prst="rect">
            <a:avLst/>
          </a:prstGeom>
        </p:spPr>
      </p:pic>
      <p:pic>
        <p:nvPicPr>
          <p:cNvPr id="6" name="Picture 5">
            <a:extLst>
              <a:ext uri="{FF2B5EF4-FFF2-40B4-BE49-F238E27FC236}">
                <a16:creationId xmlns:a16="http://schemas.microsoft.com/office/drawing/2014/main" id="{4ABE8694-CEBE-FC6B-2826-A3C160A81068}"/>
              </a:ext>
            </a:extLst>
          </p:cNvPr>
          <p:cNvPicPr>
            <a:picLocks noChangeAspect="1"/>
          </p:cNvPicPr>
          <p:nvPr userDrawn="1"/>
        </p:nvPicPr>
        <p:blipFill>
          <a:blip r:embed="rId4">
            <a:extLst>
              <a:ext uri="{28A0092B-C50C-407E-A947-70E740481C1C}">
                <a14:useLocalDpi xmlns:a14="http://schemas.microsoft.com/office/drawing/2010/main" val="0"/>
              </a:ext>
            </a:extLst>
          </a:blip>
          <a:srcRect/>
          <a:stretch/>
        </p:blipFill>
        <p:spPr>
          <a:xfrm>
            <a:off x="1065928" y="1942480"/>
            <a:ext cx="398997" cy="338709"/>
          </a:xfrm>
          <a:prstGeom prst="rect">
            <a:avLst/>
          </a:prstGeom>
        </p:spPr>
      </p:pic>
    </p:spTree>
    <p:extLst>
      <p:ext uri="{BB962C8B-B14F-4D97-AF65-F5344CB8AC3E}">
        <p14:creationId xmlns:p14="http://schemas.microsoft.com/office/powerpoint/2010/main" val="28844789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248">
          <p15:clr>
            <a:srgbClr val="FBAE40"/>
          </p15:clr>
        </p15:guide>
        <p15:guide id="2" orient="horz" pos="2592">
          <p15:clr>
            <a:srgbClr val="FBAE40"/>
          </p15:clr>
        </p15:guide>
      </p15:sldGuideLst>
    </p:ext>
  </p:extLst>
</p:sldLayout>
</file>

<file path=ppt/slideLayouts/slideLayout105.xml><?xml version="1.0" encoding="utf-8"?>
<p:sldLayout xmlns:a="http://schemas.openxmlformats.org/drawingml/2006/main" xmlns:r="http://schemas.openxmlformats.org/officeDocument/2006/relationships" xmlns:p="http://schemas.openxmlformats.org/presentationml/2006/main" preserve="1" userDrawn="1">
  <p:cSld name="Quote Gradient 3">
    <p:spTree>
      <p:nvGrpSpPr>
        <p:cNvPr id="1" name=""/>
        <p:cNvGrpSpPr/>
        <p:nvPr/>
      </p:nvGrpSpPr>
      <p:grpSpPr>
        <a:xfrm>
          <a:off x="0" y="0"/>
          <a:ext cx="0" cy="0"/>
          <a:chOff x="0" y="0"/>
          <a:chExt cx="0" cy="0"/>
        </a:xfrm>
      </p:grpSpPr>
      <p:pic>
        <p:nvPicPr>
          <p:cNvPr id="15" name="Picture 14">
            <a:extLst>
              <a:ext uri="{FF2B5EF4-FFF2-40B4-BE49-F238E27FC236}">
                <a16:creationId xmlns:a16="http://schemas.microsoft.com/office/drawing/2014/main" id="{5B3E4E87-E0BD-16D9-98F9-BB7B231C4B22}"/>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9" name="Text Placeholder 8">
            <a:extLst>
              <a:ext uri="{FF2B5EF4-FFF2-40B4-BE49-F238E27FC236}">
                <a16:creationId xmlns:a16="http://schemas.microsoft.com/office/drawing/2014/main" id="{2CC38951-92FB-41A4-A9D4-F3B7D3577EC9}"/>
              </a:ext>
            </a:extLst>
          </p:cNvPr>
          <p:cNvSpPr>
            <a:spLocks noGrp="1"/>
          </p:cNvSpPr>
          <p:nvPr>
            <p:ph type="body" sz="quarter" idx="15" hasCustomPrompt="1"/>
          </p:nvPr>
        </p:nvSpPr>
        <p:spPr>
          <a:xfrm>
            <a:off x="1540082" y="4127500"/>
            <a:ext cx="8067261" cy="400110"/>
          </a:xfrm>
          <a:prstGeom prst="rect">
            <a:avLst/>
          </a:prstGeom>
        </p:spPr>
        <p:txBody>
          <a:bodyPr/>
          <a:lstStyle>
            <a:lvl1pPr marL="0" indent="0">
              <a:spcAft>
                <a:spcPts val="0"/>
              </a:spcAft>
              <a:buNone/>
              <a:defRPr sz="2000" b="0" i="0" baseline="0">
                <a:latin typeface="Amazon Ember Display" panose="020F0603020204020204" pitchFamily="34" charset="0"/>
                <a:ea typeface="メイリオ" panose="020B0604030504040204" pitchFamily="34" charset="-128"/>
                <a:cs typeface="Amazon Ember Display" panose="020F0603020204020204" pitchFamily="34" charset="0"/>
              </a:defRPr>
            </a:lvl1pPr>
          </a:lstStyle>
          <a:p>
            <a:pPr lvl="0"/>
            <a:r>
              <a:rPr lang="en-US" dirty="0"/>
              <a:t>Quoted person’s name</a:t>
            </a:r>
          </a:p>
        </p:txBody>
      </p:sp>
      <p:sp>
        <p:nvSpPr>
          <p:cNvPr id="11" name="Text Placeholder 10">
            <a:extLst>
              <a:ext uri="{FF2B5EF4-FFF2-40B4-BE49-F238E27FC236}">
                <a16:creationId xmlns:a16="http://schemas.microsoft.com/office/drawing/2014/main" id="{3C436BC0-B224-4E6F-99AF-155A3657C058}"/>
              </a:ext>
            </a:extLst>
          </p:cNvPr>
          <p:cNvSpPr>
            <a:spLocks noGrp="1"/>
          </p:cNvSpPr>
          <p:nvPr>
            <p:ph type="body" sz="quarter" idx="16" hasCustomPrompt="1"/>
          </p:nvPr>
        </p:nvSpPr>
        <p:spPr>
          <a:xfrm>
            <a:off x="1540082" y="4496832"/>
            <a:ext cx="8067261" cy="338554"/>
          </a:xfrm>
          <a:prstGeom prst="rect">
            <a:avLst/>
          </a:prstGeom>
        </p:spPr>
        <p:txBody>
          <a:bodyPr/>
          <a:lstStyle>
            <a:lvl1pPr marL="0" indent="0">
              <a:buNone/>
              <a:defRPr sz="1600" b="0" i="0" baseline="0">
                <a:latin typeface="Amazon Ember Display" panose="020F0603020204020204" pitchFamily="34" charset="0"/>
                <a:ea typeface="メイリオ" panose="020B0604030504040204" pitchFamily="34" charset="-128"/>
                <a:cs typeface="Amazon Ember Display" panose="020F0603020204020204" pitchFamily="34" charset="0"/>
              </a:defRPr>
            </a:lvl1pPr>
          </a:lstStyle>
          <a:p>
            <a:pPr lvl="0"/>
            <a:r>
              <a:rPr lang="en-US" dirty="0"/>
              <a:t>Quoted person’s affiliation</a:t>
            </a:r>
          </a:p>
        </p:txBody>
      </p:sp>
      <p:sp>
        <p:nvSpPr>
          <p:cNvPr id="3" name="Date Placeholder 2">
            <a:extLst>
              <a:ext uri="{FF2B5EF4-FFF2-40B4-BE49-F238E27FC236}">
                <a16:creationId xmlns:a16="http://schemas.microsoft.com/office/drawing/2014/main" id="{B11DEF90-4BC7-4449-B8ED-B9BEFD74704A}"/>
              </a:ext>
            </a:extLst>
          </p:cNvPr>
          <p:cNvSpPr>
            <a:spLocks noGrp="1"/>
          </p:cNvSpPr>
          <p:nvPr>
            <p:ph type="dt" sz="half" idx="17"/>
          </p:nvPr>
        </p:nvSpPr>
        <p:spPr/>
        <p:txBody>
          <a:bodyPr/>
          <a:lstStyle>
            <a:lvl1pPr>
              <a:defRPr b="0" i="0">
                <a:latin typeface="Amazon Ember Display" panose="020F0603020204020204" pitchFamily="34" charset="0"/>
              </a:defRPr>
            </a:lvl1pPr>
          </a:lstStyle>
          <a:p>
            <a:fld id="{30C216B7-E29B-3D4E-BC00-F6C1635F077F}" type="datetime1">
              <a:rPr lang="ja-JP" altLang="en-US" smtClean="0"/>
              <a:t>2026/1/26</a:t>
            </a:fld>
            <a:endParaRPr lang="en-US" dirty="0"/>
          </a:p>
        </p:txBody>
      </p:sp>
      <p:sp>
        <p:nvSpPr>
          <p:cNvPr id="4" name="Footer Placeholder 3">
            <a:extLst>
              <a:ext uri="{FF2B5EF4-FFF2-40B4-BE49-F238E27FC236}">
                <a16:creationId xmlns:a16="http://schemas.microsoft.com/office/drawing/2014/main" id="{580F1DAA-08EC-40A3-9CC6-57B8099A6FAA}"/>
              </a:ext>
            </a:extLst>
          </p:cNvPr>
          <p:cNvSpPr>
            <a:spLocks noGrp="1"/>
          </p:cNvSpPr>
          <p:nvPr>
            <p:ph type="ftr" sz="quarter" idx="18"/>
          </p:nvPr>
        </p:nvSpPr>
        <p:spPr/>
        <p:txBody>
          <a:bodyPr/>
          <a:lstStyle>
            <a:lvl1pPr>
              <a:defRPr b="0" i="0">
                <a:latin typeface="Amazon Ember Display" panose="020F0603020204020204" pitchFamily="34" charset="0"/>
              </a:defRPr>
            </a:lvl1pPr>
          </a:lstStyle>
          <a:p>
            <a:endParaRPr lang="en-US" dirty="0"/>
          </a:p>
        </p:txBody>
      </p:sp>
      <p:sp>
        <p:nvSpPr>
          <p:cNvPr id="5" name="Slide Number Placeholder 4">
            <a:extLst>
              <a:ext uri="{FF2B5EF4-FFF2-40B4-BE49-F238E27FC236}">
                <a16:creationId xmlns:a16="http://schemas.microsoft.com/office/drawing/2014/main" id="{18D867C9-C0CC-45E6-BDB6-5AAA8DF8A9C3}"/>
              </a:ext>
            </a:extLst>
          </p:cNvPr>
          <p:cNvSpPr>
            <a:spLocks noGrp="1"/>
          </p:cNvSpPr>
          <p:nvPr>
            <p:ph type="sldNum" sz="quarter" idx="19"/>
          </p:nvPr>
        </p:nvSpPr>
        <p:spPr>
          <a:xfrm>
            <a:off x="9113838" y="6218250"/>
            <a:ext cx="2743200" cy="365125"/>
          </a:xfrm>
          <a:prstGeom prst="rect">
            <a:avLst/>
          </a:prstGeom>
        </p:spPr>
        <p:txBody>
          <a:bodyPr/>
          <a:lstStyle>
            <a:lvl1pPr>
              <a:defRPr b="0" i="0">
                <a:latin typeface="Amazon Ember Display" panose="020F0603020204020204" pitchFamily="34" charset="0"/>
              </a:defRPr>
            </a:lvl1pPr>
          </a:lstStyle>
          <a:p>
            <a:fld id="{EB4B8DE2-A4E8-46E4-8BBF-D75455EFF32C}" type="slidenum">
              <a:rPr lang="en-US" smtClean="0"/>
              <a:pPr/>
              <a:t>‹#›</a:t>
            </a:fld>
            <a:endParaRPr lang="en-US" dirty="0"/>
          </a:p>
        </p:txBody>
      </p:sp>
      <p:sp>
        <p:nvSpPr>
          <p:cNvPr id="12" name="TextBox 11">
            <a:extLst>
              <a:ext uri="{FF2B5EF4-FFF2-40B4-BE49-F238E27FC236}">
                <a16:creationId xmlns:a16="http://schemas.microsoft.com/office/drawing/2014/main" id="{2F74E9CC-3075-EE68-DD01-BF810D0A2E59}"/>
              </a:ext>
            </a:extLst>
          </p:cNvPr>
          <p:cNvSpPr txBox="1"/>
          <p:nvPr userDrawn="1"/>
        </p:nvSpPr>
        <p:spPr>
          <a:xfrm>
            <a:off x="1141084" y="6389813"/>
            <a:ext cx="2621230" cy="184666"/>
          </a:xfrm>
          <a:prstGeom prst="rect">
            <a:avLst/>
          </a:prstGeom>
          <a:noFill/>
        </p:spPr>
        <p:txBody>
          <a:bodyPr wrap="none" rtlCol="0">
            <a:spAutoFit/>
          </a:bodyPr>
          <a:lstStyle/>
          <a:p>
            <a:pPr algn="l"/>
            <a:r>
              <a:rPr lang="en-US" sz="600" b="0" i="0" dirty="0">
                <a:solidFill>
                  <a:schemeClr val="tx2"/>
                </a:solidFill>
                <a:latin typeface="Amazon Ember Display" panose="020F0603020204020204" pitchFamily="34" charset="0"/>
              </a:rPr>
              <a:t>© 2025, Amazon Web Services, Inc. or its affiliates. All rights reserved.</a:t>
            </a:r>
          </a:p>
        </p:txBody>
      </p:sp>
      <p:pic>
        <p:nvPicPr>
          <p:cNvPr id="16" name="Picture 15">
            <a:extLst>
              <a:ext uri="{FF2B5EF4-FFF2-40B4-BE49-F238E27FC236}">
                <a16:creationId xmlns:a16="http://schemas.microsoft.com/office/drawing/2014/main" id="{AC7AAD79-AAE6-EC0F-FBB1-3EC2FA0CE8BD}"/>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595295" y="6338002"/>
            <a:ext cx="365760" cy="218830"/>
          </a:xfrm>
          <a:prstGeom prst="rect">
            <a:avLst/>
          </a:prstGeom>
        </p:spPr>
      </p:pic>
      <p:pic>
        <p:nvPicPr>
          <p:cNvPr id="10" name="Picture 9">
            <a:extLst>
              <a:ext uri="{FF2B5EF4-FFF2-40B4-BE49-F238E27FC236}">
                <a16:creationId xmlns:a16="http://schemas.microsoft.com/office/drawing/2014/main" id="{A52BD0C7-FA87-6543-491D-C8D901F52BAB}"/>
              </a:ext>
            </a:extLst>
          </p:cNvPr>
          <p:cNvPicPr>
            <a:picLocks noChangeAspect="1"/>
          </p:cNvPicPr>
          <p:nvPr userDrawn="1"/>
        </p:nvPicPr>
        <p:blipFill>
          <a:blip r:embed="rId4">
            <a:extLst>
              <a:ext uri="{28A0092B-C50C-407E-A947-70E740481C1C}">
                <a14:useLocalDpi xmlns:a14="http://schemas.microsoft.com/office/drawing/2010/main" val="0"/>
              </a:ext>
            </a:extLst>
          </a:blip>
          <a:srcRect/>
          <a:stretch/>
        </p:blipFill>
        <p:spPr>
          <a:xfrm>
            <a:off x="1065928" y="1942480"/>
            <a:ext cx="398998" cy="338709"/>
          </a:xfrm>
          <a:prstGeom prst="rect">
            <a:avLst/>
          </a:prstGeom>
        </p:spPr>
      </p:pic>
      <p:sp>
        <p:nvSpPr>
          <p:cNvPr id="13" name="Title 1">
            <a:extLst>
              <a:ext uri="{FF2B5EF4-FFF2-40B4-BE49-F238E27FC236}">
                <a16:creationId xmlns:a16="http://schemas.microsoft.com/office/drawing/2014/main" id="{41DB773A-50B4-2838-9D40-23B240064E7C}"/>
              </a:ext>
            </a:extLst>
          </p:cNvPr>
          <p:cNvSpPr>
            <a:spLocks noGrp="1"/>
          </p:cNvSpPr>
          <p:nvPr>
            <p:ph type="title" hasCustomPrompt="1"/>
          </p:nvPr>
        </p:nvSpPr>
        <p:spPr>
          <a:xfrm>
            <a:off x="1540082" y="1975199"/>
            <a:ext cx="8067261" cy="1920526"/>
          </a:xfrm>
          <a:prstGeom prst="rect">
            <a:avLst/>
          </a:prstGeom>
        </p:spPr>
        <p:txBody>
          <a:bodyPr anchor="b" anchorCtr="0"/>
          <a:lstStyle>
            <a:lvl1pPr>
              <a:defRPr sz="4400" b="0" i="0" baseline="0">
                <a:latin typeface="Amazon Ember Display" panose="020F0603020204020204" pitchFamily="34" charset="0"/>
                <a:ea typeface="メイリオ" panose="020B0604030504040204" pitchFamily="34" charset="-128"/>
                <a:cs typeface="Amazon Ember Display" panose="020F0603020204020204" pitchFamily="34" charset="0"/>
              </a:defRPr>
            </a:lvl1pPr>
          </a:lstStyle>
          <a:p>
            <a:r>
              <a:rPr lang="en-US" dirty="0"/>
              <a:t>Enter quote here. Reposition quote mark graphics to frame the quote.</a:t>
            </a:r>
          </a:p>
        </p:txBody>
      </p:sp>
    </p:spTree>
    <p:extLst>
      <p:ext uri="{BB962C8B-B14F-4D97-AF65-F5344CB8AC3E}">
        <p14:creationId xmlns:p14="http://schemas.microsoft.com/office/powerpoint/2010/main" val="15922458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248">
          <p15:clr>
            <a:srgbClr val="FBAE40"/>
          </p15:clr>
        </p15:guide>
        <p15:guide id="2" orient="horz" pos="2592">
          <p15:clr>
            <a:srgbClr val="FBAE40"/>
          </p15:clr>
        </p15:guide>
      </p15:sldGuideLst>
    </p:ext>
  </p:extLst>
</p:sldLayout>
</file>

<file path=ppt/slideLayouts/slideLayout106.xml><?xml version="1.0" encoding="utf-8"?>
<p:sldLayout xmlns:a="http://schemas.openxmlformats.org/drawingml/2006/main" xmlns:r="http://schemas.openxmlformats.org/officeDocument/2006/relationships" xmlns:p="http://schemas.openxmlformats.org/presentationml/2006/main" preserve="1" userDrawn="1">
  <p:cSld name="Section Header Option 2">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9A54A48E-55BF-C7C1-29F2-A6FC948011CB}"/>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2E915E6F-C631-449B-B22F-53FD20C9E896}"/>
              </a:ext>
            </a:extLst>
          </p:cNvPr>
          <p:cNvSpPr>
            <a:spLocks noGrp="1"/>
          </p:cNvSpPr>
          <p:nvPr>
            <p:ph type="title" hasCustomPrompt="1"/>
          </p:nvPr>
        </p:nvSpPr>
        <p:spPr>
          <a:xfrm>
            <a:off x="609600" y="2718036"/>
            <a:ext cx="7823200" cy="1421928"/>
          </a:xfrm>
          <a:prstGeom prst="rect">
            <a:avLst/>
          </a:prstGeom>
        </p:spPr>
        <p:txBody>
          <a:bodyPr anchor="ctr" anchorCtr="0"/>
          <a:lstStyle>
            <a:lvl1pPr>
              <a:defRPr sz="4800" b="1" i="0" baseline="0">
                <a:solidFill>
                  <a:schemeClr val="tx2"/>
                </a:solidFill>
                <a:latin typeface="Amazon Ember Display" panose="020F0603020204020204" pitchFamily="34" charset="0"/>
                <a:ea typeface="メイリオ" panose="020B0604030504040204" pitchFamily="34" charset="-128"/>
                <a:cs typeface="Amazon Ember Display" panose="020F0603020204020204" pitchFamily="34" charset="0"/>
              </a:defRPr>
            </a:lvl1pPr>
          </a:lstStyle>
          <a:p>
            <a:r>
              <a:rPr lang="en-US" dirty="0"/>
              <a:t>Section layout: Enter section name here</a:t>
            </a:r>
          </a:p>
        </p:txBody>
      </p:sp>
      <p:sp>
        <p:nvSpPr>
          <p:cNvPr id="6" name="Date Placeholder 5">
            <a:extLst>
              <a:ext uri="{FF2B5EF4-FFF2-40B4-BE49-F238E27FC236}">
                <a16:creationId xmlns:a16="http://schemas.microsoft.com/office/drawing/2014/main" id="{25053DED-8B0A-4549-8967-4B01D5F3B8AB}"/>
              </a:ext>
            </a:extLst>
          </p:cNvPr>
          <p:cNvSpPr>
            <a:spLocks noGrp="1"/>
          </p:cNvSpPr>
          <p:nvPr>
            <p:ph type="dt" sz="half" idx="10"/>
          </p:nvPr>
        </p:nvSpPr>
        <p:spPr/>
        <p:txBody>
          <a:bodyPr/>
          <a:lstStyle>
            <a:lvl1pPr>
              <a:defRPr b="0" i="0">
                <a:latin typeface="Amazon Ember Display" panose="020F0603020204020204" pitchFamily="34" charset="0"/>
              </a:defRPr>
            </a:lvl1pPr>
          </a:lstStyle>
          <a:p>
            <a:fld id="{EEB20D6A-8788-194C-B869-EA85AD87A759}" type="datetime1">
              <a:rPr lang="ja-JP" altLang="en-US" smtClean="0"/>
              <a:t>2026/1/26</a:t>
            </a:fld>
            <a:endParaRPr lang="en-US" dirty="0"/>
          </a:p>
        </p:txBody>
      </p:sp>
      <p:sp>
        <p:nvSpPr>
          <p:cNvPr id="7" name="Footer Placeholder 6">
            <a:extLst>
              <a:ext uri="{FF2B5EF4-FFF2-40B4-BE49-F238E27FC236}">
                <a16:creationId xmlns:a16="http://schemas.microsoft.com/office/drawing/2014/main" id="{3C84D5AC-C55E-442D-A261-2526AFE660A0}"/>
              </a:ext>
            </a:extLst>
          </p:cNvPr>
          <p:cNvSpPr>
            <a:spLocks noGrp="1"/>
          </p:cNvSpPr>
          <p:nvPr>
            <p:ph type="ftr" sz="quarter" idx="11"/>
          </p:nvPr>
        </p:nvSpPr>
        <p:spPr/>
        <p:txBody>
          <a:bodyPr/>
          <a:lstStyle>
            <a:lvl1pPr>
              <a:defRPr b="0" i="0">
                <a:latin typeface="Amazon Ember Display" panose="020F0603020204020204" pitchFamily="34" charset="0"/>
              </a:defRPr>
            </a:lvl1pPr>
          </a:lstStyle>
          <a:p>
            <a:endParaRPr lang="en-US" dirty="0"/>
          </a:p>
        </p:txBody>
      </p:sp>
      <p:sp>
        <p:nvSpPr>
          <p:cNvPr id="8" name="Slide Number Placeholder 7">
            <a:extLst>
              <a:ext uri="{FF2B5EF4-FFF2-40B4-BE49-F238E27FC236}">
                <a16:creationId xmlns:a16="http://schemas.microsoft.com/office/drawing/2014/main" id="{9BE13C20-A770-495A-BA36-0CE111A9138F}"/>
              </a:ext>
            </a:extLst>
          </p:cNvPr>
          <p:cNvSpPr>
            <a:spLocks noGrp="1"/>
          </p:cNvSpPr>
          <p:nvPr>
            <p:ph type="sldNum" sz="quarter" idx="12"/>
          </p:nvPr>
        </p:nvSpPr>
        <p:spPr>
          <a:xfrm>
            <a:off x="9113838" y="6207250"/>
            <a:ext cx="2743200" cy="365125"/>
          </a:xfrm>
          <a:prstGeom prst="rect">
            <a:avLst/>
          </a:prstGeom>
        </p:spPr>
        <p:txBody>
          <a:bodyPr/>
          <a:lstStyle>
            <a:lvl1pPr>
              <a:defRPr b="0" i="0">
                <a:solidFill>
                  <a:schemeClr val="tx2"/>
                </a:solidFill>
                <a:latin typeface="Amazon Ember Display" panose="020F0603020204020204" pitchFamily="34" charset="0"/>
              </a:defRPr>
            </a:lvl1pPr>
          </a:lstStyle>
          <a:p>
            <a:fld id="{EB4B8DE2-A4E8-46E4-8BBF-D75455EFF32C}" type="slidenum">
              <a:rPr lang="en-US" smtClean="0"/>
              <a:pPr/>
              <a:t>‹#›</a:t>
            </a:fld>
            <a:endParaRPr lang="en-US" dirty="0"/>
          </a:p>
        </p:txBody>
      </p:sp>
      <p:sp>
        <p:nvSpPr>
          <p:cNvPr id="5" name="TextBox 4">
            <a:extLst>
              <a:ext uri="{FF2B5EF4-FFF2-40B4-BE49-F238E27FC236}">
                <a16:creationId xmlns:a16="http://schemas.microsoft.com/office/drawing/2014/main" id="{1BD8B1BE-F62C-9842-9FF0-A53695D03916}"/>
              </a:ext>
            </a:extLst>
          </p:cNvPr>
          <p:cNvSpPr txBox="1"/>
          <p:nvPr userDrawn="1"/>
        </p:nvSpPr>
        <p:spPr>
          <a:xfrm>
            <a:off x="1141084" y="6389813"/>
            <a:ext cx="2621230" cy="184666"/>
          </a:xfrm>
          <a:prstGeom prst="rect">
            <a:avLst/>
          </a:prstGeom>
          <a:noFill/>
        </p:spPr>
        <p:txBody>
          <a:bodyPr wrap="none" rtlCol="0">
            <a:spAutoFit/>
          </a:bodyPr>
          <a:lstStyle/>
          <a:p>
            <a:pPr algn="l"/>
            <a:r>
              <a:rPr lang="en-US" sz="600" b="0" i="0" dirty="0">
                <a:solidFill>
                  <a:schemeClr val="tx2"/>
                </a:solidFill>
                <a:latin typeface="Amazon Ember Display" panose="020F0603020204020204" pitchFamily="34" charset="0"/>
              </a:rPr>
              <a:t>© 2025, Amazon Web Services, Inc. or its affiliates. All rights reserved.</a:t>
            </a:r>
          </a:p>
        </p:txBody>
      </p:sp>
      <p:pic>
        <p:nvPicPr>
          <p:cNvPr id="3" name="Picture 2">
            <a:extLst>
              <a:ext uri="{FF2B5EF4-FFF2-40B4-BE49-F238E27FC236}">
                <a16:creationId xmlns:a16="http://schemas.microsoft.com/office/drawing/2014/main" id="{37116990-AF13-5F3A-8ED1-EFBA64349062}"/>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595295" y="6338002"/>
            <a:ext cx="365760" cy="218830"/>
          </a:xfrm>
          <a:prstGeom prst="rect">
            <a:avLst/>
          </a:prstGeom>
        </p:spPr>
      </p:pic>
    </p:spTree>
    <p:extLst>
      <p:ext uri="{BB962C8B-B14F-4D97-AF65-F5344CB8AC3E}">
        <p14:creationId xmlns:p14="http://schemas.microsoft.com/office/powerpoint/2010/main" val="10718412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107.xml><?xml version="1.0" encoding="utf-8"?>
<p:sldLayout xmlns:a="http://schemas.openxmlformats.org/drawingml/2006/main" xmlns:r="http://schemas.openxmlformats.org/officeDocument/2006/relationships" xmlns:p="http://schemas.openxmlformats.org/presentationml/2006/main" preserve="1" userDrawn="1">
  <p:cSld name="Section Header Option 1">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894046E6-CE12-7F6E-8811-7DF794DE7DB5}"/>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2E915E6F-C631-449B-B22F-53FD20C9E896}"/>
              </a:ext>
            </a:extLst>
          </p:cNvPr>
          <p:cNvSpPr>
            <a:spLocks noGrp="1"/>
          </p:cNvSpPr>
          <p:nvPr>
            <p:ph type="title" hasCustomPrompt="1"/>
          </p:nvPr>
        </p:nvSpPr>
        <p:spPr>
          <a:xfrm>
            <a:off x="609600" y="2718036"/>
            <a:ext cx="7823200" cy="1421928"/>
          </a:xfrm>
          <a:prstGeom prst="rect">
            <a:avLst/>
          </a:prstGeom>
        </p:spPr>
        <p:txBody>
          <a:bodyPr anchor="ctr" anchorCtr="0"/>
          <a:lstStyle>
            <a:lvl1pPr>
              <a:defRPr sz="4800" b="1" i="0" baseline="0">
                <a:solidFill>
                  <a:schemeClr val="tx2"/>
                </a:solidFill>
                <a:latin typeface="Amazon Ember Display" panose="020F0603020204020204" pitchFamily="34" charset="0"/>
                <a:ea typeface="メイリオ" panose="020B0604030504040204" pitchFamily="34" charset="-128"/>
                <a:cs typeface="Amazon Ember Display" panose="020F0603020204020204" pitchFamily="34" charset="0"/>
              </a:defRPr>
            </a:lvl1pPr>
          </a:lstStyle>
          <a:p>
            <a:r>
              <a:rPr lang="en-US" dirty="0"/>
              <a:t>Section layout: Enter section name here</a:t>
            </a:r>
          </a:p>
        </p:txBody>
      </p:sp>
      <p:sp>
        <p:nvSpPr>
          <p:cNvPr id="6" name="Date Placeholder 5">
            <a:extLst>
              <a:ext uri="{FF2B5EF4-FFF2-40B4-BE49-F238E27FC236}">
                <a16:creationId xmlns:a16="http://schemas.microsoft.com/office/drawing/2014/main" id="{25053DED-8B0A-4549-8967-4B01D5F3B8AB}"/>
              </a:ext>
            </a:extLst>
          </p:cNvPr>
          <p:cNvSpPr>
            <a:spLocks noGrp="1"/>
          </p:cNvSpPr>
          <p:nvPr>
            <p:ph type="dt" sz="half" idx="10"/>
          </p:nvPr>
        </p:nvSpPr>
        <p:spPr/>
        <p:txBody>
          <a:bodyPr/>
          <a:lstStyle>
            <a:lvl1pPr>
              <a:defRPr b="0" i="0">
                <a:latin typeface="Amazon Ember Display" panose="020F0603020204020204" pitchFamily="34" charset="0"/>
              </a:defRPr>
            </a:lvl1pPr>
          </a:lstStyle>
          <a:p>
            <a:fld id="{274A0F19-4DC1-C244-AC72-E67047F3631D}" type="datetime1">
              <a:rPr lang="ja-JP" altLang="en-US" smtClean="0"/>
              <a:t>2026/1/26</a:t>
            </a:fld>
            <a:endParaRPr lang="en-US" dirty="0"/>
          </a:p>
        </p:txBody>
      </p:sp>
      <p:sp>
        <p:nvSpPr>
          <p:cNvPr id="7" name="Footer Placeholder 6">
            <a:extLst>
              <a:ext uri="{FF2B5EF4-FFF2-40B4-BE49-F238E27FC236}">
                <a16:creationId xmlns:a16="http://schemas.microsoft.com/office/drawing/2014/main" id="{3C84D5AC-C55E-442D-A261-2526AFE660A0}"/>
              </a:ext>
            </a:extLst>
          </p:cNvPr>
          <p:cNvSpPr>
            <a:spLocks noGrp="1"/>
          </p:cNvSpPr>
          <p:nvPr>
            <p:ph type="ftr" sz="quarter" idx="11"/>
          </p:nvPr>
        </p:nvSpPr>
        <p:spPr/>
        <p:txBody>
          <a:bodyPr/>
          <a:lstStyle>
            <a:lvl1pPr>
              <a:defRPr b="0" i="0">
                <a:latin typeface="Amazon Ember Display" panose="020F0603020204020204" pitchFamily="34" charset="0"/>
              </a:defRPr>
            </a:lvl1pPr>
          </a:lstStyle>
          <a:p>
            <a:endParaRPr lang="en-US" dirty="0"/>
          </a:p>
        </p:txBody>
      </p:sp>
      <p:sp>
        <p:nvSpPr>
          <p:cNvPr id="8" name="Slide Number Placeholder 7">
            <a:extLst>
              <a:ext uri="{FF2B5EF4-FFF2-40B4-BE49-F238E27FC236}">
                <a16:creationId xmlns:a16="http://schemas.microsoft.com/office/drawing/2014/main" id="{9BE13C20-A770-495A-BA36-0CE111A9138F}"/>
              </a:ext>
            </a:extLst>
          </p:cNvPr>
          <p:cNvSpPr>
            <a:spLocks noGrp="1"/>
          </p:cNvSpPr>
          <p:nvPr>
            <p:ph type="sldNum" sz="quarter" idx="12"/>
          </p:nvPr>
        </p:nvSpPr>
        <p:spPr>
          <a:xfrm>
            <a:off x="9113838" y="6209354"/>
            <a:ext cx="2743200" cy="365125"/>
          </a:xfrm>
          <a:prstGeom prst="rect">
            <a:avLst/>
          </a:prstGeom>
        </p:spPr>
        <p:txBody>
          <a:bodyPr/>
          <a:lstStyle>
            <a:lvl1pPr>
              <a:defRPr b="0" i="0">
                <a:solidFill>
                  <a:schemeClr val="tx1"/>
                </a:solidFill>
                <a:latin typeface="Amazon Ember Display" panose="020F0603020204020204" pitchFamily="34" charset="0"/>
              </a:defRPr>
            </a:lvl1pPr>
          </a:lstStyle>
          <a:p>
            <a:fld id="{EB4B8DE2-A4E8-46E4-8BBF-D75455EFF32C}" type="slidenum">
              <a:rPr lang="en-US" smtClean="0"/>
              <a:pPr/>
              <a:t>‹#›</a:t>
            </a:fld>
            <a:endParaRPr lang="en-US" dirty="0"/>
          </a:p>
        </p:txBody>
      </p:sp>
      <p:sp>
        <p:nvSpPr>
          <p:cNvPr id="12" name="TextBox 11">
            <a:extLst>
              <a:ext uri="{FF2B5EF4-FFF2-40B4-BE49-F238E27FC236}">
                <a16:creationId xmlns:a16="http://schemas.microsoft.com/office/drawing/2014/main" id="{68CECC62-1D56-92A3-418D-0EC34FDA9B78}"/>
              </a:ext>
            </a:extLst>
          </p:cNvPr>
          <p:cNvSpPr txBox="1"/>
          <p:nvPr userDrawn="1"/>
        </p:nvSpPr>
        <p:spPr>
          <a:xfrm>
            <a:off x="1141084" y="6389813"/>
            <a:ext cx="2621230" cy="184666"/>
          </a:xfrm>
          <a:prstGeom prst="rect">
            <a:avLst/>
          </a:prstGeom>
          <a:noFill/>
        </p:spPr>
        <p:txBody>
          <a:bodyPr wrap="none" rtlCol="0">
            <a:spAutoFit/>
          </a:bodyPr>
          <a:lstStyle/>
          <a:p>
            <a:pPr algn="l"/>
            <a:r>
              <a:rPr lang="en-US" sz="600" b="0" i="0" dirty="0">
                <a:solidFill>
                  <a:schemeClr val="tx2"/>
                </a:solidFill>
                <a:latin typeface="Amazon Ember Display" panose="020F0603020204020204" pitchFamily="34" charset="0"/>
              </a:rPr>
              <a:t>© 2025, Amazon Web Services, Inc. or its affiliates. All rights reserved.</a:t>
            </a:r>
          </a:p>
        </p:txBody>
      </p:sp>
      <p:pic>
        <p:nvPicPr>
          <p:cNvPr id="4" name="Picture 3">
            <a:extLst>
              <a:ext uri="{FF2B5EF4-FFF2-40B4-BE49-F238E27FC236}">
                <a16:creationId xmlns:a16="http://schemas.microsoft.com/office/drawing/2014/main" id="{A79B369C-4812-6B2A-CCF0-6346B4600A50}"/>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595295" y="6338002"/>
            <a:ext cx="365760" cy="218830"/>
          </a:xfrm>
          <a:prstGeom prst="rect">
            <a:avLst/>
          </a:prstGeom>
        </p:spPr>
      </p:pic>
    </p:spTree>
    <p:extLst>
      <p:ext uri="{BB962C8B-B14F-4D97-AF65-F5344CB8AC3E}">
        <p14:creationId xmlns:p14="http://schemas.microsoft.com/office/powerpoint/2010/main" val="34901273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108.xml><?xml version="1.0" encoding="utf-8"?>
<p:sldLayout xmlns:a="http://schemas.openxmlformats.org/drawingml/2006/main" xmlns:r="http://schemas.openxmlformats.org/officeDocument/2006/relationships" xmlns:p="http://schemas.openxmlformats.org/presentationml/2006/main" preserve="1" userDrawn="1">
  <p:cSld name="Section Header Option 3">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F4D5A327-DE22-15C5-BDAA-59E2DD0AB553}"/>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2E915E6F-C631-449B-B22F-53FD20C9E896}"/>
              </a:ext>
            </a:extLst>
          </p:cNvPr>
          <p:cNvSpPr>
            <a:spLocks noGrp="1"/>
          </p:cNvSpPr>
          <p:nvPr>
            <p:ph type="title" hasCustomPrompt="1"/>
          </p:nvPr>
        </p:nvSpPr>
        <p:spPr>
          <a:xfrm>
            <a:off x="609600" y="2718036"/>
            <a:ext cx="7823200" cy="1421928"/>
          </a:xfrm>
          <a:prstGeom prst="rect">
            <a:avLst/>
          </a:prstGeom>
        </p:spPr>
        <p:txBody>
          <a:bodyPr anchor="ctr" anchorCtr="0"/>
          <a:lstStyle>
            <a:lvl1pPr>
              <a:defRPr sz="4800" b="1" i="0" baseline="0">
                <a:solidFill>
                  <a:schemeClr val="tx2"/>
                </a:solidFill>
                <a:latin typeface="Amazon Ember Display" panose="020F0603020204020204" pitchFamily="34" charset="0"/>
                <a:ea typeface="メイリオ" panose="020B0604030504040204" pitchFamily="34" charset="-128"/>
                <a:cs typeface="Amazon Ember Display" panose="020F0603020204020204" pitchFamily="34" charset="0"/>
              </a:defRPr>
            </a:lvl1pPr>
          </a:lstStyle>
          <a:p>
            <a:r>
              <a:rPr lang="en-US" dirty="0"/>
              <a:t>Section layout: Enter section name here</a:t>
            </a:r>
          </a:p>
        </p:txBody>
      </p:sp>
      <p:sp>
        <p:nvSpPr>
          <p:cNvPr id="6" name="Date Placeholder 5">
            <a:extLst>
              <a:ext uri="{FF2B5EF4-FFF2-40B4-BE49-F238E27FC236}">
                <a16:creationId xmlns:a16="http://schemas.microsoft.com/office/drawing/2014/main" id="{25053DED-8B0A-4549-8967-4B01D5F3B8AB}"/>
              </a:ext>
            </a:extLst>
          </p:cNvPr>
          <p:cNvSpPr>
            <a:spLocks noGrp="1"/>
          </p:cNvSpPr>
          <p:nvPr>
            <p:ph type="dt" sz="half" idx="10"/>
          </p:nvPr>
        </p:nvSpPr>
        <p:spPr/>
        <p:txBody>
          <a:bodyPr/>
          <a:lstStyle>
            <a:lvl1pPr>
              <a:defRPr b="0" i="0">
                <a:latin typeface="Amazon Ember Display" panose="020F0603020204020204" pitchFamily="34" charset="0"/>
              </a:defRPr>
            </a:lvl1pPr>
          </a:lstStyle>
          <a:p>
            <a:fld id="{325E6F66-F604-BE4B-A314-C26E5956D7BE}" type="datetime1">
              <a:rPr lang="ja-JP" altLang="en-US" smtClean="0"/>
              <a:t>2026/1/26</a:t>
            </a:fld>
            <a:endParaRPr lang="en-US" dirty="0"/>
          </a:p>
        </p:txBody>
      </p:sp>
      <p:sp>
        <p:nvSpPr>
          <p:cNvPr id="7" name="Footer Placeholder 6">
            <a:extLst>
              <a:ext uri="{FF2B5EF4-FFF2-40B4-BE49-F238E27FC236}">
                <a16:creationId xmlns:a16="http://schemas.microsoft.com/office/drawing/2014/main" id="{3C84D5AC-C55E-442D-A261-2526AFE660A0}"/>
              </a:ext>
            </a:extLst>
          </p:cNvPr>
          <p:cNvSpPr>
            <a:spLocks noGrp="1"/>
          </p:cNvSpPr>
          <p:nvPr>
            <p:ph type="ftr" sz="quarter" idx="11"/>
          </p:nvPr>
        </p:nvSpPr>
        <p:spPr/>
        <p:txBody>
          <a:bodyPr/>
          <a:lstStyle>
            <a:lvl1pPr>
              <a:defRPr b="0" i="0">
                <a:latin typeface="Amazon Ember Display" panose="020F0603020204020204" pitchFamily="34" charset="0"/>
              </a:defRPr>
            </a:lvl1pPr>
          </a:lstStyle>
          <a:p>
            <a:endParaRPr lang="en-US" dirty="0"/>
          </a:p>
        </p:txBody>
      </p:sp>
      <p:sp>
        <p:nvSpPr>
          <p:cNvPr id="8" name="Slide Number Placeholder 7">
            <a:extLst>
              <a:ext uri="{FF2B5EF4-FFF2-40B4-BE49-F238E27FC236}">
                <a16:creationId xmlns:a16="http://schemas.microsoft.com/office/drawing/2014/main" id="{9BE13C20-A770-495A-BA36-0CE111A9138F}"/>
              </a:ext>
            </a:extLst>
          </p:cNvPr>
          <p:cNvSpPr>
            <a:spLocks noGrp="1"/>
          </p:cNvSpPr>
          <p:nvPr>
            <p:ph type="sldNum" sz="quarter" idx="12"/>
          </p:nvPr>
        </p:nvSpPr>
        <p:spPr>
          <a:xfrm>
            <a:off x="9113838" y="6200775"/>
            <a:ext cx="2743200" cy="365125"/>
          </a:xfrm>
          <a:prstGeom prst="rect">
            <a:avLst/>
          </a:prstGeom>
        </p:spPr>
        <p:txBody>
          <a:bodyPr/>
          <a:lstStyle>
            <a:lvl1pPr>
              <a:defRPr b="0" i="0">
                <a:solidFill>
                  <a:schemeClr val="tx1"/>
                </a:solidFill>
                <a:latin typeface="Amazon Ember Display" panose="020F0603020204020204" pitchFamily="34" charset="0"/>
              </a:defRPr>
            </a:lvl1pPr>
          </a:lstStyle>
          <a:p>
            <a:fld id="{EB4B8DE2-A4E8-46E4-8BBF-D75455EFF32C}" type="slidenum">
              <a:rPr lang="en-US" smtClean="0"/>
              <a:pPr/>
              <a:t>‹#›</a:t>
            </a:fld>
            <a:endParaRPr lang="en-US" dirty="0"/>
          </a:p>
        </p:txBody>
      </p:sp>
      <p:sp>
        <p:nvSpPr>
          <p:cNvPr id="5" name="TextBox 4">
            <a:extLst>
              <a:ext uri="{FF2B5EF4-FFF2-40B4-BE49-F238E27FC236}">
                <a16:creationId xmlns:a16="http://schemas.microsoft.com/office/drawing/2014/main" id="{6F6FE5FF-6177-0943-300C-32D19148D86C}"/>
              </a:ext>
            </a:extLst>
          </p:cNvPr>
          <p:cNvSpPr txBox="1"/>
          <p:nvPr userDrawn="1"/>
        </p:nvSpPr>
        <p:spPr>
          <a:xfrm>
            <a:off x="1141084" y="6389813"/>
            <a:ext cx="2621230" cy="184666"/>
          </a:xfrm>
          <a:prstGeom prst="rect">
            <a:avLst/>
          </a:prstGeom>
          <a:noFill/>
        </p:spPr>
        <p:txBody>
          <a:bodyPr wrap="none" rtlCol="0">
            <a:spAutoFit/>
          </a:bodyPr>
          <a:lstStyle/>
          <a:p>
            <a:pPr algn="l"/>
            <a:r>
              <a:rPr lang="en-US" sz="600" b="0" i="0" dirty="0">
                <a:solidFill>
                  <a:schemeClr val="tx2"/>
                </a:solidFill>
                <a:latin typeface="Amazon Ember Display" panose="020F0603020204020204" pitchFamily="34" charset="0"/>
              </a:rPr>
              <a:t>© 2025, Amazon Web Services, Inc. or its affiliates. All rights reserved.</a:t>
            </a:r>
          </a:p>
        </p:txBody>
      </p:sp>
      <p:pic>
        <p:nvPicPr>
          <p:cNvPr id="3" name="Picture 2">
            <a:extLst>
              <a:ext uri="{FF2B5EF4-FFF2-40B4-BE49-F238E27FC236}">
                <a16:creationId xmlns:a16="http://schemas.microsoft.com/office/drawing/2014/main" id="{8D45EC76-5973-D100-2A27-71BAEC1CC4D2}"/>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595295" y="6338002"/>
            <a:ext cx="365760" cy="218830"/>
          </a:xfrm>
          <a:prstGeom prst="rect">
            <a:avLst/>
          </a:prstGeom>
        </p:spPr>
      </p:pic>
    </p:spTree>
    <p:extLst>
      <p:ext uri="{BB962C8B-B14F-4D97-AF65-F5344CB8AC3E}">
        <p14:creationId xmlns:p14="http://schemas.microsoft.com/office/powerpoint/2010/main" val="26550850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109.xml><?xml version="1.0" encoding="utf-8"?>
<p:sldLayout xmlns:a="http://schemas.openxmlformats.org/drawingml/2006/main" xmlns:r="http://schemas.openxmlformats.org/officeDocument/2006/relationships" xmlns:p="http://schemas.openxmlformats.org/presentationml/2006/main" preserve="1" userDrawn="1">
  <p:cSld name="Code">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025BCD8-5D1C-48DC-A21B-317A0B7D55A0}"/>
              </a:ext>
            </a:extLst>
          </p:cNvPr>
          <p:cNvSpPr>
            <a:spLocks noGrp="1"/>
          </p:cNvSpPr>
          <p:nvPr>
            <p:ph idx="1" hasCustomPrompt="1"/>
          </p:nvPr>
        </p:nvSpPr>
        <p:spPr>
          <a:xfrm>
            <a:off x="407987" y="1376363"/>
            <a:ext cx="11449049" cy="1903085"/>
          </a:xfrm>
          <a:prstGeom prst="rect">
            <a:avLst/>
          </a:prstGeom>
        </p:spPr>
        <p:txBody>
          <a:bodyPr/>
          <a:lstStyle>
            <a:lvl1pPr marL="0" indent="0">
              <a:spcAft>
                <a:spcPts val="600"/>
              </a:spcAft>
              <a:buNone/>
              <a:defRPr sz="1800" b="0" i="0">
                <a:latin typeface="Amazon Ember Mono" panose="020B0509020204020204" pitchFamily="49" charset="0"/>
                <a:ea typeface="Amazon Ember Display" panose="020F0603020204020204" pitchFamily="34" charset="0"/>
                <a:cs typeface="Amazon Ember Display" panose="020F0603020204020204" pitchFamily="34" charset="0"/>
              </a:defRPr>
            </a:lvl1pPr>
            <a:lvl2pPr marL="228600" indent="0">
              <a:spcAft>
                <a:spcPts val="600"/>
              </a:spcAft>
              <a:buNone/>
              <a:defRPr sz="1800" b="0" i="0">
                <a:latin typeface="Amazon Ember Mono" panose="020B0509020204020204" pitchFamily="49" charset="0"/>
                <a:ea typeface="Amazon Ember Display" panose="020F0603020204020204" pitchFamily="34" charset="0"/>
                <a:cs typeface="Amazon Ember Display" panose="020F0603020204020204" pitchFamily="34" charset="0"/>
              </a:defRPr>
            </a:lvl2pPr>
            <a:lvl3pPr marL="457200" indent="0">
              <a:spcAft>
                <a:spcPts val="600"/>
              </a:spcAft>
              <a:buNone/>
              <a:defRPr sz="1800" b="0" i="0">
                <a:latin typeface="Amazon Ember Mono" panose="020B0509020204020204" pitchFamily="49" charset="0"/>
                <a:ea typeface="Amazon Ember Display" panose="020F0603020204020204" pitchFamily="34" charset="0"/>
                <a:cs typeface="Amazon Ember Display" panose="020F0603020204020204" pitchFamily="34" charset="0"/>
              </a:defRPr>
            </a:lvl3pPr>
            <a:lvl4pPr marL="685800" indent="0">
              <a:spcAft>
                <a:spcPts val="600"/>
              </a:spcAft>
              <a:buNone/>
              <a:defRPr sz="1800" b="0" i="0">
                <a:latin typeface="Amazon Ember Mono" panose="020B0509020204020204" pitchFamily="49" charset="0"/>
                <a:ea typeface="Amazon Ember Display" panose="020F0603020204020204" pitchFamily="34" charset="0"/>
                <a:cs typeface="Amazon Ember Display" panose="020F0603020204020204" pitchFamily="34" charset="0"/>
              </a:defRPr>
            </a:lvl4pPr>
            <a:lvl5pPr marL="914400" indent="0">
              <a:spcAft>
                <a:spcPts val="600"/>
              </a:spcAft>
              <a:buNone/>
              <a:defRPr sz="1800" b="0" i="0">
                <a:latin typeface="Amazon Ember Mono" panose="020B0509020204020204" pitchFamily="49" charset="0"/>
                <a:ea typeface="Amazon Ember Display" panose="020F0603020204020204" pitchFamily="34" charset="0"/>
                <a:cs typeface="Amazon Ember Display" panose="020F0603020204020204" pitchFamily="34" charset="0"/>
              </a:defRPr>
            </a:lvl5pPr>
          </a:lstStyle>
          <a:p>
            <a:pPr lvl="0"/>
            <a:r>
              <a:rPr lang="en-US" dirty="0"/>
              <a:t>Type or paste plain-text code here; or click icon to add image</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5A09EAB3-8007-4FDC-BADB-BADCE0CE1871}"/>
              </a:ext>
            </a:extLst>
          </p:cNvPr>
          <p:cNvSpPr>
            <a:spLocks noGrp="1"/>
          </p:cNvSpPr>
          <p:nvPr>
            <p:ph type="dt" sz="half" idx="10"/>
          </p:nvPr>
        </p:nvSpPr>
        <p:spPr/>
        <p:txBody>
          <a:bodyPr/>
          <a:lstStyle>
            <a:lvl1pPr>
              <a:defRPr b="0" i="0">
                <a:latin typeface="Amazon Ember Display" panose="020F0603020204020204" pitchFamily="34" charset="0"/>
              </a:defRPr>
            </a:lvl1pPr>
          </a:lstStyle>
          <a:p>
            <a:fld id="{70D83E71-1362-9C42-8B72-05C31D7C40B4}" type="datetime1">
              <a:rPr lang="ja-JP" altLang="en-US" smtClean="0"/>
              <a:t>2026/1/26</a:t>
            </a:fld>
            <a:endParaRPr lang="en-US" dirty="0"/>
          </a:p>
        </p:txBody>
      </p:sp>
      <p:sp>
        <p:nvSpPr>
          <p:cNvPr id="5" name="Footer Placeholder 4">
            <a:extLst>
              <a:ext uri="{FF2B5EF4-FFF2-40B4-BE49-F238E27FC236}">
                <a16:creationId xmlns:a16="http://schemas.microsoft.com/office/drawing/2014/main" id="{A5375AEC-53B6-4043-9677-30AD83B02F42}"/>
              </a:ext>
            </a:extLst>
          </p:cNvPr>
          <p:cNvSpPr>
            <a:spLocks noGrp="1"/>
          </p:cNvSpPr>
          <p:nvPr>
            <p:ph type="ftr" sz="quarter" idx="11"/>
          </p:nvPr>
        </p:nvSpPr>
        <p:spPr/>
        <p:txBody>
          <a:bodyPr/>
          <a:lstStyle>
            <a:lvl1pPr>
              <a:defRPr b="0" i="0">
                <a:latin typeface="Amazon Ember Display" panose="020F0603020204020204" pitchFamily="34" charset="0"/>
              </a:defRPr>
            </a:lvl1pPr>
          </a:lstStyle>
          <a:p>
            <a:endParaRPr lang="en-US" dirty="0"/>
          </a:p>
        </p:txBody>
      </p:sp>
      <p:sp>
        <p:nvSpPr>
          <p:cNvPr id="6" name="Slide Number Placeholder 5">
            <a:extLst>
              <a:ext uri="{FF2B5EF4-FFF2-40B4-BE49-F238E27FC236}">
                <a16:creationId xmlns:a16="http://schemas.microsoft.com/office/drawing/2014/main" id="{63F51AD4-FDAE-4E07-B685-874180F1021C}"/>
              </a:ext>
            </a:extLst>
          </p:cNvPr>
          <p:cNvSpPr>
            <a:spLocks noGrp="1"/>
          </p:cNvSpPr>
          <p:nvPr>
            <p:ph type="sldNum" sz="quarter" idx="12"/>
          </p:nvPr>
        </p:nvSpPr>
        <p:spPr>
          <a:xfrm>
            <a:off x="9113838" y="6200775"/>
            <a:ext cx="2743200" cy="365125"/>
          </a:xfrm>
          <a:prstGeom prst="rect">
            <a:avLst/>
          </a:prstGeom>
        </p:spPr>
        <p:txBody>
          <a:bodyPr/>
          <a:lstStyle>
            <a:lvl1pPr>
              <a:defRPr b="0" i="0">
                <a:latin typeface="Amazon Ember Display" panose="020F0603020204020204" pitchFamily="34" charset="0"/>
              </a:defRPr>
            </a:lvl1pPr>
          </a:lstStyle>
          <a:p>
            <a:fld id="{EB4B8DE2-A4E8-46E4-8BBF-D75455EFF32C}" type="slidenum">
              <a:rPr lang="en-US" smtClean="0"/>
              <a:pPr/>
              <a:t>‹#›</a:t>
            </a:fld>
            <a:endParaRPr lang="en-US" dirty="0"/>
          </a:p>
        </p:txBody>
      </p:sp>
      <p:sp>
        <p:nvSpPr>
          <p:cNvPr id="7" name="タイトル 6">
            <a:extLst>
              <a:ext uri="{FF2B5EF4-FFF2-40B4-BE49-F238E27FC236}">
                <a16:creationId xmlns:a16="http://schemas.microsoft.com/office/drawing/2014/main" id="{541B4DB9-DAC9-9F60-7AD3-80BEEE5D3DAA}"/>
              </a:ext>
            </a:extLst>
          </p:cNvPr>
          <p:cNvSpPr>
            <a:spLocks noGrp="1"/>
          </p:cNvSpPr>
          <p:nvPr>
            <p:ph type="title"/>
          </p:nvPr>
        </p:nvSpPr>
        <p:spPr/>
        <p:txBody>
          <a:bodyPr/>
          <a:lstStyle/>
          <a:p>
            <a:r>
              <a:rPr kumimoji="1" lang="ja-JP" altLang="en-US"/>
              <a:t>マスター タイトルの書式設定</a:t>
            </a:r>
          </a:p>
        </p:txBody>
      </p:sp>
    </p:spTree>
    <p:extLst>
      <p:ext uri="{BB962C8B-B14F-4D97-AF65-F5344CB8AC3E}">
        <p14:creationId xmlns:p14="http://schemas.microsoft.com/office/powerpoint/2010/main" val="17457454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0.xml><?xml version="1.0" encoding="utf-8"?>
<p:sldLayout xmlns:a="http://schemas.openxmlformats.org/drawingml/2006/main" xmlns:r="http://schemas.openxmlformats.org/officeDocument/2006/relationships" xmlns:p="http://schemas.openxmlformats.org/presentationml/2006/main" preserve="1" userDrawn="1">
  <p:cSld name="Code - Two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B10331E-4F8F-4DEC-91C1-F631560E6601}"/>
              </a:ext>
            </a:extLst>
          </p:cNvPr>
          <p:cNvSpPr>
            <a:spLocks noGrp="1"/>
          </p:cNvSpPr>
          <p:nvPr>
            <p:ph sz="half" idx="1" hasCustomPrompt="1"/>
          </p:nvPr>
        </p:nvSpPr>
        <p:spPr>
          <a:xfrm>
            <a:off x="407988" y="1376363"/>
            <a:ext cx="5248274" cy="1903085"/>
          </a:xfrm>
          <a:prstGeom prst="rect">
            <a:avLst/>
          </a:prstGeom>
        </p:spPr>
        <p:txBody>
          <a:bodyPr/>
          <a:lstStyle>
            <a:lvl1pPr marL="0" indent="0">
              <a:spcAft>
                <a:spcPts val="600"/>
              </a:spcAft>
              <a:buNone/>
              <a:defRPr sz="1800" b="0" i="0">
                <a:latin typeface="Amazon Ember Mono" panose="020B0509020204020204" pitchFamily="49" charset="0"/>
                <a:ea typeface="Amazon Ember Display" panose="020F0603020204020204" pitchFamily="34" charset="0"/>
                <a:cs typeface="Amazon Ember Display" panose="020F0603020204020204" pitchFamily="34" charset="0"/>
              </a:defRPr>
            </a:lvl1pPr>
            <a:lvl2pPr marL="228600" indent="0">
              <a:spcAft>
                <a:spcPts val="600"/>
              </a:spcAft>
              <a:buNone/>
              <a:defRPr sz="1800" b="0" i="0">
                <a:latin typeface="Amazon Ember Mono" panose="020B0509020204020204" pitchFamily="49" charset="0"/>
                <a:ea typeface="Amazon Ember Display" panose="020F0603020204020204" pitchFamily="34" charset="0"/>
                <a:cs typeface="Amazon Ember Display" panose="020F0603020204020204" pitchFamily="34" charset="0"/>
              </a:defRPr>
            </a:lvl2pPr>
            <a:lvl3pPr marL="457200" indent="0">
              <a:spcAft>
                <a:spcPts val="600"/>
              </a:spcAft>
              <a:buNone/>
              <a:defRPr sz="1800" b="0" i="0">
                <a:latin typeface="Amazon Ember Mono" panose="020B0509020204020204" pitchFamily="49" charset="0"/>
                <a:ea typeface="Amazon Ember Display" panose="020F0603020204020204" pitchFamily="34" charset="0"/>
                <a:cs typeface="Amazon Ember Display" panose="020F0603020204020204" pitchFamily="34" charset="0"/>
              </a:defRPr>
            </a:lvl3pPr>
            <a:lvl4pPr marL="685800" indent="0">
              <a:spcAft>
                <a:spcPts val="600"/>
              </a:spcAft>
              <a:buNone/>
              <a:defRPr sz="1800" b="0" i="0">
                <a:latin typeface="Amazon Ember Mono" panose="020B0509020204020204" pitchFamily="49" charset="0"/>
                <a:ea typeface="Amazon Ember Display" panose="020F0603020204020204" pitchFamily="34" charset="0"/>
                <a:cs typeface="Amazon Ember Display" panose="020F0603020204020204" pitchFamily="34" charset="0"/>
              </a:defRPr>
            </a:lvl4pPr>
            <a:lvl5pPr marL="914400" indent="0">
              <a:spcAft>
                <a:spcPts val="600"/>
              </a:spcAft>
              <a:buNone/>
              <a:defRPr sz="1800" b="0" i="0">
                <a:latin typeface="Amazon Ember Mono" panose="020B0509020204020204" pitchFamily="49" charset="0"/>
                <a:ea typeface="Amazon Ember Display" panose="020F0603020204020204" pitchFamily="34" charset="0"/>
                <a:cs typeface="Amazon Ember Display" panose="020F0603020204020204" pitchFamily="34" charset="0"/>
              </a:defRPr>
            </a:lvl5pPr>
          </a:lstStyle>
          <a:p>
            <a:pPr lvl="0"/>
            <a:r>
              <a:rPr lang="en-US" dirty="0"/>
              <a:t>Enter code</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id="{CF72257F-5E84-444A-B9C4-CCB856025EB2}"/>
              </a:ext>
            </a:extLst>
          </p:cNvPr>
          <p:cNvSpPr>
            <a:spLocks noGrp="1"/>
          </p:cNvSpPr>
          <p:nvPr>
            <p:ph sz="half" idx="2" hasCustomPrompt="1"/>
          </p:nvPr>
        </p:nvSpPr>
        <p:spPr>
          <a:xfrm>
            <a:off x="6132513" y="1376363"/>
            <a:ext cx="5248276" cy="1903085"/>
          </a:xfrm>
          <a:prstGeom prst="rect">
            <a:avLst/>
          </a:prstGeom>
        </p:spPr>
        <p:txBody>
          <a:bodyPr/>
          <a:lstStyle>
            <a:lvl1pPr marL="0" indent="0">
              <a:spcAft>
                <a:spcPts val="600"/>
              </a:spcAft>
              <a:buNone/>
              <a:defRPr sz="1800" b="0" i="0">
                <a:latin typeface="Amazon Ember Mono" panose="020B0509020204020204" pitchFamily="49" charset="0"/>
                <a:ea typeface="Amazon Ember Display" panose="020F0603020204020204" pitchFamily="34" charset="0"/>
                <a:cs typeface="Amazon Ember Display" panose="020F0603020204020204" pitchFamily="34" charset="0"/>
              </a:defRPr>
            </a:lvl1pPr>
            <a:lvl2pPr marL="228600" indent="0">
              <a:spcAft>
                <a:spcPts val="600"/>
              </a:spcAft>
              <a:buNone/>
              <a:defRPr sz="1800" b="0" i="0">
                <a:latin typeface="Amazon Ember Mono" panose="020B0509020204020204" pitchFamily="49" charset="0"/>
                <a:ea typeface="Amazon Ember Display" panose="020F0603020204020204" pitchFamily="34" charset="0"/>
                <a:cs typeface="Amazon Ember Display" panose="020F0603020204020204" pitchFamily="34" charset="0"/>
              </a:defRPr>
            </a:lvl2pPr>
            <a:lvl3pPr marL="457200" indent="0">
              <a:spcAft>
                <a:spcPts val="600"/>
              </a:spcAft>
              <a:buNone/>
              <a:defRPr sz="1800" b="0" i="0">
                <a:latin typeface="Amazon Ember Mono" panose="020B0509020204020204" pitchFamily="49" charset="0"/>
                <a:ea typeface="Amazon Ember Display" panose="020F0603020204020204" pitchFamily="34" charset="0"/>
                <a:cs typeface="Amazon Ember Display" panose="020F0603020204020204" pitchFamily="34" charset="0"/>
              </a:defRPr>
            </a:lvl3pPr>
            <a:lvl4pPr marL="685800" indent="0">
              <a:spcAft>
                <a:spcPts val="600"/>
              </a:spcAft>
              <a:buNone/>
              <a:defRPr sz="1800" b="0" i="0">
                <a:latin typeface="Amazon Ember Mono" panose="020B0509020204020204" pitchFamily="49" charset="0"/>
                <a:ea typeface="Amazon Ember Display" panose="020F0603020204020204" pitchFamily="34" charset="0"/>
                <a:cs typeface="Amazon Ember Display" panose="020F0603020204020204" pitchFamily="34" charset="0"/>
              </a:defRPr>
            </a:lvl4pPr>
            <a:lvl5pPr marL="914400" indent="0">
              <a:spcAft>
                <a:spcPts val="600"/>
              </a:spcAft>
              <a:buNone/>
              <a:defRPr sz="1800" b="0" i="0">
                <a:latin typeface="Amazon Ember Mono" panose="020B0509020204020204" pitchFamily="49" charset="0"/>
                <a:ea typeface="Amazon Ember Display" panose="020F0603020204020204" pitchFamily="34" charset="0"/>
                <a:cs typeface="Amazon Ember Display" panose="020F0603020204020204" pitchFamily="34" charset="0"/>
              </a:defRPr>
            </a:lvl5pPr>
          </a:lstStyle>
          <a:p>
            <a:pPr lvl="0"/>
            <a:r>
              <a:rPr lang="en-US" dirty="0"/>
              <a:t>Enter code</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8D810155-AFE0-49FD-8E9F-C55D662327A4}"/>
              </a:ext>
            </a:extLst>
          </p:cNvPr>
          <p:cNvSpPr>
            <a:spLocks noGrp="1"/>
          </p:cNvSpPr>
          <p:nvPr>
            <p:ph type="dt" sz="half" idx="10"/>
          </p:nvPr>
        </p:nvSpPr>
        <p:spPr/>
        <p:txBody>
          <a:bodyPr/>
          <a:lstStyle>
            <a:lvl1pPr>
              <a:defRPr b="0" i="0">
                <a:latin typeface="Amazon Ember Display" panose="020F0603020204020204" pitchFamily="34" charset="0"/>
              </a:defRPr>
            </a:lvl1pPr>
          </a:lstStyle>
          <a:p>
            <a:fld id="{7AB84A23-C258-A441-B191-CFD057FAAABB}" type="datetime1">
              <a:rPr lang="ja-JP" altLang="en-US" smtClean="0"/>
              <a:t>2026/1/26</a:t>
            </a:fld>
            <a:endParaRPr lang="en-US" dirty="0"/>
          </a:p>
        </p:txBody>
      </p:sp>
      <p:sp>
        <p:nvSpPr>
          <p:cNvPr id="6" name="Footer Placeholder 5">
            <a:extLst>
              <a:ext uri="{FF2B5EF4-FFF2-40B4-BE49-F238E27FC236}">
                <a16:creationId xmlns:a16="http://schemas.microsoft.com/office/drawing/2014/main" id="{C99A757A-A572-48F6-B0E7-EBDAFBA598C6}"/>
              </a:ext>
            </a:extLst>
          </p:cNvPr>
          <p:cNvSpPr>
            <a:spLocks noGrp="1"/>
          </p:cNvSpPr>
          <p:nvPr>
            <p:ph type="ftr" sz="quarter" idx="11"/>
          </p:nvPr>
        </p:nvSpPr>
        <p:spPr/>
        <p:txBody>
          <a:bodyPr/>
          <a:lstStyle>
            <a:lvl1pPr>
              <a:defRPr b="0" i="0">
                <a:latin typeface="Amazon Ember Display" panose="020F0603020204020204" pitchFamily="34" charset="0"/>
              </a:defRPr>
            </a:lvl1pPr>
          </a:lstStyle>
          <a:p>
            <a:endParaRPr lang="en-US" dirty="0"/>
          </a:p>
        </p:txBody>
      </p:sp>
      <p:sp>
        <p:nvSpPr>
          <p:cNvPr id="7" name="Slide Number Placeholder 6">
            <a:extLst>
              <a:ext uri="{FF2B5EF4-FFF2-40B4-BE49-F238E27FC236}">
                <a16:creationId xmlns:a16="http://schemas.microsoft.com/office/drawing/2014/main" id="{76BBE49C-423E-451A-A0D2-7D73F2531B98}"/>
              </a:ext>
            </a:extLst>
          </p:cNvPr>
          <p:cNvSpPr>
            <a:spLocks noGrp="1"/>
          </p:cNvSpPr>
          <p:nvPr>
            <p:ph type="sldNum" sz="quarter" idx="12"/>
          </p:nvPr>
        </p:nvSpPr>
        <p:spPr>
          <a:xfrm>
            <a:off x="9113838" y="6200775"/>
            <a:ext cx="2743200" cy="365125"/>
          </a:xfrm>
          <a:prstGeom prst="rect">
            <a:avLst/>
          </a:prstGeom>
        </p:spPr>
        <p:txBody>
          <a:bodyPr/>
          <a:lstStyle>
            <a:lvl1pPr>
              <a:defRPr b="0" i="0">
                <a:latin typeface="Amazon Ember Display" panose="020F0603020204020204" pitchFamily="34" charset="0"/>
              </a:defRPr>
            </a:lvl1pPr>
          </a:lstStyle>
          <a:p>
            <a:fld id="{EB4B8DE2-A4E8-46E4-8BBF-D75455EFF32C}" type="slidenum">
              <a:rPr lang="en-US" smtClean="0"/>
              <a:pPr/>
              <a:t>‹#›</a:t>
            </a:fld>
            <a:endParaRPr lang="en-US" dirty="0"/>
          </a:p>
        </p:txBody>
      </p:sp>
      <p:sp>
        <p:nvSpPr>
          <p:cNvPr id="8" name="タイトル 7">
            <a:extLst>
              <a:ext uri="{FF2B5EF4-FFF2-40B4-BE49-F238E27FC236}">
                <a16:creationId xmlns:a16="http://schemas.microsoft.com/office/drawing/2014/main" id="{5A92F619-17A9-1E28-8BF6-9D8A9176BDA3}"/>
              </a:ext>
            </a:extLst>
          </p:cNvPr>
          <p:cNvSpPr>
            <a:spLocks noGrp="1"/>
          </p:cNvSpPr>
          <p:nvPr>
            <p:ph type="title"/>
          </p:nvPr>
        </p:nvSpPr>
        <p:spPr/>
        <p:txBody>
          <a:bodyPr/>
          <a:lstStyle/>
          <a:p>
            <a:r>
              <a:rPr kumimoji="1" lang="ja-JP" altLang="en-US"/>
              <a:t>マスター タイトルの書式設定</a:t>
            </a:r>
          </a:p>
        </p:txBody>
      </p:sp>
    </p:spTree>
    <p:extLst>
      <p:ext uri="{BB962C8B-B14F-4D97-AF65-F5344CB8AC3E}">
        <p14:creationId xmlns:p14="http://schemas.microsoft.com/office/powerpoint/2010/main" val="24961926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3840">
          <p15:clr>
            <a:srgbClr val="FBAE40"/>
          </p15:clr>
        </p15:guide>
      </p15:sldGuideLst>
    </p:ext>
  </p:extLst>
</p:sldLayout>
</file>

<file path=ppt/slideLayouts/slideLayout111.xml><?xml version="1.0" encoding="utf-8"?>
<p:sldLayout xmlns:a="http://schemas.openxmlformats.org/drawingml/2006/main" xmlns:r="http://schemas.openxmlformats.org/officeDocument/2006/relationships" xmlns:p="http://schemas.openxmlformats.org/presentationml/2006/main" preserve="1" userDrawn="1">
  <p:cSld name="Q&amp;A">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590820-803B-4C55-BA9E-AE3223753EEA}"/>
              </a:ext>
            </a:extLst>
          </p:cNvPr>
          <p:cNvSpPr>
            <a:spLocks noGrp="1"/>
          </p:cNvSpPr>
          <p:nvPr>
            <p:ph type="title" hasCustomPrompt="1"/>
          </p:nvPr>
        </p:nvSpPr>
        <p:spPr>
          <a:xfrm>
            <a:off x="653256" y="3226552"/>
            <a:ext cx="6823869" cy="750238"/>
          </a:xfrm>
          <a:prstGeom prst="rect">
            <a:avLst/>
          </a:prstGeom>
        </p:spPr>
        <p:txBody>
          <a:bodyPr/>
          <a:lstStyle>
            <a:lvl1pPr>
              <a:defRPr sz="2800" b="0" i="0">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r>
              <a:rPr lang="en-US" dirty="0"/>
              <a:t>Enter subtitle</a:t>
            </a:r>
          </a:p>
        </p:txBody>
      </p:sp>
      <p:sp>
        <p:nvSpPr>
          <p:cNvPr id="3" name="Date Placeholder 2">
            <a:extLst>
              <a:ext uri="{FF2B5EF4-FFF2-40B4-BE49-F238E27FC236}">
                <a16:creationId xmlns:a16="http://schemas.microsoft.com/office/drawing/2014/main" id="{35841FE7-5B7D-4299-B262-F8E574B50BA0}"/>
              </a:ext>
            </a:extLst>
          </p:cNvPr>
          <p:cNvSpPr>
            <a:spLocks noGrp="1"/>
          </p:cNvSpPr>
          <p:nvPr>
            <p:ph type="dt" sz="half" idx="10"/>
          </p:nvPr>
        </p:nvSpPr>
        <p:spPr/>
        <p:txBody>
          <a:bodyPr/>
          <a:lstStyle>
            <a:lvl1pPr>
              <a:defRPr b="0" i="0">
                <a:latin typeface="Amazon Ember Display" panose="020F0603020204020204" pitchFamily="34" charset="0"/>
              </a:defRPr>
            </a:lvl1pPr>
          </a:lstStyle>
          <a:p>
            <a:fld id="{43D5DBE7-3C55-CC4B-8870-D6F5A3ABAAD3}" type="datetime1">
              <a:rPr lang="ja-JP" altLang="en-US" smtClean="0"/>
              <a:t>2026/1/26</a:t>
            </a:fld>
            <a:endParaRPr lang="en-US" dirty="0"/>
          </a:p>
        </p:txBody>
      </p:sp>
      <p:sp>
        <p:nvSpPr>
          <p:cNvPr id="4" name="Footer Placeholder 3">
            <a:extLst>
              <a:ext uri="{FF2B5EF4-FFF2-40B4-BE49-F238E27FC236}">
                <a16:creationId xmlns:a16="http://schemas.microsoft.com/office/drawing/2014/main" id="{728617C0-A817-49E3-9857-07752AB40137}"/>
              </a:ext>
            </a:extLst>
          </p:cNvPr>
          <p:cNvSpPr>
            <a:spLocks noGrp="1"/>
          </p:cNvSpPr>
          <p:nvPr>
            <p:ph type="ftr" sz="quarter" idx="11"/>
          </p:nvPr>
        </p:nvSpPr>
        <p:spPr/>
        <p:txBody>
          <a:bodyPr/>
          <a:lstStyle>
            <a:lvl1pPr>
              <a:defRPr b="0" i="0">
                <a:latin typeface="Amazon Ember Display" panose="020F0603020204020204" pitchFamily="34" charset="0"/>
              </a:defRPr>
            </a:lvl1pPr>
          </a:lstStyle>
          <a:p>
            <a:endParaRPr lang="en-US" dirty="0"/>
          </a:p>
        </p:txBody>
      </p:sp>
      <p:sp>
        <p:nvSpPr>
          <p:cNvPr id="5" name="Slide Number Placeholder 4">
            <a:extLst>
              <a:ext uri="{FF2B5EF4-FFF2-40B4-BE49-F238E27FC236}">
                <a16:creationId xmlns:a16="http://schemas.microsoft.com/office/drawing/2014/main" id="{D2B99A66-7F1A-495E-B008-D2DB34B05B55}"/>
              </a:ext>
            </a:extLst>
          </p:cNvPr>
          <p:cNvSpPr>
            <a:spLocks noGrp="1"/>
          </p:cNvSpPr>
          <p:nvPr>
            <p:ph type="sldNum" sz="quarter" idx="12"/>
          </p:nvPr>
        </p:nvSpPr>
        <p:spPr>
          <a:xfrm>
            <a:off x="9113838" y="6200775"/>
            <a:ext cx="2743200" cy="365125"/>
          </a:xfrm>
          <a:prstGeom prst="rect">
            <a:avLst/>
          </a:prstGeom>
        </p:spPr>
        <p:txBody>
          <a:bodyPr/>
          <a:lstStyle>
            <a:lvl1pPr>
              <a:defRPr b="0" i="0">
                <a:latin typeface="Amazon Ember Display" panose="020F0603020204020204" pitchFamily="34" charset="0"/>
              </a:defRPr>
            </a:lvl1pPr>
          </a:lstStyle>
          <a:p>
            <a:fld id="{EB4B8DE2-A4E8-46E4-8BBF-D75455EFF32C}" type="slidenum">
              <a:rPr lang="en-US" smtClean="0"/>
              <a:pPr/>
              <a:t>‹#›</a:t>
            </a:fld>
            <a:endParaRPr lang="en-US" dirty="0"/>
          </a:p>
        </p:txBody>
      </p:sp>
      <p:sp>
        <p:nvSpPr>
          <p:cNvPr id="6" name="TextBox 5">
            <a:extLst>
              <a:ext uri="{FF2B5EF4-FFF2-40B4-BE49-F238E27FC236}">
                <a16:creationId xmlns:a16="http://schemas.microsoft.com/office/drawing/2014/main" id="{90F7951E-E6AB-4553-9142-A91D5BC58C21}"/>
              </a:ext>
            </a:extLst>
          </p:cNvPr>
          <p:cNvSpPr txBox="1"/>
          <p:nvPr userDrawn="1"/>
        </p:nvSpPr>
        <p:spPr>
          <a:xfrm>
            <a:off x="609599" y="2428875"/>
            <a:ext cx="6867525" cy="955666"/>
          </a:xfrm>
          <a:prstGeom prst="rect">
            <a:avLst/>
          </a:prstGeom>
          <a:noFill/>
        </p:spPr>
        <p:txBody>
          <a:bodyPr wrap="square" lIns="0" rtlCol="0">
            <a:noAutofit/>
          </a:bodyPr>
          <a:lstStyle/>
          <a:p>
            <a:r>
              <a:rPr lang="en-US" sz="4800" b="0" i="0" dirty="0">
                <a:solidFill>
                  <a:schemeClr val="tx2"/>
                </a:solidFill>
                <a:latin typeface="Amazon Ember Display" panose="020F0603020204020204" pitchFamily="34" charset="0"/>
              </a:rPr>
              <a:t>Q&amp;A</a:t>
            </a:r>
          </a:p>
        </p:txBody>
      </p:sp>
    </p:spTree>
    <p:extLst>
      <p:ext uri="{BB962C8B-B14F-4D97-AF65-F5344CB8AC3E}">
        <p14:creationId xmlns:p14="http://schemas.microsoft.com/office/powerpoint/2010/main" val="11054065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2.xml><?xml version="1.0" encoding="utf-8"?>
<p:sldLayout xmlns:a="http://schemas.openxmlformats.org/drawingml/2006/main" xmlns:r="http://schemas.openxmlformats.org/officeDocument/2006/relationships" xmlns:p="http://schemas.openxmlformats.org/presentationml/2006/main" preserve="1" userDrawn="1">
  <p:cSld name="Video or Demo Divi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915E6F-C631-449B-B22F-53FD20C9E896}"/>
              </a:ext>
            </a:extLst>
          </p:cNvPr>
          <p:cNvSpPr>
            <a:spLocks noGrp="1"/>
          </p:cNvSpPr>
          <p:nvPr>
            <p:ph type="title" hasCustomPrompt="1"/>
          </p:nvPr>
        </p:nvSpPr>
        <p:spPr>
          <a:xfrm>
            <a:off x="609600" y="2773436"/>
            <a:ext cx="7823200" cy="1311128"/>
          </a:xfrm>
          <a:prstGeom prst="rect">
            <a:avLst/>
          </a:prstGeom>
        </p:spPr>
        <p:txBody>
          <a:bodyPr anchor="ctr" anchorCtr="0"/>
          <a:lstStyle>
            <a:lvl1pPr>
              <a:defRPr sz="4400" b="0" i="0">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r>
              <a:rPr lang="en-US" dirty="0"/>
              <a:t>Video or demo divider: Enter “Video” or “Demo” here</a:t>
            </a:r>
          </a:p>
        </p:txBody>
      </p:sp>
    </p:spTree>
    <p:extLst>
      <p:ext uri="{BB962C8B-B14F-4D97-AF65-F5344CB8AC3E}">
        <p14:creationId xmlns:p14="http://schemas.microsoft.com/office/powerpoint/2010/main" val="27066053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3.xml><?xml version="1.0" encoding="utf-8"?>
<p:sldLayout xmlns:a="http://schemas.openxmlformats.org/drawingml/2006/main" xmlns:r="http://schemas.openxmlformats.org/officeDocument/2006/relationships" xmlns:p="http://schemas.openxmlformats.org/presentationml/2006/main" preserve="1" userDrawn="1">
  <p:cSld name="Video">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1C300D94-E16B-4268-9D8D-053D71D5DCA2}"/>
              </a:ext>
            </a:extLst>
          </p:cNvPr>
          <p:cNvPicPr>
            <a:picLocks noChangeAspect="1"/>
          </p:cNvPicPr>
          <p:nvPr userDrawn="1"/>
        </p:nvPicPr>
        <p:blipFill>
          <a:blip r:embed="rId2"/>
          <a:stretch>
            <a:fillRect/>
          </a:stretch>
        </p:blipFill>
        <p:spPr>
          <a:xfrm>
            <a:off x="4994672" y="2327672"/>
            <a:ext cx="2202656" cy="2202656"/>
          </a:xfrm>
          <a:prstGeom prst="rect">
            <a:avLst/>
          </a:prstGeom>
        </p:spPr>
      </p:pic>
      <p:sp>
        <p:nvSpPr>
          <p:cNvPr id="7" name="Media Placeholder 6">
            <a:extLst>
              <a:ext uri="{FF2B5EF4-FFF2-40B4-BE49-F238E27FC236}">
                <a16:creationId xmlns:a16="http://schemas.microsoft.com/office/drawing/2014/main" id="{6100FBD5-D226-4B79-8009-A3AA42458FC8}"/>
              </a:ext>
            </a:extLst>
          </p:cNvPr>
          <p:cNvSpPr>
            <a:spLocks noGrp="1"/>
          </p:cNvSpPr>
          <p:nvPr>
            <p:ph type="media" sz="quarter" idx="10"/>
          </p:nvPr>
        </p:nvSpPr>
        <p:spPr>
          <a:xfrm>
            <a:off x="0" y="0"/>
            <a:ext cx="12192000" cy="6858000"/>
          </a:xfrm>
          <a:prstGeom prst="rect">
            <a:avLst/>
          </a:prstGeom>
          <a:solidFill>
            <a:schemeClr val="bg2"/>
          </a:solidFill>
        </p:spPr>
        <p:txBody>
          <a:bodyPr lIns="548640" anchor="ctr">
            <a:noAutofit/>
          </a:bodyPr>
          <a:lstStyle>
            <a:lvl1pPr marL="0" indent="0" algn="ctr">
              <a:buNone/>
              <a:defRPr b="0" i="0">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r>
              <a:rPr lang="en-US" dirty="0"/>
              <a:t>Click icon to add media</a:t>
            </a:r>
          </a:p>
        </p:txBody>
      </p:sp>
    </p:spTree>
    <p:extLst>
      <p:ext uri="{BB962C8B-B14F-4D97-AF65-F5344CB8AC3E}">
        <p14:creationId xmlns:p14="http://schemas.microsoft.com/office/powerpoint/2010/main" val="10091186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4.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4A0C0C8A-CCAE-4B98-91F0-838AA4F55C8F}"/>
              </a:ext>
            </a:extLst>
          </p:cNvPr>
          <p:cNvSpPr>
            <a:spLocks noGrp="1"/>
          </p:cNvSpPr>
          <p:nvPr>
            <p:ph type="body" sz="half" idx="2" hasCustomPrompt="1"/>
          </p:nvPr>
        </p:nvSpPr>
        <p:spPr>
          <a:xfrm>
            <a:off x="407988" y="1400569"/>
            <a:ext cx="5372101" cy="313932"/>
          </a:xfrm>
          <a:prstGeom prst="rect">
            <a:avLst/>
          </a:prstGeom>
        </p:spPr>
        <p:txBody>
          <a:bodyPr/>
          <a:lstStyle>
            <a:lvl1pPr marL="0" indent="0">
              <a:buNone/>
              <a:defRPr sz="1600" b="0" i="0">
                <a:latin typeface="Amazon Ember Display" panose="020F0603020204020204" pitchFamily="34" charset="0"/>
                <a:ea typeface="Amazon Ember Display" panose="020F0603020204020204" pitchFamily="34" charset="0"/>
                <a:cs typeface="Amazon Ember Display" panose="020F0603020204020204" pitchFamily="34"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Enter descriptive text here</a:t>
            </a:r>
          </a:p>
        </p:txBody>
      </p:sp>
      <p:sp>
        <p:nvSpPr>
          <p:cNvPr id="5" name="Slide Number Placeholder 4">
            <a:extLst>
              <a:ext uri="{FF2B5EF4-FFF2-40B4-BE49-F238E27FC236}">
                <a16:creationId xmlns:a16="http://schemas.microsoft.com/office/drawing/2014/main" id="{1039950D-2E3A-ECA5-F46C-3CB9DC12A655}"/>
              </a:ext>
            </a:extLst>
          </p:cNvPr>
          <p:cNvSpPr>
            <a:spLocks noGrp="1"/>
          </p:cNvSpPr>
          <p:nvPr>
            <p:ph type="sldNum" sz="quarter" idx="12"/>
          </p:nvPr>
        </p:nvSpPr>
        <p:spPr>
          <a:xfrm>
            <a:off x="9113838" y="6200775"/>
            <a:ext cx="2743200" cy="365125"/>
          </a:xfrm>
          <a:prstGeom prst="rect">
            <a:avLst/>
          </a:prstGeom>
        </p:spPr>
        <p:txBody>
          <a:bodyPr/>
          <a:lstStyle>
            <a:lvl1pPr>
              <a:defRPr b="0" i="0">
                <a:latin typeface="Amazon Ember Display" panose="020F0603020204020204" pitchFamily="34" charset="0"/>
              </a:defRPr>
            </a:lvl1pPr>
          </a:lstStyle>
          <a:p>
            <a:fld id="{EB4B8DE2-A4E8-46E4-8BBF-D75455EFF32C}" type="slidenum">
              <a:rPr lang="en-US" smtClean="0"/>
              <a:pPr/>
              <a:t>‹#›</a:t>
            </a:fld>
            <a:endParaRPr lang="en-US" dirty="0"/>
          </a:p>
        </p:txBody>
      </p:sp>
      <p:sp>
        <p:nvSpPr>
          <p:cNvPr id="6" name="タイトル 5">
            <a:extLst>
              <a:ext uri="{FF2B5EF4-FFF2-40B4-BE49-F238E27FC236}">
                <a16:creationId xmlns:a16="http://schemas.microsoft.com/office/drawing/2014/main" id="{230C49D4-0498-0580-267E-1392318891DA}"/>
              </a:ext>
            </a:extLst>
          </p:cNvPr>
          <p:cNvSpPr>
            <a:spLocks noGrp="1"/>
          </p:cNvSpPr>
          <p:nvPr>
            <p:ph type="title"/>
          </p:nvPr>
        </p:nvSpPr>
        <p:spPr/>
        <p:txBody>
          <a:bodyPr/>
          <a:lstStyle/>
          <a:p>
            <a:r>
              <a:rPr kumimoji="1" lang="ja-JP" altLang="en-US"/>
              <a:t>マスター タイトルの書式設定</a:t>
            </a:r>
          </a:p>
        </p:txBody>
      </p:sp>
      <p:sp>
        <p:nvSpPr>
          <p:cNvPr id="8" name="Text Placeholder 2">
            <a:extLst>
              <a:ext uri="{FF2B5EF4-FFF2-40B4-BE49-F238E27FC236}">
                <a16:creationId xmlns:a16="http://schemas.microsoft.com/office/drawing/2014/main" id="{84AFE554-7316-E35E-0034-F46015688148}"/>
              </a:ext>
            </a:extLst>
          </p:cNvPr>
          <p:cNvSpPr>
            <a:spLocks noGrp="1"/>
          </p:cNvSpPr>
          <p:nvPr>
            <p:ph idx="13"/>
          </p:nvPr>
        </p:nvSpPr>
        <p:spPr>
          <a:xfrm>
            <a:off x="6210300" y="1376363"/>
            <a:ext cx="5646736" cy="2062103"/>
          </a:xfrm>
          <a:prstGeom prst="rect">
            <a:avLst/>
          </a:prstGeom>
        </p:spPr>
        <p:txBody>
          <a:bodyPr vert="horz" wrap="square" lIns="0" tIns="45720" rIns="0" bIns="45720" rtlCol="0">
            <a:sp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2791509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115.xml><?xml version="1.0" encoding="utf-8"?>
<p:sldLayout xmlns:a="http://schemas.openxmlformats.org/drawingml/2006/main" xmlns:r="http://schemas.openxmlformats.org/officeDocument/2006/relationships" xmlns:p="http://schemas.openxmlformats.org/presentationml/2006/main" preserve="1" userDrawn="1">
  <p:cSld name="Thank You Option 1">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8FB9EFE0-8E44-C90C-B937-EC90601AF077}"/>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8" name="Text Placeholder 7">
            <a:extLst>
              <a:ext uri="{FF2B5EF4-FFF2-40B4-BE49-F238E27FC236}">
                <a16:creationId xmlns:a16="http://schemas.microsoft.com/office/drawing/2014/main" id="{F1FFA190-394C-4586-A84A-BA2A67703000}"/>
              </a:ext>
            </a:extLst>
          </p:cNvPr>
          <p:cNvSpPr>
            <a:spLocks noGrp="1"/>
          </p:cNvSpPr>
          <p:nvPr>
            <p:ph type="body" sz="quarter" idx="10" hasCustomPrompt="1"/>
          </p:nvPr>
        </p:nvSpPr>
        <p:spPr>
          <a:xfrm>
            <a:off x="619125" y="3621643"/>
            <a:ext cx="1994088" cy="369332"/>
          </a:xfrm>
          <a:prstGeom prst="rect">
            <a:avLst/>
          </a:prstGeom>
        </p:spPr>
        <p:txBody>
          <a:bodyPr anchor="b" anchorCtr="0"/>
          <a:lstStyle>
            <a:lvl1pPr marL="0" indent="0">
              <a:buNone/>
              <a:defRPr sz="2000" b="0" i="0">
                <a:solidFill>
                  <a:schemeClr val="tx2"/>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pPr lvl="0"/>
            <a:r>
              <a:rPr lang="en-US" dirty="0"/>
              <a:t>Speaker name</a:t>
            </a:r>
          </a:p>
        </p:txBody>
      </p:sp>
      <p:sp>
        <p:nvSpPr>
          <p:cNvPr id="10" name="Text Placeholder 9">
            <a:extLst>
              <a:ext uri="{FF2B5EF4-FFF2-40B4-BE49-F238E27FC236}">
                <a16:creationId xmlns:a16="http://schemas.microsoft.com/office/drawing/2014/main" id="{B682D70F-F9C4-4C4C-A916-589EA4438C2E}"/>
              </a:ext>
            </a:extLst>
          </p:cNvPr>
          <p:cNvSpPr>
            <a:spLocks noGrp="1"/>
          </p:cNvSpPr>
          <p:nvPr>
            <p:ph type="body" sz="quarter" idx="11" hasCustomPrompt="1"/>
          </p:nvPr>
        </p:nvSpPr>
        <p:spPr>
          <a:xfrm>
            <a:off x="619125" y="3990975"/>
            <a:ext cx="1994088" cy="535531"/>
          </a:xfrm>
          <a:prstGeom prst="rect">
            <a:avLst/>
          </a:prstGeom>
        </p:spPr>
        <p:txBody>
          <a:bodyPr/>
          <a:lstStyle>
            <a:lvl1pPr marL="0" indent="0">
              <a:spcAft>
                <a:spcPts val="600"/>
              </a:spcAft>
              <a:buNone/>
              <a:defRPr sz="1600" b="0" i="0">
                <a:solidFill>
                  <a:schemeClr val="tx2"/>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pPr lvl="0"/>
            <a:r>
              <a:rPr lang="en-US" dirty="0"/>
              <a:t>Speaker contact info (email or socials)</a:t>
            </a:r>
          </a:p>
        </p:txBody>
      </p:sp>
      <p:sp>
        <p:nvSpPr>
          <p:cNvPr id="11" name="Text Placeholder 7">
            <a:extLst>
              <a:ext uri="{FF2B5EF4-FFF2-40B4-BE49-F238E27FC236}">
                <a16:creationId xmlns:a16="http://schemas.microsoft.com/office/drawing/2014/main" id="{393A1250-E885-4935-B98D-9C62E4E51F4E}"/>
              </a:ext>
            </a:extLst>
          </p:cNvPr>
          <p:cNvSpPr>
            <a:spLocks noGrp="1"/>
          </p:cNvSpPr>
          <p:nvPr>
            <p:ph type="body" sz="quarter" idx="12" hasCustomPrompt="1"/>
          </p:nvPr>
        </p:nvSpPr>
        <p:spPr>
          <a:xfrm>
            <a:off x="2714625" y="3621643"/>
            <a:ext cx="1994088" cy="369332"/>
          </a:xfrm>
          <a:prstGeom prst="rect">
            <a:avLst/>
          </a:prstGeom>
        </p:spPr>
        <p:txBody>
          <a:bodyPr anchor="b" anchorCtr="0"/>
          <a:lstStyle>
            <a:lvl1pPr marL="0" indent="0">
              <a:buNone/>
              <a:defRPr sz="2000" b="0" i="0">
                <a:solidFill>
                  <a:schemeClr val="tx2"/>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pPr lvl="0"/>
            <a:r>
              <a:rPr lang="en-US" dirty="0"/>
              <a:t>Speaker name</a:t>
            </a:r>
          </a:p>
        </p:txBody>
      </p:sp>
      <p:sp>
        <p:nvSpPr>
          <p:cNvPr id="12" name="Text Placeholder 9">
            <a:extLst>
              <a:ext uri="{FF2B5EF4-FFF2-40B4-BE49-F238E27FC236}">
                <a16:creationId xmlns:a16="http://schemas.microsoft.com/office/drawing/2014/main" id="{DF7E9957-AB07-4CE6-BD9E-3631EF6ED53B}"/>
              </a:ext>
            </a:extLst>
          </p:cNvPr>
          <p:cNvSpPr>
            <a:spLocks noGrp="1"/>
          </p:cNvSpPr>
          <p:nvPr>
            <p:ph type="body" sz="quarter" idx="13" hasCustomPrompt="1"/>
          </p:nvPr>
        </p:nvSpPr>
        <p:spPr>
          <a:xfrm>
            <a:off x="2714625" y="3990975"/>
            <a:ext cx="1994088" cy="535531"/>
          </a:xfrm>
          <a:prstGeom prst="rect">
            <a:avLst/>
          </a:prstGeom>
        </p:spPr>
        <p:txBody>
          <a:bodyPr/>
          <a:lstStyle>
            <a:lvl1pPr marL="0" indent="0">
              <a:spcAft>
                <a:spcPts val="600"/>
              </a:spcAft>
              <a:buNone/>
              <a:defRPr sz="1600" b="0" i="0">
                <a:solidFill>
                  <a:schemeClr val="tx2"/>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pPr lvl="0"/>
            <a:r>
              <a:rPr lang="en-US" dirty="0"/>
              <a:t>Speaker contact info (email or socials)</a:t>
            </a:r>
          </a:p>
        </p:txBody>
      </p:sp>
      <p:sp>
        <p:nvSpPr>
          <p:cNvPr id="13" name="Text Placeholder 7">
            <a:extLst>
              <a:ext uri="{FF2B5EF4-FFF2-40B4-BE49-F238E27FC236}">
                <a16:creationId xmlns:a16="http://schemas.microsoft.com/office/drawing/2014/main" id="{E064B62F-5416-46A2-BBC6-945C362C63DE}"/>
              </a:ext>
            </a:extLst>
          </p:cNvPr>
          <p:cNvSpPr>
            <a:spLocks noGrp="1"/>
          </p:cNvSpPr>
          <p:nvPr>
            <p:ph type="body" sz="quarter" idx="14" hasCustomPrompt="1"/>
          </p:nvPr>
        </p:nvSpPr>
        <p:spPr>
          <a:xfrm>
            <a:off x="4810125" y="3621643"/>
            <a:ext cx="1994088" cy="369332"/>
          </a:xfrm>
          <a:prstGeom prst="rect">
            <a:avLst/>
          </a:prstGeom>
        </p:spPr>
        <p:txBody>
          <a:bodyPr anchor="b" anchorCtr="0"/>
          <a:lstStyle>
            <a:lvl1pPr marL="0" indent="0">
              <a:buNone/>
              <a:defRPr sz="2000" b="0" i="0">
                <a:solidFill>
                  <a:schemeClr val="tx2"/>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pPr lvl="0"/>
            <a:r>
              <a:rPr lang="en-US" dirty="0"/>
              <a:t>Speaker name</a:t>
            </a:r>
          </a:p>
        </p:txBody>
      </p:sp>
      <p:sp>
        <p:nvSpPr>
          <p:cNvPr id="14" name="Text Placeholder 9">
            <a:extLst>
              <a:ext uri="{FF2B5EF4-FFF2-40B4-BE49-F238E27FC236}">
                <a16:creationId xmlns:a16="http://schemas.microsoft.com/office/drawing/2014/main" id="{4BBE44B1-E140-4E35-AF0B-41A3CDA5CA27}"/>
              </a:ext>
            </a:extLst>
          </p:cNvPr>
          <p:cNvSpPr>
            <a:spLocks noGrp="1"/>
          </p:cNvSpPr>
          <p:nvPr>
            <p:ph type="body" sz="quarter" idx="15" hasCustomPrompt="1"/>
          </p:nvPr>
        </p:nvSpPr>
        <p:spPr>
          <a:xfrm>
            <a:off x="4810125" y="3990975"/>
            <a:ext cx="1994088" cy="535531"/>
          </a:xfrm>
          <a:prstGeom prst="rect">
            <a:avLst/>
          </a:prstGeom>
        </p:spPr>
        <p:txBody>
          <a:bodyPr/>
          <a:lstStyle>
            <a:lvl1pPr marL="0" indent="0">
              <a:spcAft>
                <a:spcPts val="600"/>
              </a:spcAft>
              <a:buNone/>
              <a:defRPr sz="1600" b="0" i="0">
                <a:solidFill>
                  <a:schemeClr val="tx2"/>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pPr lvl="0"/>
            <a:r>
              <a:rPr lang="en-US" dirty="0"/>
              <a:t>Speaker contact info (email or socials)</a:t>
            </a:r>
          </a:p>
        </p:txBody>
      </p:sp>
      <p:sp>
        <p:nvSpPr>
          <p:cNvPr id="16" name="TextBox 15">
            <a:extLst>
              <a:ext uri="{FF2B5EF4-FFF2-40B4-BE49-F238E27FC236}">
                <a16:creationId xmlns:a16="http://schemas.microsoft.com/office/drawing/2014/main" id="{82BEBFA3-8C5E-448A-B03D-8DAAEBB407B0}"/>
              </a:ext>
            </a:extLst>
          </p:cNvPr>
          <p:cNvSpPr txBox="1"/>
          <p:nvPr userDrawn="1"/>
        </p:nvSpPr>
        <p:spPr>
          <a:xfrm>
            <a:off x="609599" y="2461211"/>
            <a:ext cx="6867525" cy="923330"/>
          </a:xfrm>
          <a:prstGeom prst="rect">
            <a:avLst/>
          </a:prstGeom>
          <a:noFill/>
        </p:spPr>
        <p:txBody>
          <a:bodyPr wrap="square" lIns="0" rtlCol="0">
            <a:noAutofit/>
          </a:bodyPr>
          <a:lstStyle/>
          <a:p>
            <a:r>
              <a:rPr lang="en-US" sz="4800" b="0" i="0" dirty="0">
                <a:solidFill>
                  <a:schemeClr val="tx2"/>
                </a:solidFill>
                <a:latin typeface="Amazon Ember Display" panose="020F0603020204020204" pitchFamily="34" charset="0"/>
              </a:rPr>
              <a:t>Thank you!</a:t>
            </a:r>
          </a:p>
        </p:txBody>
      </p:sp>
      <p:pic>
        <p:nvPicPr>
          <p:cNvPr id="4" name="Picture 3">
            <a:extLst>
              <a:ext uri="{FF2B5EF4-FFF2-40B4-BE49-F238E27FC236}">
                <a16:creationId xmlns:a16="http://schemas.microsoft.com/office/drawing/2014/main" id="{DF991574-CEFD-26D9-588F-1C0FFBCDA2FA}"/>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0602686" y="5616413"/>
            <a:ext cx="979714" cy="586152"/>
          </a:xfrm>
          <a:prstGeom prst="rect">
            <a:avLst/>
          </a:prstGeom>
        </p:spPr>
      </p:pic>
      <p:sp>
        <p:nvSpPr>
          <p:cNvPr id="2" name="TextBox 1">
            <a:extLst>
              <a:ext uri="{FF2B5EF4-FFF2-40B4-BE49-F238E27FC236}">
                <a16:creationId xmlns:a16="http://schemas.microsoft.com/office/drawing/2014/main" id="{EA8C7E34-CF30-2AED-4C9C-32CE310B5A51}"/>
              </a:ext>
            </a:extLst>
          </p:cNvPr>
          <p:cNvSpPr txBox="1"/>
          <p:nvPr userDrawn="1"/>
        </p:nvSpPr>
        <p:spPr>
          <a:xfrm>
            <a:off x="527767" y="6017899"/>
            <a:ext cx="2621230" cy="184666"/>
          </a:xfrm>
          <a:prstGeom prst="rect">
            <a:avLst/>
          </a:prstGeom>
          <a:noFill/>
        </p:spPr>
        <p:txBody>
          <a:bodyPr wrap="none" rtlCol="0">
            <a:spAutoFit/>
          </a:bodyPr>
          <a:lstStyle/>
          <a:p>
            <a:pPr algn="l"/>
            <a:r>
              <a:rPr lang="en-US" sz="600" b="0" i="0" dirty="0">
                <a:solidFill>
                  <a:schemeClr val="tx2"/>
                </a:solidFill>
                <a:latin typeface="Amazon Ember Display" panose="020F0603020204020204" pitchFamily="34" charset="0"/>
              </a:rPr>
              <a:t>© 2025, Amazon Web Services, Inc. or its affiliates. All rights reserved.</a:t>
            </a:r>
          </a:p>
        </p:txBody>
      </p:sp>
    </p:spTree>
    <p:extLst>
      <p:ext uri="{BB962C8B-B14F-4D97-AF65-F5344CB8AC3E}">
        <p14:creationId xmlns:p14="http://schemas.microsoft.com/office/powerpoint/2010/main" val="1580401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6.xml><?xml version="1.0" encoding="utf-8"?>
<p:sldLayout xmlns:a="http://schemas.openxmlformats.org/drawingml/2006/main" xmlns:r="http://schemas.openxmlformats.org/officeDocument/2006/relationships" xmlns:p="http://schemas.openxmlformats.org/presentationml/2006/main" preserve="1" userDrawn="1">
  <p:cSld name="Thank You Option 2">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392306B6-0447-DE92-96EA-90340D62C6C4}"/>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3" name="Text Placeholder 7">
            <a:extLst>
              <a:ext uri="{FF2B5EF4-FFF2-40B4-BE49-F238E27FC236}">
                <a16:creationId xmlns:a16="http://schemas.microsoft.com/office/drawing/2014/main" id="{F4CEAE59-88AB-067D-8305-5D60E5C0CC94}"/>
              </a:ext>
            </a:extLst>
          </p:cNvPr>
          <p:cNvSpPr>
            <a:spLocks noGrp="1"/>
          </p:cNvSpPr>
          <p:nvPr>
            <p:ph type="body" sz="quarter" idx="10" hasCustomPrompt="1"/>
          </p:nvPr>
        </p:nvSpPr>
        <p:spPr>
          <a:xfrm>
            <a:off x="619125" y="3621643"/>
            <a:ext cx="1994088" cy="369332"/>
          </a:xfrm>
          <a:prstGeom prst="rect">
            <a:avLst/>
          </a:prstGeom>
        </p:spPr>
        <p:txBody>
          <a:bodyPr anchor="b" anchorCtr="0"/>
          <a:lstStyle>
            <a:lvl1pPr marL="0" indent="0">
              <a:buNone/>
              <a:defRPr sz="2000" b="0" i="0">
                <a:solidFill>
                  <a:schemeClr val="tx2"/>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pPr lvl="0"/>
            <a:r>
              <a:rPr lang="en-US" dirty="0"/>
              <a:t>Speaker name</a:t>
            </a:r>
          </a:p>
        </p:txBody>
      </p:sp>
      <p:sp>
        <p:nvSpPr>
          <p:cNvPr id="4" name="Text Placeholder 9">
            <a:extLst>
              <a:ext uri="{FF2B5EF4-FFF2-40B4-BE49-F238E27FC236}">
                <a16:creationId xmlns:a16="http://schemas.microsoft.com/office/drawing/2014/main" id="{7ED4E7E8-6939-47DD-F50C-1BE8D7C7AB1B}"/>
              </a:ext>
            </a:extLst>
          </p:cNvPr>
          <p:cNvSpPr>
            <a:spLocks noGrp="1"/>
          </p:cNvSpPr>
          <p:nvPr>
            <p:ph type="body" sz="quarter" idx="11" hasCustomPrompt="1"/>
          </p:nvPr>
        </p:nvSpPr>
        <p:spPr>
          <a:xfrm>
            <a:off x="619125" y="3990975"/>
            <a:ext cx="1994088" cy="535531"/>
          </a:xfrm>
          <a:prstGeom prst="rect">
            <a:avLst/>
          </a:prstGeom>
        </p:spPr>
        <p:txBody>
          <a:bodyPr/>
          <a:lstStyle>
            <a:lvl1pPr marL="0" indent="0">
              <a:spcAft>
                <a:spcPts val="600"/>
              </a:spcAft>
              <a:buNone/>
              <a:defRPr sz="1600" b="0" i="0">
                <a:solidFill>
                  <a:schemeClr val="tx2"/>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pPr lvl="0"/>
            <a:r>
              <a:rPr lang="en-US" dirty="0"/>
              <a:t>Speaker contact info (email or socials)</a:t>
            </a:r>
          </a:p>
        </p:txBody>
      </p:sp>
      <p:sp>
        <p:nvSpPr>
          <p:cNvPr id="5" name="Text Placeholder 7">
            <a:extLst>
              <a:ext uri="{FF2B5EF4-FFF2-40B4-BE49-F238E27FC236}">
                <a16:creationId xmlns:a16="http://schemas.microsoft.com/office/drawing/2014/main" id="{B0E08B7E-513C-0B0B-9DC0-33A10068E811}"/>
              </a:ext>
            </a:extLst>
          </p:cNvPr>
          <p:cNvSpPr>
            <a:spLocks noGrp="1"/>
          </p:cNvSpPr>
          <p:nvPr>
            <p:ph type="body" sz="quarter" idx="12" hasCustomPrompt="1"/>
          </p:nvPr>
        </p:nvSpPr>
        <p:spPr>
          <a:xfrm>
            <a:off x="2714625" y="3621643"/>
            <a:ext cx="1994088" cy="369332"/>
          </a:xfrm>
          <a:prstGeom prst="rect">
            <a:avLst/>
          </a:prstGeom>
        </p:spPr>
        <p:txBody>
          <a:bodyPr anchor="b" anchorCtr="0"/>
          <a:lstStyle>
            <a:lvl1pPr marL="0" indent="0">
              <a:buNone/>
              <a:defRPr sz="2000" b="0" i="0">
                <a:solidFill>
                  <a:schemeClr val="tx2"/>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pPr lvl="0"/>
            <a:r>
              <a:rPr lang="en-US" dirty="0"/>
              <a:t>Speaker name</a:t>
            </a:r>
          </a:p>
        </p:txBody>
      </p:sp>
      <p:sp>
        <p:nvSpPr>
          <p:cNvPr id="6" name="Text Placeholder 9">
            <a:extLst>
              <a:ext uri="{FF2B5EF4-FFF2-40B4-BE49-F238E27FC236}">
                <a16:creationId xmlns:a16="http://schemas.microsoft.com/office/drawing/2014/main" id="{21EF1BFC-F8EA-31FF-2ECB-6FE640057D1C}"/>
              </a:ext>
            </a:extLst>
          </p:cNvPr>
          <p:cNvSpPr>
            <a:spLocks noGrp="1"/>
          </p:cNvSpPr>
          <p:nvPr>
            <p:ph type="body" sz="quarter" idx="13" hasCustomPrompt="1"/>
          </p:nvPr>
        </p:nvSpPr>
        <p:spPr>
          <a:xfrm>
            <a:off x="2714625" y="3990975"/>
            <a:ext cx="1994088" cy="535531"/>
          </a:xfrm>
          <a:prstGeom prst="rect">
            <a:avLst/>
          </a:prstGeom>
        </p:spPr>
        <p:txBody>
          <a:bodyPr/>
          <a:lstStyle>
            <a:lvl1pPr marL="0" indent="0">
              <a:spcAft>
                <a:spcPts val="600"/>
              </a:spcAft>
              <a:buNone/>
              <a:defRPr sz="1600" b="0" i="0">
                <a:solidFill>
                  <a:schemeClr val="tx2"/>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pPr lvl="0"/>
            <a:r>
              <a:rPr lang="en-US" dirty="0"/>
              <a:t>Speaker contact info (email or socials)</a:t>
            </a:r>
          </a:p>
        </p:txBody>
      </p:sp>
      <p:sp>
        <p:nvSpPr>
          <p:cNvPr id="7" name="Text Placeholder 7">
            <a:extLst>
              <a:ext uri="{FF2B5EF4-FFF2-40B4-BE49-F238E27FC236}">
                <a16:creationId xmlns:a16="http://schemas.microsoft.com/office/drawing/2014/main" id="{BCF5D785-7779-B4A7-1593-D9E4005D4186}"/>
              </a:ext>
            </a:extLst>
          </p:cNvPr>
          <p:cNvSpPr>
            <a:spLocks noGrp="1"/>
          </p:cNvSpPr>
          <p:nvPr>
            <p:ph type="body" sz="quarter" idx="14" hasCustomPrompt="1"/>
          </p:nvPr>
        </p:nvSpPr>
        <p:spPr>
          <a:xfrm>
            <a:off x="4810125" y="3621643"/>
            <a:ext cx="1994088" cy="369332"/>
          </a:xfrm>
          <a:prstGeom prst="rect">
            <a:avLst/>
          </a:prstGeom>
        </p:spPr>
        <p:txBody>
          <a:bodyPr anchor="b" anchorCtr="0"/>
          <a:lstStyle>
            <a:lvl1pPr marL="0" indent="0">
              <a:buNone/>
              <a:defRPr sz="2000" b="0" i="0">
                <a:solidFill>
                  <a:schemeClr val="tx2"/>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pPr lvl="0"/>
            <a:r>
              <a:rPr lang="en-US" dirty="0"/>
              <a:t>Speaker name</a:t>
            </a:r>
          </a:p>
        </p:txBody>
      </p:sp>
      <p:sp>
        <p:nvSpPr>
          <p:cNvPr id="9" name="Text Placeholder 9">
            <a:extLst>
              <a:ext uri="{FF2B5EF4-FFF2-40B4-BE49-F238E27FC236}">
                <a16:creationId xmlns:a16="http://schemas.microsoft.com/office/drawing/2014/main" id="{6C67EAE0-22D8-7774-6075-2E7C8D357946}"/>
              </a:ext>
            </a:extLst>
          </p:cNvPr>
          <p:cNvSpPr>
            <a:spLocks noGrp="1"/>
          </p:cNvSpPr>
          <p:nvPr>
            <p:ph type="body" sz="quarter" idx="15" hasCustomPrompt="1"/>
          </p:nvPr>
        </p:nvSpPr>
        <p:spPr>
          <a:xfrm>
            <a:off x="4810125" y="3990975"/>
            <a:ext cx="1994088" cy="535531"/>
          </a:xfrm>
          <a:prstGeom prst="rect">
            <a:avLst/>
          </a:prstGeom>
        </p:spPr>
        <p:txBody>
          <a:bodyPr/>
          <a:lstStyle>
            <a:lvl1pPr marL="0" indent="0">
              <a:spcAft>
                <a:spcPts val="600"/>
              </a:spcAft>
              <a:buNone/>
              <a:defRPr sz="1600" b="0" i="0">
                <a:solidFill>
                  <a:schemeClr val="tx2"/>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pPr lvl="0"/>
            <a:r>
              <a:rPr lang="en-US" dirty="0"/>
              <a:t>Speaker contact info (email or socials)</a:t>
            </a:r>
          </a:p>
        </p:txBody>
      </p:sp>
      <p:sp>
        <p:nvSpPr>
          <p:cNvPr id="20" name="TextBox 19">
            <a:extLst>
              <a:ext uri="{FF2B5EF4-FFF2-40B4-BE49-F238E27FC236}">
                <a16:creationId xmlns:a16="http://schemas.microsoft.com/office/drawing/2014/main" id="{8B073B14-3FCE-9EBE-8EF4-076D31F5D3A9}"/>
              </a:ext>
            </a:extLst>
          </p:cNvPr>
          <p:cNvSpPr txBox="1"/>
          <p:nvPr userDrawn="1"/>
        </p:nvSpPr>
        <p:spPr>
          <a:xfrm>
            <a:off x="609599" y="2461211"/>
            <a:ext cx="6867525" cy="923330"/>
          </a:xfrm>
          <a:prstGeom prst="rect">
            <a:avLst/>
          </a:prstGeom>
          <a:noFill/>
        </p:spPr>
        <p:txBody>
          <a:bodyPr wrap="square" lIns="0" rtlCol="0">
            <a:noAutofit/>
          </a:bodyPr>
          <a:lstStyle/>
          <a:p>
            <a:r>
              <a:rPr lang="en-US" sz="4800" b="0" i="0" dirty="0">
                <a:solidFill>
                  <a:schemeClr val="tx2"/>
                </a:solidFill>
                <a:latin typeface="Amazon Ember Display" panose="020F0603020204020204" pitchFamily="34" charset="0"/>
              </a:rPr>
              <a:t>Thank you!</a:t>
            </a:r>
          </a:p>
        </p:txBody>
      </p:sp>
      <p:sp>
        <p:nvSpPr>
          <p:cNvPr id="21" name="TextBox 20">
            <a:extLst>
              <a:ext uri="{FF2B5EF4-FFF2-40B4-BE49-F238E27FC236}">
                <a16:creationId xmlns:a16="http://schemas.microsoft.com/office/drawing/2014/main" id="{2B64E461-542C-9DF0-B91E-B36341643F32}"/>
              </a:ext>
            </a:extLst>
          </p:cNvPr>
          <p:cNvSpPr txBox="1"/>
          <p:nvPr userDrawn="1"/>
        </p:nvSpPr>
        <p:spPr>
          <a:xfrm>
            <a:off x="-1352550" y="3771900"/>
            <a:ext cx="65" cy="369332"/>
          </a:xfrm>
          <a:prstGeom prst="rect">
            <a:avLst/>
          </a:prstGeom>
          <a:noFill/>
        </p:spPr>
        <p:txBody>
          <a:bodyPr wrap="none" lIns="0" rIns="0" rtlCol="0">
            <a:spAutoFit/>
          </a:bodyPr>
          <a:lstStyle/>
          <a:p>
            <a:pPr algn="l"/>
            <a:endParaRPr lang="en-US" b="0" i="0" dirty="0" err="1">
              <a:latin typeface="Amazon Ember Display" panose="020F0603020204020204" pitchFamily="34" charset="0"/>
            </a:endParaRPr>
          </a:p>
        </p:txBody>
      </p:sp>
      <p:pic>
        <p:nvPicPr>
          <p:cNvPr id="8" name="Picture 7">
            <a:extLst>
              <a:ext uri="{FF2B5EF4-FFF2-40B4-BE49-F238E27FC236}">
                <a16:creationId xmlns:a16="http://schemas.microsoft.com/office/drawing/2014/main" id="{113BB739-DBCB-A674-9F3C-97310C1F9F27}"/>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0602686" y="5616413"/>
            <a:ext cx="979714" cy="586152"/>
          </a:xfrm>
          <a:prstGeom prst="rect">
            <a:avLst/>
          </a:prstGeom>
        </p:spPr>
      </p:pic>
      <p:sp>
        <p:nvSpPr>
          <p:cNvPr id="10" name="TextBox 9">
            <a:extLst>
              <a:ext uri="{FF2B5EF4-FFF2-40B4-BE49-F238E27FC236}">
                <a16:creationId xmlns:a16="http://schemas.microsoft.com/office/drawing/2014/main" id="{5A7816D4-9E22-E961-B267-8DCA00D5E0AD}"/>
              </a:ext>
            </a:extLst>
          </p:cNvPr>
          <p:cNvSpPr txBox="1"/>
          <p:nvPr userDrawn="1"/>
        </p:nvSpPr>
        <p:spPr>
          <a:xfrm>
            <a:off x="527767" y="6017899"/>
            <a:ext cx="2621230" cy="184666"/>
          </a:xfrm>
          <a:prstGeom prst="rect">
            <a:avLst/>
          </a:prstGeom>
          <a:noFill/>
        </p:spPr>
        <p:txBody>
          <a:bodyPr wrap="none" rtlCol="0">
            <a:spAutoFit/>
          </a:bodyPr>
          <a:lstStyle/>
          <a:p>
            <a:pPr algn="l"/>
            <a:r>
              <a:rPr lang="en-US" sz="600" b="0" i="0" dirty="0">
                <a:solidFill>
                  <a:schemeClr val="tx2"/>
                </a:solidFill>
                <a:latin typeface="Amazon Ember Display" panose="020F0603020204020204" pitchFamily="34" charset="0"/>
              </a:rPr>
              <a:t>© 2025, Amazon Web Services, Inc. or its affiliates. All rights reserved.</a:t>
            </a:r>
          </a:p>
        </p:txBody>
      </p:sp>
    </p:spTree>
    <p:extLst>
      <p:ext uri="{BB962C8B-B14F-4D97-AF65-F5344CB8AC3E}">
        <p14:creationId xmlns:p14="http://schemas.microsoft.com/office/powerpoint/2010/main" val="3398598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7.xml><?xml version="1.0" encoding="utf-8"?>
<p:sldLayout xmlns:a="http://schemas.openxmlformats.org/drawingml/2006/main" xmlns:r="http://schemas.openxmlformats.org/officeDocument/2006/relationships" xmlns:p="http://schemas.openxmlformats.org/presentationml/2006/main" preserve="1" userDrawn="1">
  <p:cSld name="Thank You Option 3">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8FB132DE-7B4D-84B4-29EF-A28CEB1958F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pic>
        <p:nvPicPr>
          <p:cNvPr id="8" name="Picture 7">
            <a:extLst>
              <a:ext uri="{FF2B5EF4-FFF2-40B4-BE49-F238E27FC236}">
                <a16:creationId xmlns:a16="http://schemas.microsoft.com/office/drawing/2014/main" id="{06618CA2-623A-29DB-A6D4-EB10D6D59A21}"/>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0602686" y="5616413"/>
            <a:ext cx="979714" cy="586152"/>
          </a:xfrm>
          <a:prstGeom prst="rect">
            <a:avLst/>
          </a:prstGeom>
        </p:spPr>
      </p:pic>
      <p:sp>
        <p:nvSpPr>
          <p:cNvPr id="3" name="Text Placeholder 7">
            <a:extLst>
              <a:ext uri="{FF2B5EF4-FFF2-40B4-BE49-F238E27FC236}">
                <a16:creationId xmlns:a16="http://schemas.microsoft.com/office/drawing/2014/main" id="{C3E01366-E822-32FE-65C0-B3B4125945BA}"/>
              </a:ext>
            </a:extLst>
          </p:cNvPr>
          <p:cNvSpPr>
            <a:spLocks noGrp="1"/>
          </p:cNvSpPr>
          <p:nvPr>
            <p:ph type="body" sz="quarter" idx="10" hasCustomPrompt="1"/>
          </p:nvPr>
        </p:nvSpPr>
        <p:spPr>
          <a:xfrm>
            <a:off x="619125" y="3621643"/>
            <a:ext cx="1994088" cy="369332"/>
          </a:xfrm>
          <a:prstGeom prst="rect">
            <a:avLst/>
          </a:prstGeom>
        </p:spPr>
        <p:txBody>
          <a:bodyPr anchor="b" anchorCtr="0"/>
          <a:lstStyle>
            <a:lvl1pPr marL="0" indent="0">
              <a:buNone/>
              <a:defRPr sz="2000" b="0" i="0">
                <a:solidFill>
                  <a:schemeClr val="tx2"/>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pPr lvl="0"/>
            <a:r>
              <a:rPr lang="en-US" dirty="0"/>
              <a:t>Speaker name</a:t>
            </a:r>
          </a:p>
        </p:txBody>
      </p:sp>
      <p:sp>
        <p:nvSpPr>
          <p:cNvPr id="4" name="Text Placeholder 9">
            <a:extLst>
              <a:ext uri="{FF2B5EF4-FFF2-40B4-BE49-F238E27FC236}">
                <a16:creationId xmlns:a16="http://schemas.microsoft.com/office/drawing/2014/main" id="{1E78FCF9-F25E-3767-EB4A-8D919FAD0C7D}"/>
              </a:ext>
            </a:extLst>
          </p:cNvPr>
          <p:cNvSpPr>
            <a:spLocks noGrp="1"/>
          </p:cNvSpPr>
          <p:nvPr>
            <p:ph type="body" sz="quarter" idx="11" hasCustomPrompt="1"/>
          </p:nvPr>
        </p:nvSpPr>
        <p:spPr>
          <a:xfrm>
            <a:off x="619125" y="3990975"/>
            <a:ext cx="1994088" cy="535531"/>
          </a:xfrm>
          <a:prstGeom prst="rect">
            <a:avLst/>
          </a:prstGeom>
        </p:spPr>
        <p:txBody>
          <a:bodyPr/>
          <a:lstStyle>
            <a:lvl1pPr marL="0" indent="0">
              <a:spcAft>
                <a:spcPts val="600"/>
              </a:spcAft>
              <a:buNone/>
              <a:defRPr sz="1600" b="0" i="0">
                <a:solidFill>
                  <a:schemeClr val="tx2"/>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pPr lvl="0"/>
            <a:r>
              <a:rPr lang="en-US" dirty="0"/>
              <a:t>Speaker contact info (email or socials)</a:t>
            </a:r>
          </a:p>
        </p:txBody>
      </p:sp>
      <p:sp>
        <p:nvSpPr>
          <p:cNvPr id="5" name="Text Placeholder 7">
            <a:extLst>
              <a:ext uri="{FF2B5EF4-FFF2-40B4-BE49-F238E27FC236}">
                <a16:creationId xmlns:a16="http://schemas.microsoft.com/office/drawing/2014/main" id="{4A1C9D7C-4935-7A74-21C6-B88B45377B89}"/>
              </a:ext>
            </a:extLst>
          </p:cNvPr>
          <p:cNvSpPr>
            <a:spLocks noGrp="1"/>
          </p:cNvSpPr>
          <p:nvPr>
            <p:ph type="body" sz="quarter" idx="12" hasCustomPrompt="1"/>
          </p:nvPr>
        </p:nvSpPr>
        <p:spPr>
          <a:xfrm>
            <a:off x="2714625" y="3621643"/>
            <a:ext cx="1994088" cy="369332"/>
          </a:xfrm>
          <a:prstGeom prst="rect">
            <a:avLst/>
          </a:prstGeom>
        </p:spPr>
        <p:txBody>
          <a:bodyPr anchor="b" anchorCtr="0"/>
          <a:lstStyle>
            <a:lvl1pPr marL="0" indent="0">
              <a:buNone/>
              <a:defRPr sz="2000" b="0" i="0">
                <a:solidFill>
                  <a:schemeClr val="tx2"/>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pPr lvl="0"/>
            <a:r>
              <a:rPr lang="en-US" dirty="0"/>
              <a:t>Speaker name</a:t>
            </a:r>
          </a:p>
        </p:txBody>
      </p:sp>
      <p:sp>
        <p:nvSpPr>
          <p:cNvPr id="6" name="Text Placeholder 9">
            <a:extLst>
              <a:ext uri="{FF2B5EF4-FFF2-40B4-BE49-F238E27FC236}">
                <a16:creationId xmlns:a16="http://schemas.microsoft.com/office/drawing/2014/main" id="{20D6E1ED-92EF-4477-D94E-EDA210EF8854}"/>
              </a:ext>
            </a:extLst>
          </p:cNvPr>
          <p:cNvSpPr>
            <a:spLocks noGrp="1"/>
          </p:cNvSpPr>
          <p:nvPr>
            <p:ph type="body" sz="quarter" idx="13" hasCustomPrompt="1"/>
          </p:nvPr>
        </p:nvSpPr>
        <p:spPr>
          <a:xfrm>
            <a:off x="2714625" y="3990975"/>
            <a:ext cx="1994088" cy="535531"/>
          </a:xfrm>
          <a:prstGeom prst="rect">
            <a:avLst/>
          </a:prstGeom>
        </p:spPr>
        <p:txBody>
          <a:bodyPr/>
          <a:lstStyle>
            <a:lvl1pPr marL="0" indent="0">
              <a:spcAft>
                <a:spcPts val="600"/>
              </a:spcAft>
              <a:buNone/>
              <a:defRPr sz="1600" b="0" i="0">
                <a:solidFill>
                  <a:schemeClr val="tx2"/>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pPr lvl="0"/>
            <a:r>
              <a:rPr lang="en-US" dirty="0"/>
              <a:t>Speaker contact info (email or socials)</a:t>
            </a:r>
          </a:p>
        </p:txBody>
      </p:sp>
      <p:sp>
        <p:nvSpPr>
          <p:cNvPr id="7" name="Text Placeholder 7">
            <a:extLst>
              <a:ext uri="{FF2B5EF4-FFF2-40B4-BE49-F238E27FC236}">
                <a16:creationId xmlns:a16="http://schemas.microsoft.com/office/drawing/2014/main" id="{3F1AB78F-B9B6-3B94-6F03-015F0598F319}"/>
              </a:ext>
            </a:extLst>
          </p:cNvPr>
          <p:cNvSpPr>
            <a:spLocks noGrp="1"/>
          </p:cNvSpPr>
          <p:nvPr>
            <p:ph type="body" sz="quarter" idx="14" hasCustomPrompt="1"/>
          </p:nvPr>
        </p:nvSpPr>
        <p:spPr>
          <a:xfrm>
            <a:off x="4810125" y="3621643"/>
            <a:ext cx="1994088" cy="369332"/>
          </a:xfrm>
          <a:prstGeom prst="rect">
            <a:avLst/>
          </a:prstGeom>
        </p:spPr>
        <p:txBody>
          <a:bodyPr anchor="b" anchorCtr="0"/>
          <a:lstStyle>
            <a:lvl1pPr marL="0" indent="0">
              <a:buNone/>
              <a:defRPr sz="2000" b="0" i="0">
                <a:solidFill>
                  <a:schemeClr val="tx2"/>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pPr lvl="0"/>
            <a:r>
              <a:rPr lang="en-US" dirty="0"/>
              <a:t>Speaker name</a:t>
            </a:r>
          </a:p>
        </p:txBody>
      </p:sp>
      <p:sp>
        <p:nvSpPr>
          <p:cNvPr id="9" name="Text Placeholder 9">
            <a:extLst>
              <a:ext uri="{FF2B5EF4-FFF2-40B4-BE49-F238E27FC236}">
                <a16:creationId xmlns:a16="http://schemas.microsoft.com/office/drawing/2014/main" id="{7B0FD9D2-77A6-9253-CB15-84E1C403FB55}"/>
              </a:ext>
            </a:extLst>
          </p:cNvPr>
          <p:cNvSpPr>
            <a:spLocks noGrp="1"/>
          </p:cNvSpPr>
          <p:nvPr>
            <p:ph type="body" sz="quarter" idx="15" hasCustomPrompt="1"/>
          </p:nvPr>
        </p:nvSpPr>
        <p:spPr>
          <a:xfrm>
            <a:off x="4810125" y="3990975"/>
            <a:ext cx="1994088" cy="535531"/>
          </a:xfrm>
          <a:prstGeom prst="rect">
            <a:avLst/>
          </a:prstGeom>
        </p:spPr>
        <p:txBody>
          <a:bodyPr/>
          <a:lstStyle>
            <a:lvl1pPr marL="0" indent="0">
              <a:spcAft>
                <a:spcPts val="600"/>
              </a:spcAft>
              <a:buNone/>
              <a:defRPr sz="1600" b="0" i="0">
                <a:solidFill>
                  <a:schemeClr val="tx2"/>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pPr lvl="0"/>
            <a:r>
              <a:rPr lang="en-US" dirty="0"/>
              <a:t>Speaker contact info (email or socials)</a:t>
            </a:r>
          </a:p>
        </p:txBody>
      </p:sp>
      <p:sp>
        <p:nvSpPr>
          <p:cNvPr id="20" name="TextBox 19">
            <a:extLst>
              <a:ext uri="{FF2B5EF4-FFF2-40B4-BE49-F238E27FC236}">
                <a16:creationId xmlns:a16="http://schemas.microsoft.com/office/drawing/2014/main" id="{DAE79A02-C451-B664-9107-9D196F3382D7}"/>
              </a:ext>
            </a:extLst>
          </p:cNvPr>
          <p:cNvSpPr txBox="1"/>
          <p:nvPr userDrawn="1"/>
        </p:nvSpPr>
        <p:spPr>
          <a:xfrm>
            <a:off x="609599" y="2461211"/>
            <a:ext cx="6867525" cy="923330"/>
          </a:xfrm>
          <a:prstGeom prst="rect">
            <a:avLst/>
          </a:prstGeom>
          <a:noFill/>
        </p:spPr>
        <p:txBody>
          <a:bodyPr wrap="square" lIns="0" rtlCol="0">
            <a:noAutofit/>
          </a:bodyPr>
          <a:lstStyle/>
          <a:p>
            <a:r>
              <a:rPr lang="en-US" sz="4800" b="0" i="0" dirty="0">
                <a:solidFill>
                  <a:schemeClr val="tx2"/>
                </a:solidFill>
                <a:latin typeface="Amazon Ember Display" panose="020F0603020204020204" pitchFamily="34" charset="0"/>
              </a:rPr>
              <a:t>Thank you!</a:t>
            </a:r>
          </a:p>
        </p:txBody>
      </p:sp>
      <p:sp>
        <p:nvSpPr>
          <p:cNvPr id="21" name="TextBox 20">
            <a:extLst>
              <a:ext uri="{FF2B5EF4-FFF2-40B4-BE49-F238E27FC236}">
                <a16:creationId xmlns:a16="http://schemas.microsoft.com/office/drawing/2014/main" id="{1416FB4C-1D1E-4119-B730-03DD2E265086}"/>
              </a:ext>
            </a:extLst>
          </p:cNvPr>
          <p:cNvSpPr txBox="1"/>
          <p:nvPr userDrawn="1"/>
        </p:nvSpPr>
        <p:spPr>
          <a:xfrm>
            <a:off x="-1352550" y="3771900"/>
            <a:ext cx="65" cy="369332"/>
          </a:xfrm>
          <a:prstGeom prst="rect">
            <a:avLst/>
          </a:prstGeom>
          <a:noFill/>
        </p:spPr>
        <p:txBody>
          <a:bodyPr wrap="none" lIns="0" rIns="0" rtlCol="0">
            <a:spAutoFit/>
          </a:bodyPr>
          <a:lstStyle/>
          <a:p>
            <a:pPr algn="l"/>
            <a:endParaRPr lang="en-US" b="0" i="0" dirty="0" err="1">
              <a:latin typeface="Amazon Ember Display" panose="020F0603020204020204" pitchFamily="34" charset="0"/>
            </a:endParaRPr>
          </a:p>
        </p:txBody>
      </p:sp>
      <p:sp>
        <p:nvSpPr>
          <p:cNvPr id="10" name="TextBox 9">
            <a:extLst>
              <a:ext uri="{FF2B5EF4-FFF2-40B4-BE49-F238E27FC236}">
                <a16:creationId xmlns:a16="http://schemas.microsoft.com/office/drawing/2014/main" id="{573418EE-3F95-4F71-83CC-C11186EB4B28}"/>
              </a:ext>
            </a:extLst>
          </p:cNvPr>
          <p:cNvSpPr txBox="1"/>
          <p:nvPr userDrawn="1"/>
        </p:nvSpPr>
        <p:spPr>
          <a:xfrm>
            <a:off x="527767" y="6017899"/>
            <a:ext cx="2621230" cy="184666"/>
          </a:xfrm>
          <a:prstGeom prst="rect">
            <a:avLst/>
          </a:prstGeom>
          <a:noFill/>
        </p:spPr>
        <p:txBody>
          <a:bodyPr wrap="none" rtlCol="0">
            <a:spAutoFit/>
          </a:bodyPr>
          <a:lstStyle/>
          <a:p>
            <a:pPr algn="l"/>
            <a:r>
              <a:rPr lang="en-US" sz="600" b="0" i="0" dirty="0">
                <a:solidFill>
                  <a:schemeClr val="tx2"/>
                </a:solidFill>
                <a:latin typeface="Amazon Ember Display" panose="020F0603020204020204" pitchFamily="34" charset="0"/>
              </a:rPr>
              <a:t>© 2025, Amazon Web Services, Inc. or its affiliates. All rights reserved.</a:t>
            </a:r>
          </a:p>
        </p:txBody>
      </p:sp>
    </p:spTree>
    <p:extLst>
      <p:ext uri="{BB962C8B-B14F-4D97-AF65-F5344CB8AC3E}">
        <p14:creationId xmlns:p14="http://schemas.microsoft.com/office/powerpoint/2010/main" val="10994317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8.xml><?xml version="1.0" encoding="utf-8"?>
<p:sldLayout xmlns:a="http://schemas.openxmlformats.org/drawingml/2006/main" xmlns:r="http://schemas.openxmlformats.org/officeDocument/2006/relationships" xmlns:p="http://schemas.openxmlformats.org/presentationml/2006/main" preserve="1" userDrawn="1">
  <p:cSld name="Title and Vertical Text">
    <p:spTree>
      <p:nvGrpSpPr>
        <p:cNvPr id="1" name=""/>
        <p:cNvGrpSpPr/>
        <p:nvPr/>
      </p:nvGrpSpPr>
      <p:grpSpPr>
        <a:xfrm>
          <a:off x="0" y="0"/>
          <a:ext cx="0" cy="0"/>
          <a:chOff x="0" y="0"/>
          <a:chExt cx="0" cy="0"/>
        </a:xfrm>
      </p:grpSpPr>
      <p:sp>
        <p:nvSpPr>
          <p:cNvPr id="3" name="Vertical Text Placeholder 2">
            <a:extLst>
              <a:ext uri="{FF2B5EF4-FFF2-40B4-BE49-F238E27FC236}">
                <a16:creationId xmlns:a16="http://schemas.microsoft.com/office/drawing/2014/main" id="{9E93D77A-024C-472F-B312-4E06A5BAE0BA}"/>
              </a:ext>
            </a:extLst>
          </p:cNvPr>
          <p:cNvSpPr>
            <a:spLocks noGrp="1"/>
          </p:cNvSpPr>
          <p:nvPr>
            <p:ph type="body" orient="vert" idx="1"/>
          </p:nvPr>
        </p:nvSpPr>
        <p:spPr>
          <a:xfrm>
            <a:off x="9710040" y="1376363"/>
            <a:ext cx="2146998" cy="4491317"/>
          </a:xfrm>
          <a:prstGeom prst="rect">
            <a:avLst/>
          </a:prstGeom>
        </p:spPr>
        <p:txBody>
          <a:bodyPr vert="eaVert"/>
          <a:lstStyle>
            <a:lvl1pPr marL="0" indent="0">
              <a:buFontTx/>
              <a:buNone/>
              <a:defRPr b="0" i="0">
                <a:latin typeface="Amazon Ember Display" panose="020F0603020204020204" pitchFamily="34" charset="0"/>
                <a:ea typeface="Amazon Ember Display" panose="020F0603020204020204" pitchFamily="34" charset="0"/>
                <a:cs typeface="Amazon Ember Display" panose="020F0603020204020204" pitchFamily="34" charset="0"/>
              </a:defRPr>
            </a:lvl1pPr>
            <a:lvl2pPr marL="457200" indent="0">
              <a:buFontTx/>
              <a:buNone/>
              <a:defRPr b="0" i="0">
                <a:latin typeface="Amazon Ember Display" panose="020F0603020204020204" pitchFamily="34" charset="0"/>
                <a:ea typeface="Amazon Ember Display" panose="020F0603020204020204" pitchFamily="34" charset="0"/>
                <a:cs typeface="Amazon Ember Display" panose="020F0603020204020204" pitchFamily="34" charset="0"/>
              </a:defRPr>
            </a:lvl2pPr>
            <a:lvl3pPr marL="914400" indent="0">
              <a:buFontTx/>
              <a:buNone/>
              <a:defRPr b="0" i="0">
                <a:latin typeface="Amazon Ember Display" panose="020F0603020204020204" pitchFamily="34" charset="0"/>
                <a:ea typeface="Amazon Ember Display" panose="020F0603020204020204" pitchFamily="34" charset="0"/>
                <a:cs typeface="Amazon Ember Display" panose="020F0603020204020204" pitchFamily="34" charset="0"/>
              </a:defRPr>
            </a:lvl3pPr>
            <a:lvl4pPr marL="1371600" indent="0">
              <a:buFontTx/>
              <a:buNone/>
              <a:defRPr b="0" i="0">
                <a:latin typeface="Amazon Ember Display" panose="020F0603020204020204" pitchFamily="34" charset="0"/>
                <a:ea typeface="Amazon Ember Display" panose="020F0603020204020204" pitchFamily="34" charset="0"/>
                <a:cs typeface="Amazon Ember Display" panose="020F0603020204020204" pitchFamily="34" charset="0"/>
              </a:defRPr>
            </a:lvl4pPr>
            <a:lvl5pPr marL="1828800" indent="0">
              <a:buFontTx/>
              <a:buNone/>
              <a:defRPr b="0" i="0">
                <a:latin typeface="Amazon Ember Display" panose="020F0603020204020204" pitchFamily="34" charset="0"/>
                <a:ea typeface="Amazon Ember Display" panose="020F0603020204020204" pitchFamily="34" charset="0"/>
                <a:cs typeface="Amazon Ember Display" panose="020F0603020204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7D7BCF1F-274F-4C05-8696-189CDAE0C33B}"/>
              </a:ext>
            </a:extLst>
          </p:cNvPr>
          <p:cNvSpPr>
            <a:spLocks noGrp="1"/>
          </p:cNvSpPr>
          <p:nvPr>
            <p:ph type="dt" sz="half" idx="10"/>
          </p:nvPr>
        </p:nvSpPr>
        <p:spPr/>
        <p:txBody>
          <a:bodyPr/>
          <a:lstStyle>
            <a:lvl1pPr>
              <a:defRPr b="0" i="0">
                <a:latin typeface="Amazon Ember Display" panose="020F0603020204020204" pitchFamily="34" charset="0"/>
              </a:defRPr>
            </a:lvl1pPr>
          </a:lstStyle>
          <a:p>
            <a:fld id="{1CDB194B-80FC-8746-9D14-13B063C6EDCF}" type="datetime1">
              <a:rPr lang="ja-JP" altLang="en-US" smtClean="0"/>
              <a:t>2026/1/26</a:t>
            </a:fld>
            <a:endParaRPr lang="en-US" dirty="0"/>
          </a:p>
        </p:txBody>
      </p:sp>
      <p:sp>
        <p:nvSpPr>
          <p:cNvPr id="5" name="Footer Placeholder 4">
            <a:extLst>
              <a:ext uri="{FF2B5EF4-FFF2-40B4-BE49-F238E27FC236}">
                <a16:creationId xmlns:a16="http://schemas.microsoft.com/office/drawing/2014/main" id="{34FBB62C-DD5C-4CC6-98BC-330285579B79}"/>
              </a:ext>
            </a:extLst>
          </p:cNvPr>
          <p:cNvSpPr>
            <a:spLocks noGrp="1"/>
          </p:cNvSpPr>
          <p:nvPr>
            <p:ph type="ftr" sz="quarter" idx="11"/>
          </p:nvPr>
        </p:nvSpPr>
        <p:spPr/>
        <p:txBody>
          <a:bodyPr/>
          <a:lstStyle>
            <a:lvl1pPr>
              <a:defRPr b="0" i="0">
                <a:latin typeface="Amazon Ember Display" panose="020F0603020204020204" pitchFamily="34" charset="0"/>
              </a:defRPr>
            </a:lvl1pPr>
          </a:lstStyle>
          <a:p>
            <a:endParaRPr lang="en-US" dirty="0"/>
          </a:p>
        </p:txBody>
      </p:sp>
      <p:sp>
        <p:nvSpPr>
          <p:cNvPr id="6" name="Slide Number Placeholder 5">
            <a:extLst>
              <a:ext uri="{FF2B5EF4-FFF2-40B4-BE49-F238E27FC236}">
                <a16:creationId xmlns:a16="http://schemas.microsoft.com/office/drawing/2014/main" id="{310D4DAD-D906-4444-864A-7CED33CEDEB5}"/>
              </a:ext>
            </a:extLst>
          </p:cNvPr>
          <p:cNvSpPr>
            <a:spLocks noGrp="1"/>
          </p:cNvSpPr>
          <p:nvPr>
            <p:ph type="sldNum" sz="quarter" idx="12"/>
          </p:nvPr>
        </p:nvSpPr>
        <p:spPr>
          <a:xfrm>
            <a:off x="9113838" y="6200775"/>
            <a:ext cx="2743200" cy="365125"/>
          </a:xfrm>
          <a:prstGeom prst="rect">
            <a:avLst/>
          </a:prstGeom>
        </p:spPr>
        <p:txBody>
          <a:bodyPr/>
          <a:lstStyle>
            <a:lvl1pPr>
              <a:defRPr b="0" i="0">
                <a:latin typeface="Amazon Ember Display" panose="020F0603020204020204" pitchFamily="34" charset="0"/>
              </a:defRPr>
            </a:lvl1pPr>
          </a:lstStyle>
          <a:p>
            <a:fld id="{625061DB-7406-41C8-A121-52D8D4484FD1}" type="slidenum">
              <a:rPr lang="en-US" smtClean="0"/>
              <a:pPr/>
              <a:t>‹#›</a:t>
            </a:fld>
            <a:endParaRPr lang="en-US" dirty="0"/>
          </a:p>
        </p:txBody>
      </p:sp>
      <p:sp>
        <p:nvSpPr>
          <p:cNvPr id="7" name="タイトル 6">
            <a:extLst>
              <a:ext uri="{FF2B5EF4-FFF2-40B4-BE49-F238E27FC236}">
                <a16:creationId xmlns:a16="http://schemas.microsoft.com/office/drawing/2014/main" id="{649E219C-F7DD-54D1-27FA-7DFEBE4ECCBC}"/>
              </a:ext>
            </a:extLst>
          </p:cNvPr>
          <p:cNvSpPr>
            <a:spLocks noGrp="1"/>
          </p:cNvSpPr>
          <p:nvPr>
            <p:ph type="title"/>
          </p:nvPr>
        </p:nvSpPr>
        <p:spPr/>
        <p:txBody>
          <a:bodyPr/>
          <a:lstStyle/>
          <a:p>
            <a:r>
              <a:rPr kumimoji="1" lang="ja-JP" altLang="en-US"/>
              <a:t>マスター タイトルの書式設定</a:t>
            </a:r>
          </a:p>
        </p:txBody>
      </p:sp>
    </p:spTree>
    <p:extLst>
      <p:ext uri="{BB962C8B-B14F-4D97-AF65-F5344CB8AC3E}">
        <p14:creationId xmlns:p14="http://schemas.microsoft.com/office/powerpoint/2010/main" val="4457091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9.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2F2CA4B-F100-498A-9F95-D1048E98B369}"/>
              </a:ext>
            </a:extLst>
          </p:cNvPr>
          <p:cNvSpPr>
            <a:spLocks noGrp="1"/>
          </p:cNvSpPr>
          <p:nvPr>
            <p:ph type="title" orient="vert"/>
          </p:nvPr>
        </p:nvSpPr>
        <p:spPr>
          <a:xfrm>
            <a:off x="8999538" y="914399"/>
            <a:ext cx="2857500" cy="5295901"/>
          </a:xfrm>
          <a:prstGeom prst="rect">
            <a:avLst/>
          </a:prstGeom>
        </p:spPr>
        <p:txBody>
          <a:bodyPr vert="eaVert">
            <a:normAutofit/>
          </a:bodyPr>
          <a:lstStyle>
            <a:lvl1pPr>
              <a:defRPr sz="3600" b="0" i="0">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r>
              <a:rPr lang="en-US" dirty="0"/>
              <a:t>Click to edit Master title style</a:t>
            </a:r>
          </a:p>
        </p:txBody>
      </p:sp>
      <p:sp>
        <p:nvSpPr>
          <p:cNvPr id="3" name="Vertical Text Placeholder 2">
            <a:extLst>
              <a:ext uri="{FF2B5EF4-FFF2-40B4-BE49-F238E27FC236}">
                <a16:creationId xmlns:a16="http://schemas.microsoft.com/office/drawing/2014/main" id="{64442DEB-18AA-41C3-A034-B81C2006971D}"/>
              </a:ext>
            </a:extLst>
          </p:cNvPr>
          <p:cNvSpPr>
            <a:spLocks noGrp="1"/>
          </p:cNvSpPr>
          <p:nvPr>
            <p:ph type="body" orient="vert" idx="1"/>
          </p:nvPr>
        </p:nvSpPr>
        <p:spPr>
          <a:xfrm>
            <a:off x="6700140" y="914399"/>
            <a:ext cx="2146998" cy="5295901"/>
          </a:xfrm>
          <a:prstGeom prst="rect">
            <a:avLst/>
          </a:prstGeom>
        </p:spPr>
        <p:txBody>
          <a:bodyPr vert="eaVert"/>
          <a:lstStyle>
            <a:lvl1pPr marL="457200" indent="-457200">
              <a:buFont typeface="Arial" panose="020B0604020202020204" pitchFamily="34" charset="0"/>
              <a:buChar char="•"/>
              <a:defRPr b="0" i="0">
                <a:latin typeface="Amazon Ember Display" panose="020F0603020204020204" pitchFamily="34" charset="0"/>
                <a:ea typeface="Amazon Ember Display" panose="020F0603020204020204" pitchFamily="34" charset="0"/>
                <a:cs typeface="Amazon Ember Display" panose="020F0603020204020204" pitchFamily="34" charset="0"/>
              </a:defRPr>
            </a:lvl1pPr>
            <a:lvl2pPr marL="800100" indent="-342900">
              <a:buFont typeface="Arial" panose="020B0604020202020204" pitchFamily="34" charset="0"/>
              <a:buChar char="•"/>
              <a:defRPr b="0" i="0">
                <a:latin typeface="Amazon Ember Display" panose="020F0603020204020204" pitchFamily="34" charset="0"/>
                <a:ea typeface="Amazon Ember Display" panose="020F0603020204020204" pitchFamily="34" charset="0"/>
                <a:cs typeface="Amazon Ember Display" panose="020F0603020204020204" pitchFamily="34" charset="0"/>
              </a:defRPr>
            </a:lvl2pPr>
            <a:lvl3pPr marL="1257300" indent="-342900">
              <a:buFont typeface="Arial" panose="020B0604020202020204" pitchFamily="34" charset="0"/>
              <a:buChar char="•"/>
              <a:defRPr b="0" i="0">
                <a:latin typeface="Amazon Ember Display" panose="020F0603020204020204" pitchFamily="34" charset="0"/>
                <a:ea typeface="Amazon Ember Display" panose="020F0603020204020204" pitchFamily="34" charset="0"/>
                <a:cs typeface="Amazon Ember Display" panose="020F0603020204020204" pitchFamily="34" charset="0"/>
              </a:defRPr>
            </a:lvl3pPr>
            <a:lvl4pPr marL="1657350" indent="-285750">
              <a:buFont typeface="Arial" panose="020B0604020202020204" pitchFamily="34" charset="0"/>
              <a:buChar char="•"/>
              <a:defRPr b="0" i="0">
                <a:latin typeface="Amazon Ember Display" panose="020F0603020204020204" pitchFamily="34" charset="0"/>
                <a:ea typeface="Amazon Ember Display" panose="020F0603020204020204" pitchFamily="34" charset="0"/>
                <a:cs typeface="Amazon Ember Display" panose="020F0603020204020204" pitchFamily="34" charset="0"/>
              </a:defRPr>
            </a:lvl4pPr>
            <a:lvl5pPr marL="2114550" indent="-285750">
              <a:buFont typeface="Arial" panose="020B0604020202020204" pitchFamily="34" charset="0"/>
              <a:buChar char="•"/>
              <a:defRPr b="0" i="0">
                <a:latin typeface="Amazon Ember Display" panose="020F0603020204020204" pitchFamily="34" charset="0"/>
                <a:ea typeface="Amazon Ember Display" panose="020F0603020204020204" pitchFamily="34" charset="0"/>
                <a:cs typeface="Amazon Ember Display" panose="020F0603020204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0D98874D-2362-4107-9CFB-6624C519CF0C}"/>
              </a:ext>
            </a:extLst>
          </p:cNvPr>
          <p:cNvSpPr>
            <a:spLocks noGrp="1"/>
          </p:cNvSpPr>
          <p:nvPr>
            <p:ph type="dt" sz="half" idx="10"/>
          </p:nvPr>
        </p:nvSpPr>
        <p:spPr/>
        <p:txBody>
          <a:bodyPr/>
          <a:lstStyle>
            <a:lvl1pPr>
              <a:defRPr b="0" i="0">
                <a:latin typeface="Amazon Ember Display" panose="020F0603020204020204" pitchFamily="34" charset="0"/>
              </a:defRPr>
            </a:lvl1pPr>
          </a:lstStyle>
          <a:p>
            <a:fld id="{3729D92F-2A99-5146-B22F-0ABFC549C1F1}" type="datetime1">
              <a:rPr lang="ja-JP" altLang="en-US" smtClean="0"/>
              <a:t>2026/1/26</a:t>
            </a:fld>
            <a:endParaRPr lang="en-US" dirty="0"/>
          </a:p>
        </p:txBody>
      </p:sp>
      <p:sp>
        <p:nvSpPr>
          <p:cNvPr id="5" name="Footer Placeholder 4">
            <a:extLst>
              <a:ext uri="{FF2B5EF4-FFF2-40B4-BE49-F238E27FC236}">
                <a16:creationId xmlns:a16="http://schemas.microsoft.com/office/drawing/2014/main" id="{0C81FEF1-5834-4539-A37C-ED5E275C6D22}"/>
              </a:ext>
            </a:extLst>
          </p:cNvPr>
          <p:cNvSpPr>
            <a:spLocks noGrp="1"/>
          </p:cNvSpPr>
          <p:nvPr>
            <p:ph type="ftr" sz="quarter" idx="11"/>
          </p:nvPr>
        </p:nvSpPr>
        <p:spPr/>
        <p:txBody>
          <a:bodyPr/>
          <a:lstStyle>
            <a:lvl1pPr>
              <a:defRPr b="0" i="0">
                <a:latin typeface="Amazon Ember Display" panose="020F0603020204020204" pitchFamily="34" charset="0"/>
              </a:defRPr>
            </a:lvl1pPr>
          </a:lstStyle>
          <a:p>
            <a:endParaRPr lang="en-US" dirty="0"/>
          </a:p>
        </p:txBody>
      </p:sp>
      <p:sp>
        <p:nvSpPr>
          <p:cNvPr id="6" name="Slide Number Placeholder 5">
            <a:extLst>
              <a:ext uri="{FF2B5EF4-FFF2-40B4-BE49-F238E27FC236}">
                <a16:creationId xmlns:a16="http://schemas.microsoft.com/office/drawing/2014/main" id="{F0AA1474-147C-4D4E-B55D-24F747B205EB}"/>
              </a:ext>
            </a:extLst>
          </p:cNvPr>
          <p:cNvSpPr>
            <a:spLocks noGrp="1"/>
          </p:cNvSpPr>
          <p:nvPr>
            <p:ph type="sldNum" sz="quarter" idx="12"/>
          </p:nvPr>
        </p:nvSpPr>
        <p:spPr>
          <a:xfrm>
            <a:off x="9113838" y="6210300"/>
            <a:ext cx="2743200" cy="365125"/>
          </a:xfrm>
          <a:prstGeom prst="rect">
            <a:avLst/>
          </a:prstGeom>
        </p:spPr>
        <p:txBody>
          <a:bodyPr/>
          <a:lstStyle>
            <a:lvl1pPr>
              <a:defRPr b="0" i="0">
                <a:latin typeface="Amazon Ember Display" panose="020F0603020204020204" pitchFamily="34" charset="0"/>
              </a:defRPr>
            </a:lvl1pPr>
          </a:lstStyle>
          <a:p>
            <a:fld id="{625061DB-7406-41C8-A121-52D8D4484FD1}" type="slidenum">
              <a:rPr lang="en-US" smtClean="0"/>
              <a:pPr/>
              <a:t>‹#›</a:t>
            </a:fld>
            <a:endParaRPr lang="en-US" dirty="0"/>
          </a:p>
        </p:txBody>
      </p:sp>
    </p:spTree>
    <p:extLst>
      <p:ext uri="{BB962C8B-B14F-4D97-AF65-F5344CB8AC3E}">
        <p14:creationId xmlns:p14="http://schemas.microsoft.com/office/powerpoint/2010/main" val="36001326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0.xml><?xml version="1.0" encoding="utf-8"?>
<p:sldLayout xmlns:a="http://schemas.openxmlformats.org/drawingml/2006/main" xmlns:r="http://schemas.openxmlformats.org/officeDocument/2006/relationships" xmlns:p="http://schemas.openxmlformats.org/presentationml/2006/main" userDrawn="1">
  <p:cSld name="タイトルとコンテンツ">
    <p:spTree>
      <p:nvGrpSpPr>
        <p:cNvPr id="1" name=""/>
        <p:cNvGrpSpPr/>
        <p:nvPr/>
      </p:nvGrpSpPr>
      <p:grpSpPr>
        <a:xfrm>
          <a:off x="0" y="0"/>
          <a:ext cx="0" cy="0"/>
          <a:chOff x="0" y="0"/>
          <a:chExt cx="0" cy="0"/>
        </a:xfrm>
      </p:grpSpPr>
      <p:sp>
        <p:nvSpPr>
          <p:cNvPr id="2" name="Title 1"/>
          <p:cNvSpPr>
            <a:spLocks noGrp="1"/>
          </p:cNvSpPr>
          <p:nvPr>
            <p:ph type="title"/>
          </p:nvPr>
        </p:nvSpPr>
        <p:spPr>
          <a:xfrm>
            <a:off x="449051" y="153249"/>
            <a:ext cx="11166599" cy="727655"/>
          </a:xfrm>
        </p:spPr>
        <p:txBody>
          <a:bodyPr/>
          <a:lstStyle>
            <a:lvl1pPr>
              <a:defRPr>
                <a:solidFill>
                  <a:schemeClr val="bg1"/>
                </a:solidFill>
              </a:defRPr>
            </a:lvl1pPr>
          </a:lstStyle>
          <a:p>
            <a:r>
              <a:rPr lang="ja-JP" altLang="en-US"/>
              <a:t>マスター タイトルの書式設定</a:t>
            </a:r>
            <a:endParaRPr lang="en-US" dirty="0"/>
          </a:p>
        </p:txBody>
      </p:sp>
      <p:sp>
        <p:nvSpPr>
          <p:cNvPr id="6" name="TextBox 8">
            <a:extLst>
              <a:ext uri="{FF2B5EF4-FFF2-40B4-BE49-F238E27FC236}">
                <a16:creationId xmlns:a16="http://schemas.microsoft.com/office/drawing/2014/main" id="{800EB31E-26A2-0541-A9BD-94FB103AB6B4}"/>
              </a:ext>
            </a:extLst>
          </p:cNvPr>
          <p:cNvSpPr txBox="1"/>
          <p:nvPr userDrawn="1"/>
        </p:nvSpPr>
        <p:spPr>
          <a:xfrm>
            <a:off x="11704321" y="6551769"/>
            <a:ext cx="435505" cy="174343"/>
          </a:xfrm>
          <a:prstGeom prst="rect">
            <a:avLst/>
          </a:prstGeom>
          <a:noFill/>
        </p:spPr>
        <p:txBody>
          <a:bodyPr wrap="square" lIns="96000" tIns="0" rIns="0" bIns="0" rtlCol="0" anchor="ctr" anchorCtr="0">
            <a:spAutoFit/>
          </a:bodyPr>
          <a:lstStyle/>
          <a:p>
            <a:pPr algn="l"/>
            <a:fld id="{BED699F5-C534-754A-A396-BD1C68FD13D7}" type="slidenum">
              <a:rPr kumimoji="1" lang="ja-JP" altLang="en-US" sz="1133" smtClean="0">
                <a:solidFill>
                  <a:srgbClr val="545B64">
                    <a:lumMod val="60000"/>
                    <a:lumOff val="40000"/>
                  </a:srgbClr>
                </a:solidFill>
                <a:latin typeface="Meiryo" panose="020B0604030504040204" pitchFamily="34" charset="-128"/>
                <a:ea typeface="Meiryo" panose="020B0604030504040204" pitchFamily="34" charset="-128"/>
              </a:rPr>
              <a:pPr algn="l"/>
              <a:t>‹#›</a:t>
            </a:fld>
            <a:endParaRPr lang="en-US" sz="1133" dirty="0">
              <a:solidFill>
                <a:srgbClr val="545B64">
                  <a:lumMod val="60000"/>
                  <a:lumOff val="40000"/>
                </a:srgbClr>
              </a:solidFill>
              <a:latin typeface="Meiryo" panose="020B0604030504040204" pitchFamily="34" charset="-128"/>
              <a:ea typeface="Meiryo" panose="020B0604030504040204" pitchFamily="34" charset="-128"/>
            </a:endParaRPr>
          </a:p>
        </p:txBody>
      </p:sp>
      <p:sp>
        <p:nvSpPr>
          <p:cNvPr id="9" name="コンテンツ プレースホルダー 8">
            <a:extLst>
              <a:ext uri="{FF2B5EF4-FFF2-40B4-BE49-F238E27FC236}">
                <a16:creationId xmlns:a16="http://schemas.microsoft.com/office/drawing/2014/main" id="{42B062BC-4A4F-CB49-B57E-8BBD100BE303}"/>
              </a:ext>
            </a:extLst>
          </p:cNvPr>
          <p:cNvSpPr>
            <a:spLocks noGrp="1"/>
          </p:cNvSpPr>
          <p:nvPr>
            <p:ph sz="quarter" idx="10"/>
          </p:nvPr>
        </p:nvSpPr>
        <p:spPr>
          <a:xfrm>
            <a:off x="461843" y="1100328"/>
            <a:ext cx="11167533" cy="2000548"/>
          </a:xfrm>
        </p:spPr>
        <p:txBody>
          <a:bodyPr/>
          <a:lstStyle/>
          <a:p>
            <a:pPr lvl="0"/>
            <a:r>
              <a:rPr kumimoji="1" lang="ja-JP" altLang="en-US"/>
              <a:t>マスター テキストの書式設定</a:t>
            </a:r>
          </a:p>
          <a:p>
            <a:pPr lvl="1"/>
            <a:r>
              <a:rPr kumimoji="1" lang="ja-JP" altLang="en-US"/>
              <a:t>第 </a:t>
            </a:r>
            <a:r>
              <a:rPr kumimoji="1" lang="en-US" altLang="ja-JP" dirty="0"/>
              <a:t>2 </a:t>
            </a:r>
            <a:r>
              <a:rPr kumimoji="1" lang="ja-JP" altLang="en-US"/>
              <a:t>レベル</a:t>
            </a:r>
          </a:p>
          <a:p>
            <a:pPr lvl="2"/>
            <a:r>
              <a:rPr kumimoji="1" lang="ja-JP" altLang="en-US"/>
              <a:t>第 </a:t>
            </a:r>
            <a:r>
              <a:rPr kumimoji="1" lang="en-US" altLang="ja-JP" dirty="0"/>
              <a:t>3 </a:t>
            </a:r>
            <a:r>
              <a:rPr kumimoji="1" lang="ja-JP" altLang="en-US"/>
              <a:t>レベル</a:t>
            </a:r>
          </a:p>
          <a:p>
            <a:pPr lvl="3"/>
            <a:r>
              <a:rPr kumimoji="1" lang="ja-JP" altLang="en-US"/>
              <a:t>第 </a:t>
            </a:r>
            <a:r>
              <a:rPr kumimoji="1" lang="en-US" altLang="ja-JP" dirty="0"/>
              <a:t>4 </a:t>
            </a:r>
            <a:r>
              <a:rPr kumimoji="1" lang="ja-JP" altLang="en-US"/>
              <a:t>レベル</a:t>
            </a:r>
          </a:p>
          <a:p>
            <a:pPr lvl="4"/>
            <a:r>
              <a:rPr kumimoji="1" lang="ja-JP" altLang="en-US"/>
              <a:t>第 </a:t>
            </a:r>
            <a:r>
              <a:rPr kumimoji="1" lang="en-US" altLang="ja-JP" dirty="0"/>
              <a:t>5 </a:t>
            </a:r>
            <a:r>
              <a:rPr kumimoji="1" lang="ja-JP" altLang="en-US"/>
              <a:t>レベル</a:t>
            </a:r>
          </a:p>
        </p:txBody>
      </p:sp>
    </p:spTree>
    <p:extLst>
      <p:ext uri="{BB962C8B-B14F-4D97-AF65-F5344CB8AC3E}">
        <p14:creationId xmlns:p14="http://schemas.microsoft.com/office/powerpoint/2010/main" val="3666144476"/>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8" Type="http://schemas.openxmlformats.org/officeDocument/2006/relationships/theme" Target="../theme/theme1.xml"/><Relationship Id="rId5" Type="http://schemas.openxmlformats.org/officeDocument/2006/relationships/slideLayout" Target="../slideLayouts/slideLayout5.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59" Type="http://schemas.openxmlformats.org/officeDocument/2006/relationships/image" Target="../media/image1.png"/><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65.xml"/><Relationship Id="rId3" Type="http://schemas.openxmlformats.org/officeDocument/2006/relationships/slideLayout" Target="../slideLayouts/slideLayout60.xml"/><Relationship Id="rId7" Type="http://schemas.openxmlformats.org/officeDocument/2006/relationships/slideLayout" Target="../slideLayouts/slideLayout64.xml"/><Relationship Id="rId12" Type="http://schemas.openxmlformats.org/officeDocument/2006/relationships/theme" Target="../theme/theme2.xml"/><Relationship Id="rId2" Type="http://schemas.openxmlformats.org/officeDocument/2006/relationships/slideLayout" Target="../slideLayouts/slideLayout59.xml"/><Relationship Id="rId1" Type="http://schemas.openxmlformats.org/officeDocument/2006/relationships/slideLayout" Target="../slideLayouts/slideLayout58.xml"/><Relationship Id="rId6" Type="http://schemas.openxmlformats.org/officeDocument/2006/relationships/slideLayout" Target="../slideLayouts/slideLayout63.xml"/><Relationship Id="rId11" Type="http://schemas.openxmlformats.org/officeDocument/2006/relationships/slideLayout" Target="../slideLayouts/slideLayout68.xml"/><Relationship Id="rId5" Type="http://schemas.openxmlformats.org/officeDocument/2006/relationships/slideLayout" Target="../slideLayouts/slideLayout62.xml"/><Relationship Id="rId10" Type="http://schemas.openxmlformats.org/officeDocument/2006/relationships/slideLayout" Target="../slideLayouts/slideLayout67.xml"/><Relationship Id="rId4" Type="http://schemas.openxmlformats.org/officeDocument/2006/relationships/slideLayout" Target="../slideLayouts/slideLayout61.xml"/><Relationship Id="rId9" Type="http://schemas.openxmlformats.org/officeDocument/2006/relationships/slideLayout" Target="../slideLayouts/slideLayout66.xml"/></Relationships>
</file>

<file path=ppt/slideMasters/_rels/slideMaster3.xml.rels><?xml version="1.0" encoding="UTF-8" standalone="yes"?>
<Relationships xmlns="http://schemas.openxmlformats.org/package/2006/relationships"><Relationship Id="rId13" Type="http://schemas.openxmlformats.org/officeDocument/2006/relationships/slideLayout" Target="../slideLayouts/slideLayout81.xml"/><Relationship Id="rId18" Type="http://schemas.openxmlformats.org/officeDocument/2006/relationships/slideLayout" Target="../slideLayouts/slideLayout86.xml"/><Relationship Id="rId26" Type="http://schemas.openxmlformats.org/officeDocument/2006/relationships/slideLayout" Target="../slideLayouts/slideLayout94.xml"/><Relationship Id="rId39" Type="http://schemas.openxmlformats.org/officeDocument/2006/relationships/slideLayout" Target="../slideLayouts/slideLayout107.xml"/><Relationship Id="rId21" Type="http://schemas.openxmlformats.org/officeDocument/2006/relationships/slideLayout" Target="../slideLayouts/slideLayout89.xml"/><Relationship Id="rId34" Type="http://schemas.openxmlformats.org/officeDocument/2006/relationships/slideLayout" Target="../slideLayouts/slideLayout102.xml"/><Relationship Id="rId42" Type="http://schemas.openxmlformats.org/officeDocument/2006/relationships/slideLayout" Target="../slideLayouts/slideLayout110.xml"/><Relationship Id="rId47" Type="http://schemas.openxmlformats.org/officeDocument/2006/relationships/slideLayout" Target="../slideLayouts/slideLayout115.xml"/><Relationship Id="rId50" Type="http://schemas.openxmlformats.org/officeDocument/2006/relationships/slideLayout" Target="../slideLayouts/slideLayout118.xml"/><Relationship Id="rId7" Type="http://schemas.openxmlformats.org/officeDocument/2006/relationships/slideLayout" Target="../slideLayouts/slideLayout75.xml"/><Relationship Id="rId2" Type="http://schemas.openxmlformats.org/officeDocument/2006/relationships/slideLayout" Target="../slideLayouts/slideLayout70.xml"/><Relationship Id="rId16" Type="http://schemas.openxmlformats.org/officeDocument/2006/relationships/slideLayout" Target="../slideLayouts/slideLayout84.xml"/><Relationship Id="rId29" Type="http://schemas.openxmlformats.org/officeDocument/2006/relationships/slideLayout" Target="../slideLayouts/slideLayout97.xml"/><Relationship Id="rId11" Type="http://schemas.openxmlformats.org/officeDocument/2006/relationships/slideLayout" Target="../slideLayouts/slideLayout79.xml"/><Relationship Id="rId24" Type="http://schemas.openxmlformats.org/officeDocument/2006/relationships/slideLayout" Target="../slideLayouts/slideLayout92.xml"/><Relationship Id="rId32" Type="http://schemas.openxmlformats.org/officeDocument/2006/relationships/slideLayout" Target="../slideLayouts/slideLayout100.xml"/><Relationship Id="rId37" Type="http://schemas.openxmlformats.org/officeDocument/2006/relationships/slideLayout" Target="../slideLayouts/slideLayout105.xml"/><Relationship Id="rId40" Type="http://schemas.openxmlformats.org/officeDocument/2006/relationships/slideLayout" Target="../slideLayouts/slideLayout108.xml"/><Relationship Id="rId45" Type="http://schemas.openxmlformats.org/officeDocument/2006/relationships/slideLayout" Target="../slideLayouts/slideLayout113.xml"/><Relationship Id="rId53" Type="http://schemas.openxmlformats.org/officeDocument/2006/relationships/theme" Target="../theme/theme3.xml"/><Relationship Id="rId5" Type="http://schemas.openxmlformats.org/officeDocument/2006/relationships/slideLayout" Target="../slideLayouts/slideLayout73.xml"/><Relationship Id="rId10" Type="http://schemas.openxmlformats.org/officeDocument/2006/relationships/slideLayout" Target="../slideLayouts/slideLayout78.xml"/><Relationship Id="rId19" Type="http://schemas.openxmlformats.org/officeDocument/2006/relationships/slideLayout" Target="../slideLayouts/slideLayout87.xml"/><Relationship Id="rId31" Type="http://schemas.openxmlformats.org/officeDocument/2006/relationships/slideLayout" Target="../slideLayouts/slideLayout99.xml"/><Relationship Id="rId44" Type="http://schemas.openxmlformats.org/officeDocument/2006/relationships/slideLayout" Target="../slideLayouts/slideLayout112.xml"/><Relationship Id="rId52" Type="http://schemas.openxmlformats.org/officeDocument/2006/relationships/slideLayout" Target="../slideLayouts/slideLayout120.xml"/><Relationship Id="rId4" Type="http://schemas.openxmlformats.org/officeDocument/2006/relationships/slideLayout" Target="../slideLayouts/slideLayout72.xml"/><Relationship Id="rId9" Type="http://schemas.openxmlformats.org/officeDocument/2006/relationships/slideLayout" Target="../slideLayouts/slideLayout77.xml"/><Relationship Id="rId14" Type="http://schemas.openxmlformats.org/officeDocument/2006/relationships/slideLayout" Target="../slideLayouts/slideLayout82.xml"/><Relationship Id="rId22" Type="http://schemas.openxmlformats.org/officeDocument/2006/relationships/slideLayout" Target="../slideLayouts/slideLayout90.xml"/><Relationship Id="rId27" Type="http://schemas.openxmlformats.org/officeDocument/2006/relationships/slideLayout" Target="../slideLayouts/slideLayout95.xml"/><Relationship Id="rId30" Type="http://schemas.openxmlformats.org/officeDocument/2006/relationships/slideLayout" Target="../slideLayouts/slideLayout98.xml"/><Relationship Id="rId35" Type="http://schemas.openxmlformats.org/officeDocument/2006/relationships/slideLayout" Target="../slideLayouts/slideLayout103.xml"/><Relationship Id="rId43" Type="http://schemas.openxmlformats.org/officeDocument/2006/relationships/slideLayout" Target="../slideLayouts/slideLayout111.xml"/><Relationship Id="rId48" Type="http://schemas.openxmlformats.org/officeDocument/2006/relationships/slideLayout" Target="../slideLayouts/slideLayout116.xml"/><Relationship Id="rId8" Type="http://schemas.openxmlformats.org/officeDocument/2006/relationships/slideLayout" Target="../slideLayouts/slideLayout76.xml"/><Relationship Id="rId51" Type="http://schemas.openxmlformats.org/officeDocument/2006/relationships/slideLayout" Target="../slideLayouts/slideLayout119.xml"/><Relationship Id="rId3" Type="http://schemas.openxmlformats.org/officeDocument/2006/relationships/slideLayout" Target="../slideLayouts/slideLayout71.xml"/><Relationship Id="rId12" Type="http://schemas.openxmlformats.org/officeDocument/2006/relationships/slideLayout" Target="../slideLayouts/slideLayout80.xml"/><Relationship Id="rId17" Type="http://schemas.openxmlformats.org/officeDocument/2006/relationships/slideLayout" Target="../slideLayouts/slideLayout85.xml"/><Relationship Id="rId25" Type="http://schemas.openxmlformats.org/officeDocument/2006/relationships/slideLayout" Target="../slideLayouts/slideLayout93.xml"/><Relationship Id="rId33" Type="http://schemas.openxmlformats.org/officeDocument/2006/relationships/slideLayout" Target="../slideLayouts/slideLayout101.xml"/><Relationship Id="rId38" Type="http://schemas.openxmlformats.org/officeDocument/2006/relationships/slideLayout" Target="../slideLayouts/slideLayout106.xml"/><Relationship Id="rId46" Type="http://schemas.openxmlformats.org/officeDocument/2006/relationships/slideLayout" Target="../slideLayouts/slideLayout114.xml"/><Relationship Id="rId20" Type="http://schemas.openxmlformats.org/officeDocument/2006/relationships/slideLayout" Target="../slideLayouts/slideLayout88.xml"/><Relationship Id="rId41" Type="http://schemas.openxmlformats.org/officeDocument/2006/relationships/slideLayout" Target="../slideLayouts/slideLayout109.xml"/><Relationship Id="rId54" Type="http://schemas.openxmlformats.org/officeDocument/2006/relationships/image" Target="../media/image13.png"/><Relationship Id="rId1" Type="http://schemas.openxmlformats.org/officeDocument/2006/relationships/slideLayout" Target="../slideLayouts/slideLayout69.xml"/><Relationship Id="rId6" Type="http://schemas.openxmlformats.org/officeDocument/2006/relationships/slideLayout" Target="../slideLayouts/slideLayout74.xml"/><Relationship Id="rId15" Type="http://schemas.openxmlformats.org/officeDocument/2006/relationships/slideLayout" Target="../slideLayouts/slideLayout83.xml"/><Relationship Id="rId23" Type="http://schemas.openxmlformats.org/officeDocument/2006/relationships/slideLayout" Target="../slideLayouts/slideLayout91.xml"/><Relationship Id="rId28" Type="http://schemas.openxmlformats.org/officeDocument/2006/relationships/slideLayout" Target="../slideLayouts/slideLayout96.xml"/><Relationship Id="rId36" Type="http://schemas.openxmlformats.org/officeDocument/2006/relationships/slideLayout" Target="../slideLayouts/slideLayout104.xml"/><Relationship Id="rId49" Type="http://schemas.openxmlformats.org/officeDocument/2006/relationships/slideLayout" Target="../slideLayouts/slideLayout117.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F4928EF9-1BCD-42D2-8B21-6150BBD86FBB}"/>
              </a:ext>
            </a:extLst>
          </p:cNvPr>
          <p:cNvSpPr>
            <a:spLocks noGrp="1"/>
          </p:cNvSpPr>
          <p:nvPr>
            <p:ph type="body" idx="1"/>
          </p:nvPr>
        </p:nvSpPr>
        <p:spPr>
          <a:xfrm>
            <a:off x="451413" y="1376363"/>
            <a:ext cx="11405623" cy="2153666"/>
          </a:xfrm>
          <a:prstGeom prst="rect">
            <a:avLst/>
          </a:prstGeom>
        </p:spPr>
        <p:txBody>
          <a:bodyPr vert="horz" wrap="square" lIns="0" tIns="45720" rIns="0" bIns="45720" rtlCol="0">
            <a:spAutoFit/>
          </a:bodyPr>
          <a:lstStyle/>
          <a:p>
            <a:pPr lvl="0"/>
            <a:r>
              <a:rPr lang="ja-JP" altLang="en-US"/>
              <a:t>マスター テキストの書式設定</a:t>
            </a:r>
          </a:p>
          <a:p>
            <a:pPr lvl="1"/>
            <a:r>
              <a:rPr lang="ja-JP" altLang="en-US"/>
              <a:t>第 </a:t>
            </a:r>
            <a:r>
              <a:rPr lang="en-US" altLang="ja-JP" dirty="0"/>
              <a:t>2 </a:t>
            </a:r>
            <a:r>
              <a:rPr lang="ja-JP" altLang="en-US"/>
              <a:t>レベル</a:t>
            </a:r>
          </a:p>
          <a:p>
            <a:pPr lvl="2"/>
            <a:r>
              <a:rPr lang="ja-JP" altLang="en-US"/>
              <a:t>第 </a:t>
            </a:r>
            <a:r>
              <a:rPr lang="en-US" altLang="ja-JP" dirty="0"/>
              <a:t>3 </a:t>
            </a:r>
            <a:r>
              <a:rPr lang="ja-JP" altLang="en-US"/>
              <a:t>レベル</a:t>
            </a:r>
          </a:p>
          <a:p>
            <a:pPr lvl="3"/>
            <a:r>
              <a:rPr lang="ja-JP" altLang="en-US"/>
              <a:t>第 </a:t>
            </a:r>
            <a:r>
              <a:rPr lang="en-US" altLang="ja-JP" dirty="0"/>
              <a:t>4 </a:t>
            </a:r>
            <a:r>
              <a:rPr lang="ja-JP" altLang="en-US"/>
              <a:t>レベル</a:t>
            </a:r>
          </a:p>
          <a:p>
            <a:pPr lvl="4"/>
            <a:r>
              <a:rPr lang="ja-JP" altLang="en-US"/>
              <a:t>第 </a:t>
            </a:r>
            <a:r>
              <a:rPr lang="en-US" altLang="ja-JP" dirty="0"/>
              <a:t>5 </a:t>
            </a:r>
            <a:r>
              <a:rPr lang="ja-JP" altLang="en-US"/>
              <a:t>レベル</a:t>
            </a:r>
            <a:endParaRPr lang="en-US" dirty="0"/>
          </a:p>
        </p:txBody>
      </p:sp>
      <p:sp>
        <p:nvSpPr>
          <p:cNvPr id="4" name="Date Placeholder 3">
            <a:extLst>
              <a:ext uri="{FF2B5EF4-FFF2-40B4-BE49-F238E27FC236}">
                <a16:creationId xmlns:a16="http://schemas.microsoft.com/office/drawing/2014/main" id="{9F484D14-2EC8-4252-96DA-F75A75EAF30C}"/>
              </a:ext>
            </a:extLst>
          </p:cNvPr>
          <p:cNvSpPr>
            <a:spLocks noGrp="1"/>
          </p:cNvSpPr>
          <p:nvPr>
            <p:ph type="dt" sz="half" idx="2"/>
          </p:nvPr>
        </p:nvSpPr>
        <p:spPr>
          <a:xfrm>
            <a:off x="838200" y="6953250"/>
            <a:ext cx="2743200" cy="365125"/>
          </a:xfrm>
          <a:prstGeom prst="rect">
            <a:avLst/>
          </a:prstGeom>
        </p:spPr>
        <p:txBody>
          <a:bodyPr vert="horz" lIns="91440" tIns="45720" rIns="91440" bIns="45720" rtlCol="0" anchor="ctr"/>
          <a:lstStyle>
            <a:lvl1pPr algn="l">
              <a:defRPr sz="900" b="0" i="0">
                <a:solidFill>
                  <a:schemeClr val="tx1">
                    <a:tint val="75000"/>
                  </a:schemeClr>
                </a:solidFill>
                <a:latin typeface="Amazon Ember Display" panose="020F0603020204020204" pitchFamily="34" charset="0"/>
              </a:defRPr>
            </a:lvl1pPr>
          </a:lstStyle>
          <a:p>
            <a:fld id="{5E990763-DD24-2844-97C4-5F39F580D678}" type="datetime1">
              <a:rPr lang="ja-JP" altLang="en-US" smtClean="0"/>
              <a:t>2026/1/26</a:t>
            </a:fld>
            <a:endParaRPr lang="en-US" dirty="0"/>
          </a:p>
        </p:txBody>
      </p:sp>
      <p:sp>
        <p:nvSpPr>
          <p:cNvPr id="5" name="Footer Placeholder 4">
            <a:extLst>
              <a:ext uri="{FF2B5EF4-FFF2-40B4-BE49-F238E27FC236}">
                <a16:creationId xmlns:a16="http://schemas.microsoft.com/office/drawing/2014/main" id="{125B18F2-2506-4A8B-983C-1A77A245E650}"/>
              </a:ext>
            </a:extLst>
          </p:cNvPr>
          <p:cNvSpPr>
            <a:spLocks noGrp="1"/>
          </p:cNvSpPr>
          <p:nvPr>
            <p:ph type="ftr" sz="quarter" idx="3"/>
          </p:nvPr>
        </p:nvSpPr>
        <p:spPr>
          <a:xfrm>
            <a:off x="4038600" y="6953250"/>
            <a:ext cx="4114800" cy="365125"/>
          </a:xfrm>
          <a:prstGeom prst="rect">
            <a:avLst/>
          </a:prstGeom>
        </p:spPr>
        <p:txBody>
          <a:bodyPr vert="horz" lIns="91440" tIns="45720" rIns="91440" bIns="45720" rtlCol="0" anchor="ctr"/>
          <a:lstStyle>
            <a:lvl1pPr algn="ctr">
              <a:defRPr sz="900" b="0" i="0">
                <a:solidFill>
                  <a:schemeClr val="tx1">
                    <a:tint val="75000"/>
                  </a:schemeClr>
                </a:solidFill>
                <a:latin typeface="Amazon Ember Display" panose="020F0603020204020204" pitchFamily="34" charset="0"/>
              </a:defRPr>
            </a:lvl1pPr>
          </a:lstStyle>
          <a:p>
            <a:endParaRPr lang="en-US" dirty="0"/>
          </a:p>
        </p:txBody>
      </p:sp>
      <p:sp>
        <p:nvSpPr>
          <p:cNvPr id="6" name="Slide Number Placeholder 5">
            <a:extLst>
              <a:ext uri="{FF2B5EF4-FFF2-40B4-BE49-F238E27FC236}">
                <a16:creationId xmlns:a16="http://schemas.microsoft.com/office/drawing/2014/main" id="{09925A29-F4EF-4A12-9095-1B88A1BDDE58}"/>
              </a:ext>
            </a:extLst>
          </p:cNvPr>
          <p:cNvSpPr>
            <a:spLocks noGrp="1"/>
          </p:cNvSpPr>
          <p:nvPr>
            <p:ph type="sldNum" sz="quarter" idx="4"/>
          </p:nvPr>
        </p:nvSpPr>
        <p:spPr>
          <a:xfrm>
            <a:off x="9113838" y="6210300"/>
            <a:ext cx="2743200" cy="365125"/>
          </a:xfrm>
          <a:prstGeom prst="rect">
            <a:avLst/>
          </a:prstGeom>
        </p:spPr>
        <p:txBody>
          <a:bodyPr vert="horz" lIns="91440" tIns="45720" rIns="91440" bIns="45720" rtlCol="0" anchor="ctr"/>
          <a:lstStyle>
            <a:lvl1pPr algn="r">
              <a:defRPr sz="900" b="0" i="0">
                <a:solidFill>
                  <a:schemeClr val="tx2"/>
                </a:solidFill>
                <a:latin typeface="Amazon Ember Display" panose="020F0603020204020204" pitchFamily="34" charset="0"/>
              </a:defRPr>
            </a:lvl1pPr>
          </a:lstStyle>
          <a:p>
            <a:fld id="{EB4B8DE2-A4E8-46E4-8BBF-D75455EFF32C}" type="slidenum">
              <a:rPr lang="en-US" smtClean="0"/>
              <a:pPr/>
              <a:t>‹#›</a:t>
            </a:fld>
            <a:endParaRPr lang="en-US" dirty="0"/>
          </a:p>
        </p:txBody>
      </p:sp>
      <p:sp>
        <p:nvSpPr>
          <p:cNvPr id="20" name="Title Placeholder 19">
            <a:extLst>
              <a:ext uri="{FF2B5EF4-FFF2-40B4-BE49-F238E27FC236}">
                <a16:creationId xmlns:a16="http://schemas.microsoft.com/office/drawing/2014/main" id="{4797D856-648E-41D7-7250-C248B908D216}"/>
              </a:ext>
            </a:extLst>
          </p:cNvPr>
          <p:cNvSpPr>
            <a:spLocks noGrp="1"/>
          </p:cNvSpPr>
          <p:nvPr>
            <p:ph type="title"/>
          </p:nvPr>
        </p:nvSpPr>
        <p:spPr>
          <a:xfrm>
            <a:off x="451414" y="296409"/>
            <a:ext cx="11405624" cy="617991"/>
          </a:xfrm>
          <a:prstGeom prst="rect">
            <a:avLst/>
          </a:prstGeom>
        </p:spPr>
        <p:txBody>
          <a:bodyPr vert="horz" lIns="91440" tIns="45720" rIns="91440" bIns="45720" rtlCol="0" anchor="t">
            <a:noAutofit/>
          </a:bodyPr>
          <a:lstStyle/>
          <a:p>
            <a:r>
              <a:rPr lang="ja-JP" altLang="en-US"/>
              <a:t>マスター タイトルの書式設定</a:t>
            </a:r>
            <a:endParaRPr lang="en-US" dirty="0"/>
          </a:p>
        </p:txBody>
      </p:sp>
      <p:sp>
        <p:nvSpPr>
          <p:cNvPr id="13" name="TextBox 12">
            <a:extLst>
              <a:ext uri="{FF2B5EF4-FFF2-40B4-BE49-F238E27FC236}">
                <a16:creationId xmlns:a16="http://schemas.microsoft.com/office/drawing/2014/main" id="{123D8171-6606-4DC3-AA28-D2EE5F0EC812}"/>
              </a:ext>
            </a:extLst>
          </p:cNvPr>
          <p:cNvSpPr txBox="1"/>
          <p:nvPr userDrawn="1"/>
        </p:nvSpPr>
        <p:spPr>
          <a:xfrm>
            <a:off x="1141084" y="6389813"/>
            <a:ext cx="2621230" cy="184666"/>
          </a:xfrm>
          <a:prstGeom prst="rect">
            <a:avLst/>
          </a:prstGeom>
          <a:noFill/>
        </p:spPr>
        <p:txBody>
          <a:bodyPr wrap="none" rtlCol="0">
            <a:spAutoFit/>
          </a:bodyPr>
          <a:lstStyle/>
          <a:p>
            <a:pPr algn="l"/>
            <a:r>
              <a:rPr lang="en-US" sz="600" b="0" i="0" dirty="0">
                <a:solidFill>
                  <a:schemeClr val="tx2"/>
                </a:solidFill>
                <a:latin typeface="Amazon Ember Display" panose="020F0603020204020204" pitchFamily="34" charset="0"/>
              </a:rPr>
              <a:t>© 2025, Amazon Web Services, Inc. or its affiliates. All rights reserved.</a:t>
            </a:r>
          </a:p>
        </p:txBody>
      </p:sp>
      <p:pic>
        <p:nvPicPr>
          <p:cNvPr id="8" name="Picture 7">
            <a:extLst>
              <a:ext uri="{FF2B5EF4-FFF2-40B4-BE49-F238E27FC236}">
                <a16:creationId xmlns:a16="http://schemas.microsoft.com/office/drawing/2014/main" id="{467F50F9-4909-422B-A8DD-8362E9484737}"/>
              </a:ext>
            </a:extLst>
          </p:cNvPr>
          <p:cNvPicPr>
            <a:picLocks noChangeAspect="1"/>
          </p:cNvPicPr>
          <p:nvPr userDrawn="1"/>
        </p:nvPicPr>
        <p:blipFill>
          <a:blip r:embed="rId59">
            <a:extLst>
              <a:ext uri="{28A0092B-C50C-407E-A947-70E740481C1C}">
                <a14:useLocalDpi xmlns:a14="http://schemas.microsoft.com/office/drawing/2010/main" val="0"/>
              </a:ext>
            </a:extLst>
          </a:blip>
          <a:stretch>
            <a:fillRect/>
          </a:stretch>
        </p:blipFill>
        <p:spPr>
          <a:xfrm>
            <a:off x="595295" y="6338002"/>
            <a:ext cx="365760" cy="219048"/>
          </a:xfrm>
          <a:prstGeom prst="rect">
            <a:avLst/>
          </a:prstGeom>
        </p:spPr>
      </p:pic>
    </p:spTree>
    <p:extLst>
      <p:ext uri="{BB962C8B-B14F-4D97-AF65-F5344CB8AC3E}">
        <p14:creationId xmlns:p14="http://schemas.microsoft.com/office/powerpoint/2010/main" val="471148940"/>
      </p:ext>
    </p:extLst>
  </p:cSld>
  <p:clrMap bg1="lt1" tx1="dk1" bg2="lt2" tx2="dk2" accent1="accent1" accent2="accent2" accent3="accent3" accent4="accent4" accent5="accent5" accent6="accent6" hlink="hlink" folHlink="folHlink"/>
  <p:sldLayoutIdLst>
    <p:sldLayoutId id="2147483785" r:id="rId1"/>
    <p:sldLayoutId id="2147483800" r:id="rId2"/>
    <p:sldLayoutId id="2147483654" r:id="rId3"/>
    <p:sldLayoutId id="2147483799" r:id="rId4"/>
    <p:sldLayoutId id="2147483801" r:id="rId5"/>
    <p:sldLayoutId id="2147483649" r:id="rId6"/>
    <p:sldLayoutId id="2147483661" r:id="rId7"/>
    <p:sldLayoutId id="2147483710" r:id="rId8"/>
    <p:sldLayoutId id="2147483711" r:id="rId9"/>
    <p:sldLayoutId id="2147483713" r:id="rId10"/>
    <p:sldLayoutId id="2147483712" r:id="rId11"/>
    <p:sldLayoutId id="2147483731" r:id="rId12"/>
    <p:sldLayoutId id="2147483723" r:id="rId13"/>
    <p:sldLayoutId id="2147483722" r:id="rId14"/>
    <p:sldLayoutId id="2147483725" r:id="rId15"/>
    <p:sldLayoutId id="2147483662" r:id="rId16"/>
    <p:sldLayoutId id="2147483724" r:id="rId17"/>
    <p:sldLayoutId id="2147483663" r:id="rId18"/>
    <p:sldLayoutId id="2147483655" r:id="rId19"/>
    <p:sldLayoutId id="2147483650" r:id="rId20"/>
    <p:sldLayoutId id="2147483664" r:id="rId21"/>
    <p:sldLayoutId id="2147483666" r:id="rId22"/>
    <p:sldLayoutId id="2147483667" r:id="rId23"/>
    <p:sldLayoutId id="2147483665" r:id="rId24"/>
    <p:sldLayoutId id="2147483729" r:id="rId25"/>
    <p:sldLayoutId id="2147483668" r:id="rId26"/>
    <p:sldLayoutId id="2147483730" r:id="rId27"/>
    <p:sldLayoutId id="2147483653" r:id="rId28"/>
    <p:sldLayoutId id="2147483689" r:id="rId29"/>
    <p:sldLayoutId id="2147483691" r:id="rId30"/>
    <p:sldLayoutId id="2147483690" r:id="rId31"/>
    <p:sldLayoutId id="2147483657" r:id="rId32"/>
    <p:sldLayoutId id="2147483692" r:id="rId33"/>
    <p:sldLayoutId id="2147483693" r:id="rId34"/>
    <p:sldLayoutId id="2147483652" r:id="rId35"/>
    <p:sldLayoutId id="2147483669" r:id="rId36"/>
    <p:sldLayoutId id="2147483670" r:id="rId37"/>
    <p:sldLayoutId id="2147483673" r:id="rId38"/>
    <p:sldLayoutId id="2147483726" r:id="rId39"/>
    <p:sldLayoutId id="2147483728" r:id="rId40"/>
    <p:sldLayoutId id="2147483727" r:id="rId41"/>
    <p:sldLayoutId id="2147483717" r:id="rId42"/>
    <p:sldLayoutId id="2147483651" r:id="rId43"/>
    <p:sldLayoutId id="2147483716" r:id="rId44"/>
    <p:sldLayoutId id="2147483671" r:id="rId45"/>
    <p:sldLayoutId id="2147483672" r:id="rId46"/>
    <p:sldLayoutId id="2147483695" r:id="rId47"/>
    <p:sldLayoutId id="2147483674" r:id="rId48"/>
    <p:sldLayoutId id="2147483675" r:id="rId49"/>
    <p:sldLayoutId id="2147483656" r:id="rId50"/>
    <p:sldLayoutId id="2147483676" r:id="rId51"/>
    <p:sldLayoutId id="2147483721" r:id="rId52"/>
    <p:sldLayoutId id="2147483720" r:id="rId53"/>
    <p:sldLayoutId id="2147483707" r:id="rId54"/>
    <p:sldLayoutId id="2147483708" r:id="rId55"/>
    <p:sldLayoutId id="2147483678" r:id="rId56"/>
    <p:sldLayoutId id="2147483802" r:id="rId57"/>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ftr="0" dt="0"/>
  <p:txStyles>
    <p:titleStyle>
      <a:lvl1pPr algn="l" defTabSz="914400" rtl="0" eaLnBrk="1" latinLnBrk="0" hangingPunct="1">
        <a:lnSpc>
          <a:spcPct val="90000"/>
        </a:lnSpc>
        <a:spcBef>
          <a:spcPct val="0"/>
        </a:spcBef>
        <a:buNone/>
        <a:defRPr kumimoji="1" sz="4000" b="1" i="0" kern="1200" spc="0" baseline="0">
          <a:solidFill>
            <a:schemeClr val="tx2"/>
          </a:solidFill>
          <a:latin typeface="Amazon Ember Display" panose="020F0603020204020204" pitchFamily="34" charset="0"/>
          <a:ea typeface="メイリオ" panose="020B0604030504040204" pitchFamily="34" charset="-128"/>
          <a:cs typeface="Amazon Ember Display" panose="020F0603020204020204" pitchFamily="34" charset="0"/>
        </a:defRPr>
      </a:lvl1pPr>
    </p:titleStyle>
    <p:bodyStyle>
      <a:lvl1pPr marL="349200" indent="-349200" algn="l" defTabSz="914400" rtl="0" eaLnBrk="1" latinLnBrk="0" hangingPunct="1">
        <a:lnSpc>
          <a:spcPct val="110000"/>
        </a:lnSpc>
        <a:spcBef>
          <a:spcPts val="600"/>
        </a:spcBef>
        <a:spcAft>
          <a:spcPts val="600"/>
        </a:spcAft>
        <a:buSzPct val="90000"/>
        <a:buFont typeface="Wingdings" pitchFamily="2" charset="2"/>
        <a:buChar char="n"/>
        <a:defRPr kumimoji="1" sz="2400" b="0" i="0" kern="1200" spc="0" baseline="0">
          <a:solidFill>
            <a:schemeClr val="tx2"/>
          </a:solidFill>
          <a:latin typeface="Amazon Ember Display" panose="020F0603020204020204" pitchFamily="34" charset="0"/>
          <a:ea typeface="メイリオ" panose="020B0604030504040204" pitchFamily="34" charset="-128"/>
          <a:cs typeface="+mn-cs"/>
        </a:defRPr>
      </a:lvl1pPr>
      <a:lvl2pPr marL="628650" indent="-349200" algn="l" defTabSz="914400" rtl="0" eaLnBrk="1" latinLnBrk="0" hangingPunct="1">
        <a:lnSpc>
          <a:spcPct val="110000"/>
        </a:lnSpc>
        <a:spcBef>
          <a:spcPts val="0"/>
        </a:spcBef>
        <a:spcAft>
          <a:spcPts val="600"/>
        </a:spcAft>
        <a:buSzPct val="90000"/>
        <a:buFont typeface="Wingdings" pitchFamily="2" charset="2"/>
        <a:buChar char="p"/>
        <a:defRPr kumimoji="1" sz="2400" b="0" i="0" kern="1200" spc="0" baseline="0">
          <a:solidFill>
            <a:schemeClr val="tx2"/>
          </a:solidFill>
          <a:latin typeface="Amazon Ember Display" panose="020F0603020204020204" pitchFamily="34" charset="0"/>
          <a:ea typeface="メイリオ" panose="020B0604030504040204" pitchFamily="34" charset="-128"/>
          <a:cs typeface="+mn-cs"/>
        </a:defRPr>
      </a:lvl2pPr>
      <a:lvl3pPr marL="971550" indent="-349200" algn="l" defTabSz="914400" rtl="0" eaLnBrk="1" latinLnBrk="0" hangingPunct="1">
        <a:lnSpc>
          <a:spcPct val="110000"/>
        </a:lnSpc>
        <a:spcBef>
          <a:spcPts val="0"/>
        </a:spcBef>
        <a:spcAft>
          <a:spcPts val="600"/>
        </a:spcAft>
        <a:buFont typeface="Arial" panose="020B0604020202020204" pitchFamily="34" charset="0"/>
        <a:buChar char="•"/>
        <a:defRPr kumimoji="1" sz="2000" b="0" i="0" kern="1200" spc="0" baseline="0">
          <a:solidFill>
            <a:schemeClr val="tx2"/>
          </a:solidFill>
          <a:latin typeface="Amazon Ember Display" panose="020F0603020204020204" pitchFamily="34" charset="0"/>
          <a:ea typeface="メイリオ" panose="020B0604030504040204" pitchFamily="34" charset="-128"/>
          <a:cs typeface="+mn-cs"/>
        </a:defRPr>
      </a:lvl3pPr>
      <a:lvl4pPr marL="1144588" indent="-349200" algn="l" defTabSz="914400" rtl="0" eaLnBrk="1" latinLnBrk="0" hangingPunct="1">
        <a:lnSpc>
          <a:spcPct val="110000"/>
        </a:lnSpc>
        <a:spcBef>
          <a:spcPts val="0"/>
        </a:spcBef>
        <a:spcAft>
          <a:spcPts val="600"/>
        </a:spcAft>
        <a:buFont typeface="Arial" panose="020B0604020202020204" pitchFamily="34" charset="0"/>
        <a:buChar char="•"/>
        <a:defRPr kumimoji="1" sz="1800" b="0" i="0" kern="1200" spc="0" baseline="0">
          <a:solidFill>
            <a:schemeClr val="tx2"/>
          </a:solidFill>
          <a:latin typeface="Amazon Ember Display" panose="020F0603020204020204" pitchFamily="34" charset="0"/>
          <a:ea typeface="メイリオ" panose="020B0604030504040204" pitchFamily="34" charset="-128"/>
          <a:cs typeface="+mn-cs"/>
        </a:defRPr>
      </a:lvl4pPr>
      <a:lvl5pPr marL="1316038" indent="-349200" algn="l" defTabSz="914400" rtl="0" eaLnBrk="1" latinLnBrk="0" hangingPunct="1">
        <a:lnSpc>
          <a:spcPct val="110000"/>
        </a:lnSpc>
        <a:spcBef>
          <a:spcPts val="0"/>
        </a:spcBef>
        <a:spcAft>
          <a:spcPts val="600"/>
        </a:spcAft>
        <a:buFont typeface="Arial" panose="020B0604020202020204" pitchFamily="34" charset="0"/>
        <a:buChar char="•"/>
        <a:defRPr kumimoji="1" sz="1800" b="0" i="0" kern="1200" spc="0" baseline="0">
          <a:solidFill>
            <a:schemeClr val="tx2"/>
          </a:solidFill>
          <a:latin typeface="Amazon Ember Display" panose="020F0603020204020204" pitchFamily="34" charset="0"/>
          <a:ea typeface="メイリオ" panose="020B0604030504040204" pitchFamily="34"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en-US"/>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257" userDrawn="1">
          <p15:clr>
            <a:srgbClr val="F26B43"/>
          </p15:clr>
        </p15:guide>
        <p15:guide id="2" pos="7469" userDrawn="1">
          <p15:clr>
            <a:srgbClr val="F26B43"/>
          </p15:clr>
        </p15:guide>
        <p15:guide id="3" orient="horz" pos="187" userDrawn="1">
          <p15:clr>
            <a:srgbClr val="F26B43"/>
          </p15:clr>
        </p15:guide>
        <p15:guide id="4" orient="horz" pos="3906" userDrawn="1">
          <p15:clr>
            <a:srgbClr val="F26B43"/>
          </p15:clr>
        </p15:guide>
        <p15:guide id="5" orient="horz" pos="867" userDrawn="1">
          <p15:clr>
            <a:srgbClr val="F26B43"/>
          </p15:clr>
        </p15:guide>
        <p15:guide id="6" orient="horz" pos="572" userDrawn="1">
          <p15:clr>
            <a:srgbClr val="F26B43"/>
          </p15:clr>
        </p15:guide>
        <p15:guide id="7" pos="3840" userDrawn="1">
          <p15:clr>
            <a:srgbClr val="F26B43"/>
          </p15:clr>
        </p15:guide>
        <p15:guide id="8" orient="horz" pos="2341"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タイトル プレースホルダー 1">
            <a:extLst>
              <a:ext uri="{FF2B5EF4-FFF2-40B4-BE49-F238E27FC236}">
                <a16:creationId xmlns:a16="http://schemas.microsoft.com/office/drawing/2014/main" id="{490C63A7-6E9D-58EB-C3B6-1513E35EC9F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0B9B003A-22D0-6665-AA30-E60F90CEC64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DBB7BF03-F6DE-F3B9-D206-FADBCE06C20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26C8AF4D-8CD9-ED44-A0DD-79793B56D1A8}" type="datetimeFigureOut">
              <a:rPr kumimoji="1" lang="ja-JP" altLang="en-US" smtClean="0"/>
              <a:t>2026/1/26</a:t>
            </a:fld>
            <a:endParaRPr kumimoji="1" lang="ja-JP" altLang="en-US"/>
          </a:p>
        </p:txBody>
      </p:sp>
      <p:sp>
        <p:nvSpPr>
          <p:cNvPr id="5" name="フッター プレースホルダー 4">
            <a:extLst>
              <a:ext uri="{FF2B5EF4-FFF2-40B4-BE49-F238E27FC236}">
                <a16:creationId xmlns:a16="http://schemas.microsoft.com/office/drawing/2014/main" id="{9EAB7036-D7C3-439C-5551-59FDE88E6BB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kumimoji="1" lang="ja-JP" altLang="en-US"/>
          </a:p>
        </p:txBody>
      </p:sp>
      <p:sp>
        <p:nvSpPr>
          <p:cNvPr id="6" name="スライド番号プレースホルダー 5">
            <a:extLst>
              <a:ext uri="{FF2B5EF4-FFF2-40B4-BE49-F238E27FC236}">
                <a16:creationId xmlns:a16="http://schemas.microsoft.com/office/drawing/2014/main" id="{A6FA5967-7ECE-F21C-DCB8-52479DE801A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10A6D318-C36D-D243-84D0-72FD52D9AC68}" type="slidenum">
              <a:rPr kumimoji="1" lang="ja-JP" altLang="en-US" smtClean="0"/>
              <a:t>‹#›</a:t>
            </a:fld>
            <a:endParaRPr kumimoji="1" lang="ja-JP" altLang="en-US"/>
          </a:p>
        </p:txBody>
      </p:sp>
    </p:spTree>
    <p:extLst>
      <p:ext uri="{BB962C8B-B14F-4D97-AF65-F5344CB8AC3E}">
        <p14:creationId xmlns:p14="http://schemas.microsoft.com/office/powerpoint/2010/main" val="2853994449"/>
      </p:ext>
    </p:extLst>
  </p:cSld>
  <p:clrMap bg1="lt1" tx1="dk1" bg2="lt2" tx2="dk2" accent1="accent1" accent2="accent2" accent3="accent3" accent4="accent4" accent5="accent5" accent6="accent6" hlink="hlink" folHlink="folHlink"/>
  <p:sldLayoutIdLst>
    <p:sldLayoutId id="2147483788" r:id="rId1"/>
    <p:sldLayoutId id="2147483789" r:id="rId2"/>
    <p:sldLayoutId id="2147483790" r:id="rId3"/>
    <p:sldLayoutId id="2147483791" r:id="rId4"/>
    <p:sldLayoutId id="2147483792" r:id="rId5"/>
    <p:sldLayoutId id="2147483793" r:id="rId6"/>
    <p:sldLayoutId id="2147483794" r:id="rId7"/>
    <p:sldLayoutId id="2147483795" r:id="rId8"/>
    <p:sldLayoutId id="2147483796" r:id="rId9"/>
    <p:sldLayoutId id="2147483797" r:id="rId10"/>
    <p:sldLayoutId id="2147483798" r:id="rId11"/>
  </p:sldLayoutIdLst>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15" name="Picture 14">
            <a:extLst>
              <a:ext uri="{FF2B5EF4-FFF2-40B4-BE49-F238E27FC236}">
                <a16:creationId xmlns:a16="http://schemas.microsoft.com/office/drawing/2014/main" id="{A174A381-7875-51BF-E8F6-ADD8CD0BFC47}"/>
              </a:ext>
            </a:extLst>
          </p:cNvPr>
          <p:cNvPicPr>
            <a:picLocks noChangeAspect="1"/>
          </p:cNvPicPr>
          <p:nvPr userDrawn="1"/>
        </p:nvPicPr>
        <p:blipFill>
          <a:blip r:embed="rId54">
            <a:extLst>
              <a:ext uri="{28A0092B-C50C-407E-A947-70E740481C1C}">
                <a14:useLocalDpi xmlns:a14="http://schemas.microsoft.com/office/drawing/2010/main" val="0"/>
              </a:ext>
            </a:extLst>
          </a:blip>
          <a:stretch>
            <a:fillRect/>
          </a:stretch>
        </p:blipFill>
        <p:spPr>
          <a:xfrm>
            <a:off x="595295" y="6338002"/>
            <a:ext cx="365760" cy="218830"/>
          </a:xfrm>
          <a:prstGeom prst="rect">
            <a:avLst/>
          </a:prstGeom>
        </p:spPr>
      </p:pic>
      <p:sp>
        <p:nvSpPr>
          <p:cNvPr id="8" name="Date Placeholder 3">
            <a:extLst>
              <a:ext uri="{FF2B5EF4-FFF2-40B4-BE49-F238E27FC236}">
                <a16:creationId xmlns:a16="http://schemas.microsoft.com/office/drawing/2014/main" id="{A6D05899-77E5-196B-EA14-086F9A5A5E55}"/>
              </a:ext>
            </a:extLst>
          </p:cNvPr>
          <p:cNvSpPr>
            <a:spLocks noGrp="1"/>
          </p:cNvSpPr>
          <p:nvPr>
            <p:ph type="dt" sz="half" idx="2"/>
          </p:nvPr>
        </p:nvSpPr>
        <p:spPr>
          <a:xfrm>
            <a:off x="838200" y="6953250"/>
            <a:ext cx="2743200" cy="365125"/>
          </a:xfrm>
          <a:prstGeom prst="rect">
            <a:avLst/>
          </a:prstGeom>
        </p:spPr>
        <p:txBody>
          <a:bodyPr vert="horz" lIns="91440" tIns="45720" rIns="91440" bIns="45720" rtlCol="0" anchor="ctr"/>
          <a:lstStyle>
            <a:lvl1pPr algn="l">
              <a:defRPr sz="900" b="0" i="0">
                <a:solidFill>
                  <a:schemeClr val="tx1">
                    <a:tint val="75000"/>
                  </a:schemeClr>
                </a:solidFill>
                <a:latin typeface="Amazon Ember Display" panose="020F0603020204020204" pitchFamily="34" charset="0"/>
              </a:defRPr>
            </a:lvl1pPr>
          </a:lstStyle>
          <a:p>
            <a:fld id="{01BAFFE3-0C81-0048-9276-DC89C07D235C}" type="datetime1">
              <a:rPr lang="ja-JP" altLang="en-US" smtClean="0"/>
              <a:t>2026/1/26</a:t>
            </a:fld>
            <a:endParaRPr lang="en-US" dirty="0"/>
          </a:p>
        </p:txBody>
      </p:sp>
      <p:sp>
        <p:nvSpPr>
          <p:cNvPr id="9" name="Footer Placeholder 4">
            <a:extLst>
              <a:ext uri="{FF2B5EF4-FFF2-40B4-BE49-F238E27FC236}">
                <a16:creationId xmlns:a16="http://schemas.microsoft.com/office/drawing/2014/main" id="{D22683EA-DD71-1EA1-728E-AE69D57D6485}"/>
              </a:ext>
            </a:extLst>
          </p:cNvPr>
          <p:cNvSpPr>
            <a:spLocks noGrp="1"/>
          </p:cNvSpPr>
          <p:nvPr>
            <p:ph type="ftr" sz="quarter" idx="3"/>
          </p:nvPr>
        </p:nvSpPr>
        <p:spPr>
          <a:xfrm>
            <a:off x="4038600" y="6953250"/>
            <a:ext cx="4114800" cy="365125"/>
          </a:xfrm>
          <a:prstGeom prst="rect">
            <a:avLst/>
          </a:prstGeom>
        </p:spPr>
        <p:txBody>
          <a:bodyPr vert="horz" lIns="91440" tIns="45720" rIns="91440" bIns="45720" rtlCol="0" anchor="ctr"/>
          <a:lstStyle>
            <a:lvl1pPr algn="ctr">
              <a:defRPr sz="900" b="0" i="0">
                <a:solidFill>
                  <a:schemeClr val="tx1">
                    <a:tint val="75000"/>
                  </a:schemeClr>
                </a:solidFill>
                <a:latin typeface="Amazon Ember Display" panose="020F0603020204020204" pitchFamily="34" charset="0"/>
              </a:defRPr>
            </a:lvl1pPr>
          </a:lstStyle>
          <a:p>
            <a:endParaRPr lang="en-US" dirty="0"/>
          </a:p>
        </p:txBody>
      </p:sp>
      <p:sp>
        <p:nvSpPr>
          <p:cNvPr id="11" name="TextBox 10">
            <a:extLst>
              <a:ext uri="{FF2B5EF4-FFF2-40B4-BE49-F238E27FC236}">
                <a16:creationId xmlns:a16="http://schemas.microsoft.com/office/drawing/2014/main" id="{B433C312-F607-20F9-BC64-57A8B6A590DF}"/>
              </a:ext>
            </a:extLst>
          </p:cNvPr>
          <p:cNvSpPr txBox="1"/>
          <p:nvPr userDrawn="1"/>
        </p:nvSpPr>
        <p:spPr>
          <a:xfrm>
            <a:off x="1141084" y="6389813"/>
            <a:ext cx="2621230" cy="184666"/>
          </a:xfrm>
          <a:prstGeom prst="rect">
            <a:avLst/>
          </a:prstGeom>
          <a:noFill/>
        </p:spPr>
        <p:txBody>
          <a:bodyPr wrap="none" rtlCol="0">
            <a:spAutoFit/>
          </a:bodyPr>
          <a:lstStyle/>
          <a:p>
            <a:pPr algn="l"/>
            <a:r>
              <a:rPr lang="en-US" sz="600" b="0" i="0" dirty="0">
                <a:solidFill>
                  <a:schemeClr val="tx2"/>
                </a:solidFill>
                <a:latin typeface="Amazon Ember Display" panose="020F0603020204020204" pitchFamily="34" charset="0"/>
              </a:rPr>
              <a:t>© 2025, Amazon Web Services, Inc. or its affiliates. All rights reserved.</a:t>
            </a:r>
          </a:p>
        </p:txBody>
      </p:sp>
      <p:sp>
        <p:nvSpPr>
          <p:cNvPr id="13" name="Title Placeholder 19">
            <a:extLst>
              <a:ext uri="{FF2B5EF4-FFF2-40B4-BE49-F238E27FC236}">
                <a16:creationId xmlns:a16="http://schemas.microsoft.com/office/drawing/2014/main" id="{6BA9B5C3-6371-84F6-B7DD-E715A774767A}"/>
              </a:ext>
            </a:extLst>
          </p:cNvPr>
          <p:cNvSpPr>
            <a:spLocks noGrp="1"/>
          </p:cNvSpPr>
          <p:nvPr>
            <p:ph type="title"/>
          </p:nvPr>
        </p:nvSpPr>
        <p:spPr>
          <a:xfrm>
            <a:off x="407988" y="301169"/>
            <a:ext cx="11449050" cy="606882"/>
          </a:xfrm>
          <a:prstGeom prst="rect">
            <a:avLst/>
          </a:prstGeom>
        </p:spPr>
        <p:txBody>
          <a:bodyPr vert="horz" lIns="91440" tIns="45720" rIns="91440" bIns="45720" rtlCol="0" anchor="t">
            <a:noAutofit/>
          </a:bodyPr>
          <a:lstStyle/>
          <a:p>
            <a:r>
              <a:rPr lang="en-US" dirty="0"/>
              <a:t>Click to edit Master title style</a:t>
            </a:r>
          </a:p>
        </p:txBody>
      </p:sp>
      <p:sp>
        <p:nvSpPr>
          <p:cNvPr id="2" name="Slide Number Placeholder 5">
            <a:extLst>
              <a:ext uri="{FF2B5EF4-FFF2-40B4-BE49-F238E27FC236}">
                <a16:creationId xmlns:a16="http://schemas.microsoft.com/office/drawing/2014/main" id="{E8D85736-6993-1303-CAA9-192E54A5B1E4}"/>
              </a:ext>
            </a:extLst>
          </p:cNvPr>
          <p:cNvSpPr>
            <a:spLocks noGrp="1"/>
          </p:cNvSpPr>
          <p:nvPr>
            <p:ph type="sldNum" sz="quarter" idx="4"/>
          </p:nvPr>
        </p:nvSpPr>
        <p:spPr>
          <a:xfrm>
            <a:off x="9113838" y="6210300"/>
            <a:ext cx="2743200" cy="365125"/>
          </a:xfrm>
          <a:prstGeom prst="rect">
            <a:avLst/>
          </a:prstGeom>
        </p:spPr>
        <p:txBody>
          <a:bodyPr vert="horz" lIns="91440" tIns="45720" rIns="91440" bIns="45720" rtlCol="0" anchor="ctr"/>
          <a:lstStyle>
            <a:lvl1pPr algn="r">
              <a:defRPr sz="900" b="0" i="0">
                <a:solidFill>
                  <a:schemeClr val="tx2"/>
                </a:solidFill>
                <a:latin typeface="Amazon Ember Display" panose="020F0603020204020204" pitchFamily="34" charset="0"/>
              </a:defRPr>
            </a:lvl1pPr>
          </a:lstStyle>
          <a:p>
            <a:fld id="{EB4B8DE2-A4E8-46E4-8BBF-D75455EFF32C}" type="slidenum">
              <a:rPr lang="en-US" smtClean="0"/>
              <a:pPr/>
              <a:t>‹#›</a:t>
            </a:fld>
            <a:endParaRPr lang="en-US" dirty="0"/>
          </a:p>
        </p:txBody>
      </p:sp>
      <p:sp>
        <p:nvSpPr>
          <p:cNvPr id="3" name="Text Placeholder 2">
            <a:extLst>
              <a:ext uri="{FF2B5EF4-FFF2-40B4-BE49-F238E27FC236}">
                <a16:creationId xmlns:a16="http://schemas.microsoft.com/office/drawing/2014/main" id="{687F0757-0A35-2523-9D3C-4010D62C72C6}"/>
              </a:ext>
            </a:extLst>
          </p:cNvPr>
          <p:cNvSpPr>
            <a:spLocks noGrp="1"/>
          </p:cNvSpPr>
          <p:nvPr>
            <p:ph type="body" idx="1"/>
          </p:nvPr>
        </p:nvSpPr>
        <p:spPr>
          <a:xfrm>
            <a:off x="407987" y="1376363"/>
            <a:ext cx="11449049" cy="2062103"/>
          </a:xfrm>
          <a:prstGeom prst="rect">
            <a:avLst/>
          </a:prstGeom>
        </p:spPr>
        <p:txBody>
          <a:bodyPr vert="horz" wrap="square" lIns="0" tIns="45720" rIns="0" bIns="45720" rtlCol="0">
            <a:sp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64748558"/>
      </p:ext>
    </p:extLst>
  </p:cSld>
  <p:clrMap bg1="dk1" tx1="lt1" bg2="dk2" tx2="lt2" accent1="accent1" accent2="accent2" accent3="accent3" accent4="accent4" accent5="accent5" accent6="accent6" hlink="hlink" folHlink="folHlink"/>
  <p:sldLayoutIdLst>
    <p:sldLayoutId id="2147483733" r:id="rId1"/>
    <p:sldLayoutId id="2147483735" r:id="rId2"/>
    <p:sldLayoutId id="2147483734" r:id="rId3"/>
    <p:sldLayoutId id="2147483736" r:id="rId4"/>
    <p:sldLayoutId id="2147483737" r:id="rId5"/>
    <p:sldLayoutId id="2147483738" r:id="rId6"/>
    <p:sldLayoutId id="2147483739" r:id="rId7"/>
    <p:sldLayoutId id="2147483740" r:id="rId8"/>
    <p:sldLayoutId id="2147483741" r:id="rId9"/>
    <p:sldLayoutId id="2147483742" r:id="rId10"/>
    <p:sldLayoutId id="2147483743" r:id="rId11"/>
    <p:sldLayoutId id="2147483744" r:id="rId12"/>
    <p:sldLayoutId id="2147483745" r:id="rId13"/>
    <p:sldLayoutId id="2147483746" r:id="rId14"/>
    <p:sldLayoutId id="2147483747" r:id="rId15"/>
    <p:sldLayoutId id="2147483748" r:id="rId16"/>
    <p:sldLayoutId id="2147483749" r:id="rId17"/>
    <p:sldLayoutId id="2147483750" r:id="rId18"/>
    <p:sldLayoutId id="2147483751" r:id="rId19"/>
    <p:sldLayoutId id="2147483752" r:id="rId20"/>
    <p:sldLayoutId id="2147483753" r:id="rId21"/>
    <p:sldLayoutId id="2147483754" r:id="rId22"/>
    <p:sldLayoutId id="2147483755" r:id="rId23"/>
    <p:sldLayoutId id="2147483756" r:id="rId24"/>
    <p:sldLayoutId id="2147483757" r:id="rId25"/>
    <p:sldLayoutId id="2147483758" r:id="rId26"/>
    <p:sldLayoutId id="2147483759" r:id="rId27"/>
    <p:sldLayoutId id="2147483760" r:id="rId28"/>
    <p:sldLayoutId id="2147483761" r:id="rId29"/>
    <p:sldLayoutId id="2147483762" r:id="rId30"/>
    <p:sldLayoutId id="2147483764" r:id="rId31"/>
    <p:sldLayoutId id="2147483765" r:id="rId32"/>
    <p:sldLayoutId id="2147483766" r:id="rId33"/>
    <p:sldLayoutId id="2147483767" r:id="rId34"/>
    <p:sldLayoutId id="2147483768" r:id="rId35"/>
    <p:sldLayoutId id="2147483769" r:id="rId36"/>
    <p:sldLayoutId id="2147483770" r:id="rId37"/>
    <p:sldLayoutId id="2147483771" r:id="rId38"/>
    <p:sldLayoutId id="2147483772" r:id="rId39"/>
    <p:sldLayoutId id="2147483773" r:id="rId40"/>
    <p:sldLayoutId id="2147483774" r:id="rId41"/>
    <p:sldLayoutId id="2147483775" r:id="rId42"/>
    <p:sldLayoutId id="2147483776" r:id="rId43"/>
    <p:sldLayoutId id="2147483777" r:id="rId44"/>
    <p:sldLayoutId id="2147483778" r:id="rId45"/>
    <p:sldLayoutId id="2147483779" r:id="rId46"/>
    <p:sldLayoutId id="2147483780" r:id="rId47"/>
    <p:sldLayoutId id="2147483781" r:id="rId48"/>
    <p:sldLayoutId id="2147483782" r:id="rId49"/>
    <p:sldLayoutId id="2147483783" r:id="rId50"/>
    <p:sldLayoutId id="2147483784" r:id="rId51"/>
    <p:sldLayoutId id="2147483803" r:id="rId52"/>
  </p:sldLayoutIdLst>
  <p:hf hdr="0" ftr="0" dt="0"/>
  <p:txStyles>
    <p:titleStyle>
      <a:lvl1pPr algn="l" defTabSz="914400" rtl="0" eaLnBrk="1" latinLnBrk="0" hangingPunct="1">
        <a:lnSpc>
          <a:spcPct val="90000"/>
        </a:lnSpc>
        <a:spcBef>
          <a:spcPct val="0"/>
        </a:spcBef>
        <a:buNone/>
        <a:defRPr sz="4000" b="1" i="0" kern="1200" baseline="0">
          <a:solidFill>
            <a:schemeClr val="tx1"/>
          </a:solidFill>
          <a:latin typeface="Amazon Ember Display" panose="020F0603020204020204" pitchFamily="34" charset="0"/>
          <a:ea typeface="メイリオ" panose="020B0604030504040204" pitchFamily="34" charset="-128"/>
          <a:cs typeface="Amazon Ember Display" panose="020F0603020204020204" pitchFamily="34" charset="0"/>
        </a:defRPr>
      </a:lvl1pPr>
    </p:titleStyle>
    <p:bodyStyle>
      <a:lvl1pPr marL="349200" indent="-349200" algn="l" defTabSz="914400" rtl="0" eaLnBrk="1" latinLnBrk="0" hangingPunct="1">
        <a:lnSpc>
          <a:spcPct val="100000"/>
        </a:lnSpc>
        <a:spcBef>
          <a:spcPts val="0"/>
        </a:spcBef>
        <a:spcAft>
          <a:spcPts val="600"/>
        </a:spcAft>
        <a:buFont typeface="Arial" panose="020B0604020202020204" pitchFamily="34" charset="0"/>
        <a:buChar char="•"/>
        <a:defRPr sz="2400" b="0" i="0" kern="1200" baseline="0">
          <a:solidFill>
            <a:schemeClr val="tx1"/>
          </a:solidFill>
          <a:latin typeface="Amazon Ember Display" panose="020F0603020204020204" pitchFamily="34" charset="0"/>
          <a:ea typeface="メイリオ" panose="020B0604030504040204" pitchFamily="34" charset="-128"/>
          <a:cs typeface="Amazon Ember Display" panose="020F0603020204020204" pitchFamily="34" charset="0"/>
        </a:defRPr>
      </a:lvl1pPr>
      <a:lvl2pPr marL="630000" indent="-349200" algn="l" defTabSz="914400" rtl="0" eaLnBrk="1" latinLnBrk="0" hangingPunct="1">
        <a:lnSpc>
          <a:spcPct val="100000"/>
        </a:lnSpc>
        <a:spcBef>
          <a:spcPts val="0"/>
        </a:spcBef>
        <a:spcAft>
          <a:spcPts val="600"/>
        </a:spcAft>
        <a:buFont typeface="Arial" panose="020B0604020202020204" pitchFamily="34" charset="0"/>
        <a:buChar char="•"/>
        <a:defRPr sz="2400" b="0" i="0" kern="1200" baseline="0">
          <a:solidFill>
            <a:schemeClr val="tx1"/>
          </a:solidFill>
          <a:latin typeface="Amazon Ember Display" panose="020F0603020204020204" pitchFamily="34" charset="0"/>
          <a:ea typeface="メイリオ" panose="020B0604030504040204" pitchFamily="34" charset="-128"/>
          <a:cs typeface="Amazon Ember Display" panose="020F0603020204020204" pitchFamily="34" charset="0"/>
        </a:defRPr>
      </a:lvl2pPr>
      <a:lvl3pPr marL="972000" indent="-349200" algn="l" defTabSz="914400" rtl="0" eaLnBrk="1" latinLnBrk="0" hangingPunct="1">
        <a:lnSpc>
          <a:spcPct val="100000"/>
        </a:lnSpc>
        <a:spcBef>
          <a:spcPts val="0"/>
        </a:spcBef>
        <a:spcAft>
          <a:spcPts val="600"/>
        </a:spcAft>
        <a:buFont typeface="Arial" panose="020B0604020202020204" pitchFamily="34" charset="0"/>
        <a:buChar char="•"/>
        <a:defRPr sz="2000" b="0" i="0" kern="1200" baseline="0">
          <a:solidFill>
            <a:schemeClr val="tx1"/>
          </a:solidFill>
          <a:latin typeface="Amazon Ember Display" panose="020F0603020204020204" pitchFamily="34" charset="0"/>
          <a:ea typeface="メイリオ" panose="020B0604030504040204" pitchFamily="34" charset="-128"/>
          <a:cs typeface="Amazon Ember Display" panose="020F0603020204020204" pitchFamily="34" charset="0"/>
        </a:defRPr>
      </a:lvl3pPr>
      <a:lvl4pPr marL="1144800" indent="-349200" algn="l" defTabSz="914400" rtl="0" eaLnBrk="1" latinLnBrk="0" hangingPunct="1">
        <a:lnSpc>
          <a:spcPct val="100000"/>
        </a:lnSpc>
        <a:spcBef>
          <a:spcPts val="0"/>
        </a:spcBef>
        <a:spcAft>
          <a:spcPts val="600"/>
        </a:spcAft>
        <a:buFont typeface="Arial" panose="020B0604020202020204" pitchFamily="34" charset="0"/>
        <a:buChar char="•"/>
        <a:defRPr sz="1800" b="0" i="0" kern="1200" baseline="0">
          <a:solidFill>
            <a:schemeClr val="tx1"/>
          </a:solidFill>
          <a:latin typeface="Amazon Ember Display" panose="020F0603020204020204" pitchFamily="34" charset="0"/>
          <a:ea typeface="メイリオ" panose="020B0604030504040204" pitchFamily="34" charset="-128"/>
          <a:cs typeface="Amazon Ember Display" panose="020F0603020204020204" pitchFamily="34" charset="0"/>
        </a:defRPr>
      </a:lvl4pPr>
      <a:lvl5pPr marL="1317600" indent="-349200" algn="l" defTabSz="914400" rtl="0" eaLnBrk="1" latinLnBrk="0" hangingPunct="1">
        <a:lnSpc>
          <a:spcPct val="100000"/>
        </a:lnSpc>
        <a:spcBef>
          <a:spcPts val="0"/>
        </a:spcBef>
        <a:spcAft>
          <a:spcPts val="600"/>
        </a:spcAft>
        <a:buFont typeface="Arial" panose="020B0604020202020204" pitchFamily="34" charset="0"/>
        <a:buChar char="•"/>
        <a:defRPr sz="1800" b="0" i="0" kern="1200" baseline="0">
          <a:solidFill>
            <a:schemeClr val="tx1"/>
          </a:solidFill>
          <a:latin typeface="Amazon Ember Display" panose="020F0603020204020204" pitchFamily="34" charset="0"/>
          <a:ea typeface="メイリオ" panose="020B0604030504040204" pitchFamily="34" charset="-128"/>
          <a:cs typeface="Amazon Ember Display" panose="020F0603020204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906" userDrawn="1">
          <p15:clr>
            <a:srgbClr val="F26B43"/>
          </p15:clr>
        </p15:guide>
        <p15:guide id="3" pos="257" userDrawn="1">
          <p15:clr>
            <a:srgbClr val="F26B43"/>
          </p15:clr>
        </p15:guide>
        <p15:guide id="4" pos="7469" userDrawn="1">
          <p15:clr>
            <a:srgbClr val="F26B43"/>
          </p15:clr>
        </p15:guide>
        <p15:guide id="5" orient="horz" pos="187" userDrawn="1">
          <p15:clr>
            <a:srgbClr val="F26B43"/>
          </p15:clr>
        </p15:guide>
        <p15:guide id="6" orient="horz" pos="572" userDrawn="1">
          <p15:clr>
            <a:srgbClr val="F26B43"/>
          </p15:clr>
        </p15:guide>
        <p15:guide id="7" orient="horz" pos="867"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8" Type="http://schemas.openxmlformats.org/officeDocument/2006/relationships/image" Target="../media/image52.svg"/><Relationship Id="rId13" Type="http://schemas.openxmlformats.org/officeDocument/2006/relationships/image" Target="../media/image57.png"/><Relationship Id="rId18" Type="http://schemas.openxmlformats.org/officeDocument/2006/relationships/image" Target="../media/image62.svg"/><Relationship Id="rId3" Type="http://schemas.openxmlformats.org/officeDocument/2006/relationships/image" Target="../media/image47.png"/><Relationship Id="rId21" Type="http://schemas.openxmlformats.org/officeDocument/2006/relationships/image" Target="../media/image65.svg"/><Relationship Id="rId7" Type="http://schemas.openxmlformats.org/officeDocument/2006/relationships/image" Target="../media/image51.png"/><Relationship Id="rId12" Type="http://schemas.openxmlformats.org/officeDocument/2006/relationships/image" Target="../media/image56.svg"/><Relationship Id="rId17" Type="http://schemas.openxmlformats.org/officeDocument/2006/relationships/image" Target="../media/image61.png"/><Relationship Id="rId2" Type="http://schemas.openxmlformats.org/officeDocument/2006/relationships/notesSlide" Target="../notesSlides/notesSlide1.xml"/><Relationship Id="rId16" Type="http://schemas.openxmlformats.org/officeDocument/2006/relationships/image" Target="../media/image60.svg"/><Relationship Id="rId20" Type="http://schemas.openxmlformats.org/officeDocument/2006/relationships/image" Target="../media/image64.png"/><Relationship Id="rId1" Type="http://schemas.openxmlformats.org/officeDocument/2006/relationships/slideLayout" Target="../slideLayouts/slideLayout78.xml"/><Relationship Id="rId6" Type="http://schemas.openxmlformats.org/officeDocument/2006/relationships/image" Target="../media/image50.svg"/><Relationship Id="rId11" Type="http://schemas.openxmlformats.org/officeDocument/2006/relationships/image" Target="../media/image55.png"/><Relationship Id="rId5" Type="http://schemas.openxmlformats.org/officeDocument/2006/relationships/image" Target="../media/image49.png"/><Relationship Id="rId15" Type="http://schemas.openxmlformats.org/officeDocument/2006/relationships/image" Target="../media/image59.png"/><Relationship Id="rId10" Type="http://schemas.openxmlformats.org/officeDocument/2006/relationships/image" Target="../media/image54.svg"/><Relationship Id="rId19" Type="http://schemas.openxmlformats.org/officeDocument/2006/relationships/image" Target="../media/image63.png"/><Relationship Id="rId4" Type="http://schemas.openxmlformats.org/officeDocument/2006/relationships/image" Target="../media/image48.png"/><Relationship Id="rId9" Type="http://schemas.openxmlformats.org/officeDocument/2006/relationships/image" Target="../media/image53.png"/><Relationship Id="rId14" Type="http://schemas.openxmlformats.org/officeDocument/2006/relationships/image" Target="../media/image58.svg"/></Relationships>
</file>

<file path=ppt/slides/_rels/slide4.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notesSlide" Target="../notesSlides/notesSlide2.xml"/><Relationship Id="rId1" Type="http://schemas.openxmlformats.org/officeDocument/2006/relationships/slideLayout" Target="../slideLayouts/slideLayout78.xml"/></Relationships>
</file>

<file path=ppt/slides/_rels/slide5.xml.rels><?xml version="1.0" encoding="UTF-8" standalone="yes"?>
<Relationships xmlns="http://schemas.openxmlformats.org/package/2006/relationships"><Relationship Id="rId8" Type="http://schemas.openxmlformats.org/officeDocument/2006/relationships/image" Target="../media/image71.svg"/><Relationship Id="rId13" Type="http://schemas.openxmlformats.org/officeDocument/2006/relationships/image" Target="../media/image76.png"/><Relationship Id="rId3" Type="http://schemas.openxmlformats.org/officeDocument/2006/relationships/image" Target="../media/image67.png"/><Relationship Id="rId7" Type="http://schemas.openxmlformats.org/officeDocument/2006/relationships/image" Target="../media/image70.png"/><Relationship Id="rId12" Type="http://schemas.openxmlformats.org/officeDocument/2006/relationships/image" Target="../media/image75.png"/><Relationship Id="rId2" Type="http://schemas.openxmlformats.org/officeDocument/2006/relationships/notesSlide" Target="../notesSlides/notesSlide3.xml"/><Relationship Id="rId1" Type="http://schemas.openxmlformats.org/officeDocument/2006/relationships/slideLayout" Target="../slideLayouts/slideLayout78.xml"/><Relationship Id="rId6" Type="http://schemas.openxmlformats.org/officeDocument/2006/relationships/image" Target="../media/image69.emf"/><Relationship Id="rId11" Type="http://schemas.openxmlformats.org/officeDocument/2006/relationships/image" Target="../media/image74.emf"/><Relationship Id="rId5" Type="http://schemas.microsoft.com/office/2007/relationships/hdphoto" Target="../media/hdphoto1.wdp"/><Relationship Id="rId15" Type="http://schemas.openxmlformats.org/officeDocument/2006/relationships/image" Target="../media/image78.png"/><Relationship Id="rId10" Type="http://schemas.openxmlformats.org/officeDocument/2006/relationships/image" Target="../media/image73.png"/><Relationship Id="rId4" Type="http://schemas.openxmlformats.org/officeDocument/2006/relationships/image" Target="../media/image68.png"/><Relationship Id="rId9" Type="http://schemas.openxmlformats.org/officeDocument/2006/relationships/image" Target="../media/image72.emf"/><Relationship Id="rId14" Type="http://schemas.openxmlformats.org/officeDocument/2006/relationships/image" Target="../media/image77.svg"/></Relationships>
</file>

<file path=ppt/slides/_rels/slide6.xml.rels><?xml version="1.0" encoding="UTF-8" standalone="yes"?>
<Relationships xmlns="http://schemas.openxmlformats.org/package/2006/relationships"><Relationship Id="rId8" Type="http://schemas.openxmlformats.org/officeDocument/2006/relationships/image" Target="../media/image84.svg"/><Relationship Id="rId3" Type="http://schemas.openxmlformats.org/officeDocument/2006/relationships/image" Target="../media/image79.png"/><Relationship Id="rId7" Type="http://schemas.openxmlformats.org/officeDocument/2006/relationships/image" Target="../media/image83.png"/><Relationship Id="rId12" Type="http://schemas.openxmlformats.org/officeDocument/2006/relationships/image" Target="../media/image88.svg"/><Relationship Id="rId2" Type="http://schemas.openxmlformats.org/officeDocument/2006/relationships/notesSlide" Target="../notesSlides/notesSlide4.xml"/><Relationship Id="rId1" Type="http://schemas.openxmlformats.org/officeDocument/2006/relationships/slideLayout" Target="../slideLayouts/slideLayout78.xml"/><Relationship Id="rId6" Type="http://schemas.openxmlformats.org/officeDocument/2006/relationships/image" Target="../media/image82.svg"/><Relationship Id="rId11" Type="http://schemas.openxmlformats.org/officeDocument/2006/relationships/image" Target="../media/image87.png"/><Relationship Id="rId5" Type="http://schemas.openxmlformats.org/officeDocument/2006/relationships/image" Target="../media/image81.png"/><Relationship Id="rId10" Type="http://schemas.openxmlformats.org/officeDocument/2006/relationships/image" Target="../media/image86.svg"/><Relationship Id="rId4" Type="http://schemas.openxmlformats.org/officeDocument/2006/relationships/image" Target="../media/image80.svg"/><Relationship Id="rId9" Type="http://schemas.openxmlformats.org/officeDocument/2006/relationships/image" Target="../media/image85.png"/></Relationships>
</file>

<file path=ppt/slides/_rels/slide7.xml.rels><?xml version="1.0" encoding="UTF-8" standalone="yes"?>
<Relationships xmlns="http://schemas.openxmlformats.org/package/2006/relationships"><Relationship Id="rId2" Type="http://schemas.openxmlformats.org/officeDocument/2006/relationships/image" Target="../media/image89.png"/><Relationship Id="rId1" Type="http://schemas.openxmlformats.org/officeDocument/2006/relationships/slideLayout" Target="../slideLayouts/slideLayout120.xml"/></Relationships>
</file>

<file path=ppt/slides/_rels/slide8.xml.rels><?xml version="1.0" encoding="UTF-8" standalone="yes"?>
<Relationships xmlns="http://schemas.openxmlformats.org/package/2006/relationships"><Relationship Id="rId3" Type="http://schemas.openxmlformats.org/officeDocument/2006/relationships/image" Target="../media/image91.svg"/><Relationship Id="rId2" Type="http://schemas.openxmlformats.org/officeDocument/2006/relationships/image" Target="../media/image90.png"/><Relationship Id="rId1" Type="http://schemas.openxmlformats.org/officeDocument/2006/relationships/slideLayout" Target="../slideLayouts/slideLayout120.xml"/><Relationship Id="rId5" Type="http://schemas.openxmlformats.org/officeDocument/2006/relationships/image" Target="../media/image65.svg"/><Relationship Id="rId4" Type="http://schemas.openxmlformats.org/officeDocument/2006/relationships/image" Target="../media/image64.png"/></Relationships>
</file>

<file path=ppt/slides/_rels/slide9.xml.rels><?xml version="1.0" encoding="UTF-8" standalone="yes"?>
<Relationships xmlns="http://schemas.openxmlformats.org/package/2006/relationships"><Relationship Id="rId8" Type="http://schemas.openxmlformats.org/officeDocument/2006/relationships/image" Target="../media/image95.svg"/><Relationship Id="rId3" Type="http://schemas.openxmlformats.org/officeDocument/2006/relationships/image" Target="../media/image92.png"/><Relationship Id="rId7" Type="http://schemas.openxmlformats.org/officeDocument/2006/relationships/image" Target="../media/image94.png"/><Relationship Id="rId2" Type="http://schemas.openxmlformats.org/officeDocument/2006/relationships/notesSlide" Target="../notesSlides/notesSlide5.xml"/><Relationship Id="rId1" Type="http://schemas.openxmlformats.org/officeDocument/2006/relationships/slideLayout" Target="../slideLayouts/slideLayout78.xml"/><Relationship Id="rId6" Type="http://schemas.openxmlformats.org/officeDocument/2006/relationships/image" Target="../media/image91.svg"/><Relationship Id="rId5" Type="http://schemas.openxmlformats.org/officeDocument/2006/relationships/image" Target="../media/image90.png"/><Relationship Id="rId4" Type="http://schemas.openxmlformats.org/officeDocument/2006/relationships/image" Target="../media/image93.svg"/></Relationships>
</file>

<file path=ppt/slides/_rels/slide10.xml.rels><?xml version="1.0" encoding="UTF-8" standalone="yes"?>
<Relationships xmlns="http://schemas.openxmlformats.org/package/2006/relationships"><Relationship Id="rId8" Type="http://schemas.openxmlformats.org/officeDocument/2006/relationships/image" Target="../media/image93.svg"/><Relationship Id="rId13" Type="http://schemas.openxmlformats.org/officeDocument/2006/relationships/image" Target="../media/image102.png"/><Relationship Id="rId3" Type="http://schemas.openxmlformats.org/officeDocument/2006/relationships/image" Target="../media/image96.png"/><Relationship Id="rId7" Type="http://schemas.openxmlformats.org/officeDocument/2006/relationships/image" Target="../media/image92.png"/><Relationship Id="rId12" Type="http://schemas.openxmlformats.org/officeDocument/2006/relationships/image" Target="../media/image101.svg"/><Relationship Id="rId2" Type="http://schemas.openxmlformats.org/officeDocument/2006/relationships/notesSlide" Target="../notesSlides/notesSlide6.xml"/><Relationship Id="rId1" Type="http://schemas.openxmlformats.org/officeDocument/2006/relationships/slideLayout" Target="../slideLayouts/slideLayout78.xml"/><Relationship Id="rId6" Type="http://schemas.openxmlformats.org/officeDocument/2006/relationships/image" Target="../media/image99.svg"/><Relationship Id="rId11" Type="http://schemas.openxmlformats.org/officeDocument/2006/relationships/image" Target="../media/image100.png"/><Relationship Id="rId5" Type="http://schemas.openxmlformats.org/officeDocument/2006/relationships/image" Target="../media/image98.png"/><Relationship Id="rId10" Type="http://schemas.openxmlformats.org/officeDocument/2006/relationships/image" Target="../media/image95.svg"/><Relationship Id="rId4" Type="http://schemas.openxmlformats.org/officeDocument/2006/relationships/image" Target="../media/image97.svg"/><Relationship Id="rId9" Type="http://schemas.openxmlformats.org/officeDocument/2006/relationships/image" Target="../media/image94.png"/><Relationship Id="rId14" Type="http://schemas.openxmlformats.org/officeDocument/2006/relationships/image" Target="../media/image103.svg"/></Relationships>
</file>

<file path=ppt/slides/_rels/slide11.xml.rels><?xml version="1.0" encoding="UTF-8" standalone="yes"?>
<Relationships xmlns="http://schemas.openxmlformats.org/package/2006/relationships"><Relationship Id="rId8" Type="http://schemas.openxmlformats.org/officeDocument/2006/relationships/image" Target="../media/image107.png"/><Relationship Id="rId13" Type="http://schemas.openxmlformats.org/officeDocument/2006/relationships/image" Target="../media/image99.svg"/><Relationship Id="rId3" Type="http://schemas.openxmlformats.org/officeDocument/2006/relationships/image" Target="../media/image94.png"/><Relationship Id="rId7" Type="http://schemas.openxmlformats.org/officeDocument/2006/relationships/image" Target="../media/image106.svg"/><Relationship Id="rId12" Type="http://schemas.openxmlformats.org/officeDocument/2006/relationships/image" Target="../media/image98.png"/><Relationship Id="rId2" Type="http://schemas.openxmlformats.org/officeDocument/2006/relationships/notesSlide" Target="../notesSlides/notesSlide7.xml"/><Relationship Id="rId1" Type="http://schemas.openxmlformats.org/officeDocument/2006/relationships/slideLayout" Target="../slideLayouts/slideLayout78.xml"/><Relationship Id="rId6" Type="http://schemas.openxmlformats.org/officeDocument/2006/relationships/image" Target="../media/image105.png"/><Relationship Id="rId11" Type="http://schemas.openxmlformats.org/officeDocument/2006/relationships/image" Target="../media/image97.svg"/><Relationship Id="rId5" Type="http://schemas.openxmlformats.org/officeDocument/2006/relationships/image" Target="../media/image104.png"/><Relationship Id="rId15" Type="http://schemas.openxmlformats.org/officeDocument/2006/relationships/image" Target="../media/image65.svg"/><Relationship Id="rId10" Type="http://schemas.openxmlformats.org/officeDocument/2006/relationships/image" Target="../media/image96.png"/><Relationship Id="rId4" Type="http://schemas.openxmlformats.org/officeDocument/2006/relationships/image" Target="../media/image95.svg"/><Relationship Id="rId9" Type="http://schemas.openxmlformats.org/officeDocument/2006/relationships/image" Target="../media/image108.svg"/><Relationship Id="rId14" Type="http://schemas.openxmlformats.org/officeDocument/2006/relationships/image" Target="../media/image6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タイトル 5">
            <a:extLst>
              <a:ext uri="{FF2B5EF4-FFF2-40B4-BE49-F238E27FC236}">
                <a16:creationId xmlns:a16="http://schemas.microsoft.com/office/drawing/2014/main" id="{E4EBAD85-4AA2-6447-29F0-2FB29467C507}"/>
              </a:ext>
            </a:extLst>
          </p:cNvPr>
          <p:cNvSpPr>
            <a:spLocks noGrp="1"/>
          </p:cNvSpPr>
          <p:nvPr>
            <p:ph type="ctrTitle"/>
          </p:nvPr>
        </p:nvSpPr>
        <p:spPr>
          <a:xfrm>
            <a:off x="495002" y="1934028"/>
            <a:ext cx="8577977" cy="1850481"/>
          </a:xfrm>
        </p:spPr>
        <p:txBody>
          <a:bodyPr/>
          <a:lstStyle/>
          <a:p>
            <a:r>
              <a:rPr lang="ja-JP" altLang="en-US"/>
              <a:t>第</a:t>
            </a:r>
            <a:r>
              <a:rPr lang="en-US" altLang="ja-JP" dirty="0"/>
              <a:t> 2 </a:t>
            </a:r>
            <a:r>
              <a:rPr lang="ja-JP" altLang="en-US"/>
              <a:t>回生成</a:t>
            </a:r>
            <a:r>
              <a:rPr lang="en-US" altLang="ja-JP" dirty="0"/>
              <a:t> AI </a:t>
            </a:r>
            <a:r>
              <a:rPr lang="ja-JP" altLang="en-US"/>
              <a:t>勉強会</a:t>
            </a:r>
            <a:br>
              <a:rPr lang="en-US" altLang="ja-JP" dirty="0"/>
            </a:br>
            <a:r>
              <a:rPr lang="en-US" altLang="ja-JP" dirty="0"/>
              <a:t>Amazon Bedrock</a:t>
            </a:r>
            <a:br>
              <a:rPr lang="en-US" altLang="ja-JP" dirty="0"/>
            </a:br>
            <a:r>
              <a:rPr lang="ja-JP" altLang="en-US"/>
              <a:t>ハンズオン</a:t>
            </a:r>
          </a:p>
        </p:txBody>
      </p:sp>
      <p:sp>
        <p:nvSpPr>
          <p:cNvPr id="7" name="字幕 6">
            <a:extLst>
              <a:ext uri="{FF2B5EF4-FFF2-40B4-BE49-F238E27FC236}">
                <a16:creationId xmlns:a16="http://schemas.microsoft.com/office/drawing/2014/main" id="{B2C64179-3CC4-6ED6-2B59-DBD66332925F}"/>
              </a:ext>
            </a:extLst>
          </p:cNvPr>
          <p:cNvSpPr>
            <a:spLocks noGrp="1"/>
          </p:cNvSpPr>
          <p:nvPr>
            <p:ph type="subTitle" idx="1"/>
          </p:nvPr>
        </p:nvSpPr>
        <p:spPr/>
        <p:txBody>
          <a:bodyPr/>
          <a:lstStyle/>
          <a:p>
            <a:endParaRPr lang="ja-JP" altLang="en-US"/>
          </a:p>
        </p:txBody>
      </p:sp>
      <p:sp>
        <p:nvSpPr>
          <p:cNvPr id="9" name="テキスト プレースホルダー 8">
            <a:extLst>
              <a:ext uri="{FF2B5EF4-FFF2-40B4-BE49-F238E27FC236}">
                <a16:creationId xmlns:a16="http://schemas.microsoft.com/office/drawing/2014/main" id="{5D25B312-C2AD-01BA-14A8-0311788340A9}"/>
              </a:ext>
            </a:extLst>
          </p:cNvPr>
          <p:cNvSpPr>
            <a:spLocks noGrp="1"/>
          </p:cNvSpPr>
          <p:nvPr>
            <p:ph type="body" sz="quarter" idx="11"/>
          </p:nvPr>
        </p:nvSpPr>
        <p:spPr>
          <a:xfrm>
            <a:off x="609598" y="5261981"/>
            <a:ext cx="3797302" cy="415242"/>
          </a:xfrm>
        </p:spPr>
        <p:txBody>
          <a:bodyPr/>
          <a:lstStyle/>
          <a:p>
            <a:r>
              <a:rPr lang="en-US" altLang="ja-JP" dirty="0"/>
              <a:t>Hayate Ouchi</a:t>
            </a:r>
            <a:endParaRPr lang="ja-JP" altLang="en-US"/>
          </a:p>
        </p:txBody>
      </p:sp>
      <p:sp>
        <p:nvSpPr>
          <p:cNvPr id="8" name="テキスト プレースホルダー 7">
            <a:extLst>
              <a:ext uri="{FF2B5EF4-FFF2-40B4-BE49-F238E27FC236}">
                <a16:creationId xmlns:a16="http://schemas.microsoft.com/office/drawing/2014/main" id="{416E8475-67F1-7374-8987-A33B578C34F3}"/>
              </a:ext>
            </a:extLst>
          </p:cNvPr>
          <p:cNvSpPr>
            <a:spLocks noGrp="1"/>
          </p:cNvSpPr>
          <p:nvPr>
            <p:ph type="body" sz="quarter" idx="10"/>
          </p:nvPr>
        </p:nvSpPr>
        <p:spPr>
          <a:xfrm>
            <a:off x="609598" y="332014"/>
            <a:ext cx="6477002" cy="253787"/>
          </a:xfrm>
        </p:spPr>
        <p:txBody>
          <a:bodyPr/>
          <a:lstStyle/>
          <a:p>
            <a:endParaRPr lang="ja-JP" altLang="en-US"/>
          </a:p>
        </p:txBody>
      </p:sp>
      <p:sp>
        <p:nvSpPr>
          <p:cNvPr id="10" name="テキスト プレースホルダー 9">
            <a:extLst>
              <a:ext uri="{FF2B5EF4-FFF2-40B4-BE49-F238E27FC236}">
                <a16:creationId xmlns:a16="http://schemas.microsoft.com/office/drawing/2014/main" id="{F796F343-67FB-24C0-FEBD-F205DC87C693}"/>
              </a:ext>
            </a:extLst>
          </p:cNvPr>
          <p:cNvSpPr>
            <a:spLocks noGrp="1"/>
          </p:cNvSpPr>
          <p:nvPr>
            <p:ph type="body" sz="quarter" idx="12"/>
          </p:nvPr>
        </p:nvSpPr>
        <p:spPr>
          <a:xfrm>
            <a:off x="609598" y="5674769"/>
            <a:ext cx="3797302" cy="736933"/>
          </a:xfrm>
        </p:spPr>
        <p:txBody>
          <a:bodyPr/>
          <a:lstStyle/>
          <a:p>
            <a:r>
              <a:rPr lang="en-US" altLang="ja-JP" dirty="0"/>
              <a:t>Solutions Architect</a:t>
            </a:r>
          </a:p>
          <a:p>
            <a:r>
              <a:rPr lang="en-US" altLang="ja-JP" dirty="0"/>
              <a:t>Amazon Web Services, Inc.</a:t>
            </a:r>
            <a:endParaRPr lang="ja-JP" altLang="en-US"/>
          </a:p>
        </p:txBody>
      </p:sp>
      <p:sp>
        <p:nvSpPr>
          <p:cNvPr id="2" name="スライド番号プレースホルダー 1">
            <a:extLst>
              <a:ext uri="{FF2B5EF4-FFF2-40B4-BE49-F238E27FC236}">
                <a16:creationId xmlns:a16="http://schemas.microsoft.com/office/drawing/2014/main" id="{B9B23C9D-6779-6373-B4F7-C0BC1C3AB43A}"/>
              </a:ext>
            </a:extLst>
          </p:cNvPr>
          <p:cNvSpPr>
            <a:spLocks noGrp="1"/>
          </p:cNvSpPr>
          <p:nvPr>
            <p:ph type="sldNum" sz="quarter" idx="4294967295"/>
          </p:nvPr>
        </p:nvSpPr>
        <p:spPr>
          <a:xfrm>
            <a:off x="9448800" y="6210300"/>
            <a:ext cx="2743200" cy="365125"/>
          </a:xfrm>
        </p:spPr>
        <p:txBody>
          <a:bodyPr/>
          <a:lstStyle/>
          <a:p>
            <a:fld id="{EB4B8DE2-A4E8-46E4-8BBF-D75455EFF32C}" type="slidenum">
              <a:rPr lang="en-US" smtClean="0"/>
              <a:pPr/>
              <a:t>1</a:t>
            </a:fld>
            <a:endParaRPr lang="en-US" dirty="0"/>
          </a:p>
        </p:txBody>
      </p:sp>
    </p:spTree>
    <p:extLst>
      <p:ext uri="{BB962C8B-B14F-4D97-AF65-F5344CB8AC3E}">
        <p14:creationId xmlns:p14="http://schemas.microsoft.com/office/powerpoint/2010/main" val="14329414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番号プレースホルダー 1">
            <a:extLst>
              <a:ext uri="{FF2B5EF4-FFF2-40B4-BE49-F238E27FC236}">
                <a16:creationId xmlns:a16="http://schemas.microsoft.com/office/drawing/2014/main" id="{27B595C1-E8A6-8DED-0679-F03190B7C2F2}"/>
              </a:ext>
            </a:extLst>
          </p:cNvPr>
          <p:cNvSpPr>
            <a:spLocks noGrp="1"/>
          </p:cNvSpPr>
          <p:nvPr>
            <p:ph type="sldNum" sz="quarter" idx="12"/>
          </p:nvPr>
        </p:nvSpPr>
        <p:spPr/>
        <p:txBody>
          <a:bodyPr/>
          <a:lstStyle/>
          <a:p>
            <a:fld id="{EB4B8DE2-A4E8-46E4-8BBF-D75455EFF32C}" type="slidenum">
              <a:rPr lang="en-US" smtClean="0"/>
              <a:pPr/>
              <a:t>2</a:t>
            </a:fld>
            <a:endParaRPr lang="en-US" dirty="0"/>
          </a:p>
        </p:txBody>
      </p:sp>
      <p:sp>
        <p:nvSpPr>
          <p:cNvPr id="7" name="タイトル 6">
            <a:extLst>
              <a:ext uri="{FF2B5EF4-FFF2-40B4-BE49-F238E27FC236}">
                <a16:creationId xmlns:a16="http://schemas.microsoft.com/office/drawing/2014/main" id="{CAF477C8-CA16-A37C-6A23-2F0A96903DF3}"/>
              </a:ext>
            </a:extLst>
          </p:cNvPr>
          <p:cNvSpPr>
            <a:spLocks noGrp="1"/>
          </p:cNvSpPr>
          <p:nvPr>
            <p:ph type="title"/>
          </p:nvPr>
        </p:nvSpPr>
        <p:spPr/>
        <p:txBody>
          <a:bodyPr/>
          <a:lstStyle/>
          <a:p>
            <a:r>
              <a:rPr lang="ja-JP" altLang="en-US"/>
              <a:t>アジェンダ</a:t>
            </a:r>
          </a:p>
        </p:txBody>
      </p:sp>
      <p:sp>
        <p:nvSpPr>
          <p:cNvPr id="8" name="テキスト プレースホルダー 7">
            <a:extLst>
              <a:ext uri="{FF2B5EF4-FFF2-40B4-BE49-F238E27FC236}">
                <a16:creationId xmlns:a16="http://schemas.microsoft.com/office/drawing/2014/main" id="{AAA12131-B892-1EF8-1CF4-EB39EA9C5DE8}"/>
              </a:ext>
            </a:extLst>
          </p:cNvPr>
          <p:cNvSpPr>
            <a:spLocks noGrp="1"/>
          </p:cNvSpPr>
          <p:nvPr>
            <p:ph type="body" sz="quarter" idx="13"/>
          </p:nvPr>
        </p:nvSpPr>
        <p:spPr/>
        <p:txBody>
          <a:bodyPr/>
          <a:lstStyle/>
          <a:p>
            <a:endParaRPr lang="ja-JP" altLang="en-US"/>
          </a:p>
        </p:txBody>
      </p:sp>
      <p:sp>
        <p:nvSpPr>
          <p:cNvPr id="9" name="コンテンツ プレースホルダー 8">
            <a:extLst>
              <a:ext uri="{FF2B5EF4-FFF2-40B4-BE49-F238E27FC236}">
                <a16:creationId xmlns:a16="http://schemas.microsoft.com/office/drawing/2014/main" id="{82E7AA5A-447F-1572-FC4E-01FC29D0526E}"/>
              </a:ext>
            </a:extLst>
          </p:cNvPr>
          <p:cNvSpPr>
            <a:spLocks noGrp="1"/>
          </p:cNvSpPr>
          <p:nvPr>
            <p:ph sz="quarter" idx="14"/>
          </p:nvPr>
        </p:nvSpPr>
        <p:spPr>
          <a:xfrm>
            <a:off x="439837" y="1532391"/>
            <a:ext cx="11417200" cy="3280642"/>
          </a:xfrm>
        </p:spPr>
        <p:txBody>
          <a:bodyPr/>
          <a:lstStyle/>
          <a:p>
            <a:r>
              <a:rPr lang="ja-JP" altLang="en-US"/>
              <a:t>本日登場する</a:t>
            </a:r>
            <a:r>
              <a:rPr lang="en-US" altLang="ja-JP" dirty="0"/>
              <a:t> AWS </a:t>
            </a:r>
            <a:r>
              <a:rPr lang="ja-JP" altLang="en-US"/>
              <a:t>サービスご紹介</a:t>
            </a:r>
            <a:endParaRPr lang="en-US" altLang="ja-JP" dirty="0"/>
          </a:p>
          <a:p>
            <a:r>
              <a:rPr lang="ja-JP" altLang="en-US"/>
              <a:t>ガードレール構築</a:t>
            </a:r>
            <a:endParaRPr lang="en-US" altLang="ja-JP" dirty="0"/>
          </a:p>
          <a:p>
            <a:r>
              <a:rPr lang="ja-JP" altLang="en-US"/>
              <a:t>フロントエンドのデプロイ</a:t>
            </a:r>
            <a:endParaRPr lang="en-US" altLang="ja-JP" dirty="0"/>
          </a:p>
          <a:p>
            <a:r>
              <a:rPr lang="ja-JP" altLang="en-US"/>
              <a:t>生成</a:t>
            </a:r>
            <a:r>
              <a:rPr lang="en-US" altLang="ja-JP" dirty="0"/>
              <a:t> AI </a:t>
            </a:r>
            <a:r>
              <a:rPr lang="ja-JP" altLang="en-US"/>
              <a:t>チャットのためのバックエンドの準備</a:t>
            </a:r>
            <a:endParaRPr lang="en-US" altLang="ja-JP" dirty="0"/>
          </a:p>
          <a:p>
            <a:r>
              <a:rPr lang="en-US" altLang="ja-JP" dirty="0"/>
              <a:t>RAG </a:t>
            </a:r>
            <a:r>
              <a:rPr lang="ja-JP" altLang="en-US"/>
              <a:t>作成</a:t>
            </a:r>
            <a:endParaRPr lang="en-US" altLang="ja-JP" dirty="0"/>
          </a:p>
          <a:p>
            <a:endParaRPr lang="en-US" altLang="ja-JP" dirty="0"/>
          </a:p>
        </p:txBody>
      </p:sp>
    </p:spTree>
    <p:extLst>
      <p:ext uri="{BB962C8B-B14F-4D97-AF65-F5344CB8AC3E}">
        <p14:creationId xmlns:p14="http://schemas.microsoft.com/office/powerpoint/2010/main" val="34328145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0B7FA7A-EE09-0746-B938-5DFA4AEEC410}"/>
              </a:ext>
            </a:extLst>
          </p:cNvPr>
          <p:cNvSpPr>
            <a:spLocks noGrp="1"/>
          </p:cNvSpPr>
          <p:nvPr>
            <p:ph type="title"/>
          </p:nvPr>
        </p:nvSpPr>
        <p:spPr/>
        <p:txBody>
          <a:bodyPr/>
          <a:lstStyle/>
          <a:p>
            <a:r>
              <a:rPr lang="en-US" altLang="ja-JP" dirty="0"/>
              <a:t>AWS </a:t>
            </a:r>
            <a:r>
              <a:rPr lang="ja-JP" altLang="en-US"/>
              <a:t>の生成 </a:t>
            </a:r>
            <a:r>
              <a:rPr lang="en-US" altLang="ja-JP" dirty="0"/>
              <a:t>AI </a:t>
            </a:r>
            <a:r>
              <a:rPr lang="ja-JP" altLang="en-US"/>
              <a:t>スタック</a:t>
            </a:r>
            <a:endParaRPr lang="ja-JP" altLang="en-US" dirty="0"/>
          </a:p>
        </p:txBody>
      </p:sp>
      <p:pic>
        <p:nvPicPr>
          <p:cNvPr id="9" name="Picture 2">
            <a:extLst>
              <a:ext uri="{FF2B5EF4-FFF2-40B4-BE49-F238E27FC236}">
                <a16:creationId xmlns:a16="http://schemas.microsoft.com/office/drawing/2014/main" id="{8C2AC6F2-484A-851E-817C-73125A505B57}"/>
              </a:ext>
            </a:extLst>
          </p:cNvPr>
          <p:cNvPicPr>
            <a:picLocks noChangeAspect="1"/>
          </p:cNvPicPr>
          <p:nvPr/>
        </p:nvPicPr>
        <p:blipFill>
          <a:blip r:embed="rId3">
            <a:alphaModFix amt="57000"/>
          </a:blip>
          <a:stretch>
            <a:fillRect/>
          </a:stretch>
        </p:blipFill>
        <p:spPr>
          <a:xfrm>
            <a:off x="289334" y="3758125"/>
            <a:ext cx="4115100" cy="2375319"/>
          </a:xfrm>
          <a:prstGeom prst="rect">
            <a:avLst/>
          </a:prstGeom>
        </p:spPr>
      </p:pic>
      <p:pic>
        <p:nvPicPr>
          <p:cNvPr id="10" name="Picture 3">
            <a:extLst>
              <a:ext uri="{FF2B5EF4-FFF2-40B4-BE49-F238E27FC236}">
                <a16:creationId xmlns:a16="http://schemas.microsoft.com/office/drawing/2014/main" id="{6D840D2D-DB83-B30C-D017-FCD794660F6C}"/>
              </a:ext>
            </a:extLst>
          </p:cNvPr>
          <p:cNvPicPr>
            <a:picLocks noChangeAspect="1"/>
          </p:cNvPicPr>
          <p:nvPr/>
        </p:nvPicPr>
        <p:blipFill>
          <a:blip r:embed="rId3">
            <a:alphaModFix amt="75000"/>
          </a:blip>
          <a:stretch>
            <a:fillRect/>
          </a:stretch>
        </p:blipFill>
        <p:spPr>
          <a:xfrm>
            <a:off x="289334" y="2483391"/>
            <a:ext cx="4115100" cy="2375319"/>
          </a:xfrm>
          <a:prstGeom prst="rect">
            <a:avLst/>
          </a:prstGeom>
        </p:spPr>
      </p:pic>
      <p:pic>
        <p:nvPicPr>
          <p:cNvPr id="11" name="Picture 4">
            <a:extLst>
              <a:ext uri="{FF2B5EF4-FFF2-40B4-BE49-F238E27FC236}">
                <a16:creationId xmlns:a16="http://schemas.microsoft.com/office/drawing/2014/main" id="{CECFCA8B-C129-D699-624B-79E378241BD3}"/>
              </a:ext>
            </a:extLst>
          </p:cNvPr>
          <p:cNvPicPr>
            <a:picLocks noChangeAspect="1"/>
          </p:cNvPicPr>
          <p:nvPr/>
        </p:nvPicPr>
        <p:blipFill>
          <a:blip r:embed="rId4">
            <a:alphaModFix amt="50000"/>
          </a:blip>
          <a:stretch>
            <a:fillRect/>
          </a:stretch>
        </p:blipFill>
        <p:spPr>
          <a:xfrm>
            <a:off x="253181" y="1181344"/>
            <a:ext cx="4172040" cy="2402633"/>
          </a:xfrm>
          <a:prstGeom prst="rect">
            <a:avLst/>
          </a:prstGeom>
        </p:spPr>
      </p:pic>
      <p:sp>
        <p:nvSpPr>
          <p:cNvPr id="12" name="TextBox 5">
            <a:extLst>
              <a:ext uri="{FF2B5EF4-FFF2-40B4-BE49-F238E27FC236}">
                <a16:creationId xmlns:a16="http://schemas.microsoft.com/office/drawing/2014/main" id="{CFCADCA3-3B7D-6C2F-7FD9-2C04C1119BC7}"/>
              </a:ext>
            </a:extLst>
          </p:cNvPr>
          <p:cNvSpPr txBox="1"/>
          <p:nvPr/>
        </p:nvSpPr>
        <p:spPr>
          <a:xfrm>
            <a:off x="4710512" y="1657412"/>
            <a:ext cx="7879405" cy="318100"/>
          </a:xfrm>
          <a:prstGeom prst="rect">
            <a:avLst/>
          </a:prstGeom>
          <a:noFill/>
        </p:spPr>
        <p:txBody>
          <a:bodyPr wrap="square" rtlCol="0">
            <a:spAutoFit/>
          </a:bodyPr>
          <a:lstStyle>
            <a:defPPr>
              <a:defRPr lang="en-US"/>
            </a:defPPr>
            <a:lvl1pPr marR="0" lvl="0" indent="0" defTabSz="634687" fontAlgn="auto">
              <a:lnSpc>
                <a:spcPct val="100000"/>
              </a:lnSpc>
              <a:spcBef>
                <a:spcPts val="0"/>
              </a:spcBef>
              <a:spcAft>
                <a:spcPts val="0"/>
              </a:spcAft>
              <a:buClrTx/>
              <a:buSzTx/>
              <a:buFontTx/>
              <a:buNone/>
              <a:tabLst/>
              <a:defRPr kumimoji="0" sz="1400" b="1" i="0" u="none" strike="noStrike" cap="none" spc="148" normalizeH="0" baseline="0">
                <a:ln>
                  <a:noFill/>
                </a:ln>
                <a:gradFill>
                  <a:gsLst>
                    <a:gs pos="0">
                      <a:srgbClr val="02FFA1"/>
                    </a:gs>
                    <a:gs pos="100000">
                      <a:srgbClr val="0095FF"/>
                    </a:gs>
                  </a:gsLst>
                  <a:lin ang="2700000" scaled="0"/>
                </a:gradFill>
                <a:effectLst/>
                <a:uLnTx/>
                <a:uFillTx/>
                <a:latin typeface="Amazon Ember Mono" panose="020B0509020204020204" pitchFamily="49" charset="0"/>
                <a:ea typeface="Amazon Ember Mono" panose="020B0509020204020204" pitchFamily="49" charset="0"/>
                <a:cs typeface="Amazon Ember Mono" panose="020B0509020204020204" pitchFamily="49" charset="0"/>
              </a:defRPr>
            </a:lvl1pPr>
          </a:lstStyle>
          <a:p>
            <a:r>
              <a:rPr lang="en-US" sz="1467" dirty="0" err="1">
                <a:latin typeface="+mn-ea"/>
                <a:ea typeface="+mn-ea"/>
              </a:rPr>
              <a:t>基盤モデルを活用したアプリケーション</a:t>
            </a:r>
            <a:endParaRPr lang="en-US" sz="1467" dirty="0">
              <a:latin typeface="+mn-ea"/>
              <a:ea typeface="+mn-ea"/>
            </a:endParaRPr>
          </a:p>
        </p:txBody>
      </p:sp>
      <p:sp>
        <p:nvSpPr>
          <p:cNvPr id="13" name="TextBox 6">
            <a:extLst>
              <a:ext uri="{FF2B5EF4-FFF2-40B4-BE49-F238E27FC236}">
                <a16:creationId xmlns:a16="http://schemas.microsoft.com/office/drawing/2014/main" id="{9D183A7A-C954-0820-67C1-E25AD562094C}"/>
              </a:ext>
            </a:extLst>
          </p:cNvPr>
          <p:cNvSpPr txBox="1"/>
          <p:nvPr/>
        </p:nvSpPr>
        <p:spPr>
          <a:xfrm>
            <a:off x="4710512" y="3002899"/>
            <a:ext cx="6396080" cy="318100"/>
          </a:xfrm>
          <a:prstGeom prst="rect">
            <a:avLst/>
          </a:prstGeom>
          <a:noFill/>
        </p:spPr>
        <p:txBody>
          <a:bodyPr wrap="square" rtlCol="0">
            <a:spAutoFit/>
          </a:bodyPr>
          <a:lstStyle>
            <a:defPPr>
              <a:defRPr lang="en-US"/>
            </a:defPPr>
            <a:lvl1pPr marR="0" lvl="0" indent="0" defTabSz="634687" fontAlgn="auto">
              <a:lnSpc>
                <a:spcPct val="100000"/>
              </a:lnSpc>
              <a:spcBef>
                <a:spcPts val="0"/>
              </a:spcBef>
              <a:spcAft>
                <a:spcPts val="0"/>
              </a:spcAft>
              <a:buClrTx/>
              <a:buSzTx/>
              <a:buFontTx/>
              <a:buNone/>
              <a:tabLst/>
              <a:defRPr kumimoji="0" sz="2000" b="1" i="0" u="none" strike="noStrike" cap="none" spc="148" normalizeH="0" baseline="0">
                <a:ln>
                  <a:noFill/>
                </a:ln>
                <a:gradFill>
                  <a:gsLst>
                    <a:gs pos="0">
                      <a:srgbClr val="02FFA1"/>
                    </a:gs>
                    <a:gs pos="100000">
                      <a:srgbClr val="0095FF"/>
                    </a:gs>
                  </a:gsLst>
                  <a:lin ang="2700000" scaled="0"/>
                </a:gradFill>
                <a:effectLst/>
                <a:uLnTx/>
                <a:uFillTx/>
                <a:latin typeface="Amazon Ember Mono" panose="020B0509020204020204" pitchFamily="49" charset="0"/>
                <a:ea typeface="Amazon Ember Mono" panose="020B0509020204020204" pitchFamily="49" charset="0"/>
                <a:cs typeface="Amazon Ember Mono" panose="020B0509020204020204" pitchFamily="49" charset="0"/>
              </a:defRPr>
            </a:lvl1pPr>
          </a:lstStyle>
          <a:p>
            <a:r>
              <a:rPr lang="en-US" sz="1467" dirty="0" err="1">
                <a:latin typeface="+mn-ea"/>
                <a:ea typeface="+mn-ea"/>
              </a:rPr>
              <a:t>基盤モデルを使って構築するためのツール</a:t>
            </a:r>
            <a:endParaRPr lang="en-US" sz="1467" dirty="0">
              <a:latin typeface="+mn-ea"/>
              <a:ea typeface="+mn-ea"/>
            </a:endParaRPr>
          </a:p>
        </p:txBody>
      </p:sp>
      <p:cxnSp>
        <p:nvCxnSpPr>
          <p:cNvPr id="14" name="Straight Connector 16">
            <a:extLst>
              <a:ext uri="{FF2B5EF4-FFF2-40B4-BE49-F238E27FC236}">
                <a16:creationId xmlns:a16="http://schemas.microsoft.com/office/drawing/2014/main" id="{4BCD5992-0D4E-21B8-91BF-CB1ED888C40E}"/>
              </a:ext>
            </a:extLst>
          </p:cNvPr>
          <p:cNvCxnSpPr>
            <a:cxnSpLocks/>
          </p:cNvCxnSpPr>
          <p:nvPr/>
        </p:nvCxnSpPr>
        <p:spPr>
          <a:xfrm>
            <a:off x="3141584" y="2000452"/>
            <a:ext cx="8759171" cy="0"/>
          </a:xfrm>
          <a:prstGeom prst="line">
            <a:avLst/>
          </a:prstGeom>
          <a:ln w="38100" cap="rnd">
            <a:gradFill flip="none" rotWithShape="1">
              <a:gsLst>
                <a:gs pos="25000">
                  <a:schemeClr val="accent3">
                    <a:lumMod val="60000"/>
                    <a:lumOff val="40000"/>
                  </a:schemeClr>
                </a:gs>
                <a:gs pos="46000">
                  <a:schemeClr val="accent5"/>
                </a:gs>
                <a:gs pos="1000">
                  <a:schemeClr val="tx1">
                    <a:alpha val="0"/>
                  </a:schemeClr>
                </a:gs>
                <a:gs pos="7000">
                  <a:schemeClr val="tx2">
                    <a:lumMod val="50000"/>
                    <a:lumOff val="50000"/>
                  </a:schemeClr>
                </a:gs>
                <a:gs pos="100000">
                  <a:schemeClr val="tx1"/>
                </a:gs>
              </a:gsLst>
              <a:lin ang="0" scaled="1"/>
              <a:tileRect/>
            </a:gradFill>
            <a:prstDash val="sysDot"/>
          </a:ln>
        </p:spPr>
        <p:style>
          <a:lnRef idx="1">
            <a:schemeClr val="accent1"/>
          </a:lnRef>
          <a:fillRef idx="0">
            <a:schemeClr val="accent1"/>
          </a:fillRef>
          <a:effectRef idx="0">
            <a:schemeClr val="accent1"/>
          </a:effectRef>
          <a:fontRef idx="minor">
            <a:schemeClr val="tx1"/>
          </a:fontRef>
        </p:style>
      </p:cxnSp>
      <p:cxnSp>
        <p:nvCxnSpPr>
          <p:cNvPr id="15" name="Straight Connector 17">
            <a:extLst>
              <a:ext uri="{FF2B5EF4-FFF2-40B4-BE49-F238E27FC236}">
                <a16:creationId xmlns:a16="http://schemas.microsoft.com/office/drawing/2014/main" id="{F12594BD-EF8B-4BD3-E51E-A4626050AF55}"/>
              </a:ext>
            </a:extLst>
          </p:cNvPr>
          <p:cNvCxnSpPr>
            <a:cxnSpLocks/>
          </p:cNvCxnSpPr>
          <p:nvPr/>
        </p:nvCxnSpPr>
        <p:spPr>
          <a:xfrm>
            <a:off x="3141584" y="4824453"/>
            <a:ext cx="8759171" cy="0"/>
          </a:xfrm>
          <a:prstGeom prst="line">
            <a:avLst/>
          </a:prstGeom>
          <a:ln w="38100" cap="rnd">
            <a:gradFill flip="none" rotWithShape="1">
              <a:gsLst>
                <a:gs pos="25000">
                  <a:schemeClr val="accent3">
                    <a:lumMod val="60000"/>
                    <a:lumOff val="40000"/>
                  </a:schemeClr>
                </a:gs>
                <a:gs pos="46000">
                  <a:schemeClr val="accent5"/>
                </a:gs>
                <a:gs pos="1000">
                  <a:schemeClr val="tx1">
                    <a:alpha val="0"/>
                  </a:schemeClr>
                </a:gs>
                <a:gs pos="7000">
                  <a:schemeClr val="tx2">
                    <a:lumMod val="50000"/>
                    <a:lumOff val="50000"/>
                  </a:schemeClr>
                </a:gs>
                <a:gs pos="100000">
                  <a:schemeClr val="tx1"/>
                </a:gs>
              </a:gsLst>
              <a:lin ang="0" scaled="1"/>
              <a:tileRect/>
            </a:gradFill>
            <a:prstDash val="sysDot"/>
          </a:ln>
        </p:spPr>
        <p:style>
          <a:lnRef idx="1">
            <a:schemeClr val="accent1"/>
          </a:lnRef>
          <a:fillRef idx="0">
            <a:schemeClr val="accent1"/>
          </a:fillRef>
          <a:effectRef idx="0">
            <a:schemeClr val="accent1"/>
          </a:effectRef>
          <a:fontRef idx="minor">
            <a:schemeClr val="tx1"/>
          </a:fontRef>
        </p:style>
      </p:cxnSp>
      <p:cxnSp>
        <p:nvCxnSpPr>
          <p:cNvPr id="16" name="Straight Connector 18">
            <a:extLst>
              <a:ext uri="{FF2B5EF4-FFF2-40B4-BE49-F238E27FC236}">
                <a16:creationId xmlns:a16="http://schemas.microsoft.com/office/drawing/2014/main" id="{085D4521-FE99-7EDB-142D-2DA2928805B1}"/>
              </a:ext>
            </a:extLst>
          </p:cNvPr>
          <p:cNvCxnSpPr>
            <a:cxnSpLocks/>
          </p:cNvCxnSpPr>
          <p:nvPr/>
        </p:nvCxnSpPr>
        <p:spPr>
          <a:xfrm>
            <a:off x="3141584" y="3339823"/>
            <a:ext cx="8759171" cy="0"/>
          </a:xfrm>
          <a:prstGeom prst="line">
            <a:avLst/>
          </a:prstGeom>
          <a:ln w="38100" cap="rnd">
            <a:gradFill flip="none" rotWithShape="1">
              <a:gsLst>
                <a:gs pos="25000">
                  <a:schemeClr val="accent3">
                    <a:lumMod val="60000"/>
                    <a:lumOff val="40000"/>
                  </a:schemeClr>
                </a:gs>
                <a:gs pos="46000">
                  <a:schemeClr val="accent5"/>
                </a:gs>
                <a:gs pos="1000">
                  <a:schemeClr val="tx1">
                    <a:alpha val="0"/>
                  </a:schemeClr>
                </a:gs>
                <a:gs pos="7000">
                  <a:schemeClr val="tx2">
                    <a:lumMod val="50000"/>
                    <a:lumOff val="50000"/>
                  </a:schemeClr>
                </a:gs>
                <a:gs pos="100000">
                  <a:schemeClr val="tx1"/>
                </a:gs>
              </a:gsLst>
              <a:lin ang="0" scaled="1"/>
              <a:tileRect/>
            </a:gradFill>
            <a:prstDash val="sysDot"/>
          </a:ln>
        </p:spPr>
        <p:style>
          <a:lnRef idx="1">
            <a:schemeClr val="accent1"/>
          </a:lnRef>
          <a:fillRef idx="0">
            <a:schemeClr val="accent1"/>
          </a:fillRef>
          <a:effectRef idx="0">
            <a:schemeClr val="accent1"/>
          </a:effectRef>
          <a:fontRef idx="minor">
            <a:schemeClr val="tx1"/>
          </a:fontRef>
        </p:style>
      </p:cxnSp>
      <p:sp>
        <p:nvSpPr>
          <p:cNvPr id="17" name="TextBox 51">
            <a:extLst>
              <a:ext uri="{FF2B5EF4-FFF2-40B4-BE49-F238E27FC236}">
                <a16:creationId xmlns:a16="http://schemas.microsoft.com/office/drawing/2014/main" id="{A1EFF0E3-8824-E541-17DF-7D4E6F20E40E}"/>
              </a:ext>
            </a:extLst>
          </p:cNvPr>
          <p:cNvSpPr txBox="1"/>
          <p:nvPr/>
        </p:nvSpPr>
        <p:spPr>
          <a:xfrm>
            <a:off x="4710513" y="4470447"/>
            <a:ext cx="5330763" cy="318100"/>
          </a:xfrm>
          <a:prstGeom prst="rect">
            <a:avLst/>
          </a:prstGeom>
          <a:noFill/>
        </p:spPr>
        <p:txBody>
          <a:bodyPr wrap="square" rtlCol="0">
            <a:spAutoFit/>
          </a:bodyPr>
          <a:lstStyle>
            <a:defPPr>
              <a:defRPr lang="en-US"/>
            </a:defPPr>
            <a:lvl1pPr marR="0" lvl="0" indent="0" defTabSz="634687" fontAlgn="auto">
              <a:lnSpc>
                <a:spcPct val="100000"/>
              </a:lnSpc>
              <a:spcBef>
                <a:spcPts val="0"/>
              </a:spcBef>
              <a:spcAft>
                <a:spcPts val="0"/>
              </a:spcAft>
              <a:buClrTx/>
              <a:buSzTx/>
              <a:buFontTx/>
              <a:buNone/>
              <a:tabLst/>
              <a:defRPr kumimoji="0" sz="2000" b="1" i="0" u="none" strike="noStrike" cap="none" spc="148" normalizeH="0" baseline="0">
                <a:ln>
                  <a:noFill/>
                </a:ln>
                <a:gradFill>
                  <a:gsLst>
                    <a:gs pos="0">
                      <a:srgbClr val="02FFA1"/>
                    </a:gs>
                    <a:gs pos="100000">
                      <a:srgbClr val="0095FF"/>
                    </a:gs>
                  </a:gsLst>
                  <a:lin ang="2700000" scaled="0"/>
                </a:gradFill>
                <a:effectLst/>
                <a:uLnTx/>
                <a:uFillTx/>
                <a:latin typeface="Amazon Ember Mono" panose="020B0509020204020204" pitchFamily="49" charset="0"/>
                <a:ea typeface="Amazon Ember Mono" panose="020B0509020204020204" pitchFamily="49" charset="0"/>
                <a:cs typeface="Amazon Ember Mono" panose="020B0509020204020204" pitchFamily="49" charset="0"/>
              </a:defRPr>
            </a:lvl1pPr>
          </a:lstStyle>
          <a:p>
            <a:r>
              <a:rPr lang="en-US" sz="1467" dirty="0" err="1">
                <a:latin typeface="+mn-ea"/>
                <a:ea typeface="+mn-ea"/>
              </a:rPr>
              <a:t>トレーニングと推論のためのインフラストラクチャ</a:t>
            </a:r>
            <a:r>
              <a:rPr lang="en-US" sz="1467" dirty="0">
                <a:latin typeface="+mn-ea"/>
                <a:ea typeface="+mn-ea"/>
              </a:rPr>
              <a:t>ー</a:t>
            </a:r>
          </a:p>
        </p:txBody>
      </p:sp>
      <p:grpSp>
        <p:nvGrpSpPr>
          <p:cNvPr id="18" name="Group 103">
            <a:extLst>
              <a:ext uri="{FF2B5EF4-FFF2-40B4-BE49-F238E27FC236}">
                <a16:creationId xmlns:a16="http://schemas.microsoft.com/office/drawing/2014/main" id="{5D92D26F-E18D-5A0B-4C1A-A2AD1AA9F740}"/>
              </a:ext>
            </a:extLst>
          </p:cNvPr>
          <p:cNvGrpSpPr/>
          <p:nvPr/>
        </p:nvGrpSpPr>
        <p:grpSpPr>
          <a:xfrm>
            <a:off x="4805370" y="5000065"/>
            <a:ext cx="7525700" cy="910512"/>
            <a:chOff x="4002997" y="5166977"/>
            <a:chExt cx="6495233" cy="785840"/>
          </a:xfrm>
        </p:grpSpPr>
        <p:grpSp>
          <p:nvGrpSpPr>
            <p:cNvPr id="19" name="Group 104">
              <a:extLst>
                <a:ext uri="{FF2B5EF4-FFF2-40B4-BE49-F238E27FC236}">
                  <a16:creationId xmlns:a16="http://schemas.microsoft.com/office/drawing/2014/main" id="{2F5E41AA-8CFC-F317-36B9-85ADB3B19B13}"/>
                </a:ext>
              </a:extLst>
            </p:cNvPr>
            <p:cNvGrpSpPr/>
            <p:nvPr/>
          </p:nvGrpSpPr>
          <p:grpSpPr>
            <a:xfrm>
              <a:off x="4012307" y="5166977"/>
              <a:ext cx="5027739" cy="270901"/>
              <a:chOff x="10291093" y="5413638"/>
              <a:chExt cx="8484309" cy="457143"/>
            </a:xfrm>
          </p:grpSpPr>
          <p:sp>
            <p:nvSpPr>
              <p:cNvPr id="32" name="TextBox 117">
                <a:extLst>
                  <a:ext uri="{FF2B5EF4-FFF2-40B4-BE49-F238E27FC236}">
                    <a16:creationId xmlns:a16="http://schemas.microsoft.com/office/drawing/2014/main" id="{E182006E-2958-CE75-938C-703B049CFC39}"/>
                  </a:ext>
                </a:extLst>
              </p:cNvPr>
              <p:cNvSpPr txBox="1"/>
              <p:nvPr/>
            </p:nvSpPr>
            <p:spPr>
              <a:xfrm>
                <a:off x="10695358" y="5448785"/>
                <a:ext cx="866631" cy="403430"/>
              </a:xfrm>
              <a:prstGeom prst="rect">
                <a:avLst/>
              </a:prstGeom>
              <a:noFill/>
            </p:spPr>
            <p:txBody>
              <a:bodyPr wrap="none" rtlCol="0">
                <a:spAutoFit/>
              </a:bodyPr>
              <a:lstStyle/>
              <a:p>
                <a:pPr defTabSz="846228">
                  <a:defRPr/>
                </a:pPr>
                <a:r>
                  <a:rPr lang="en-US" sz="1200" kern="0" dirty="0">
                    <a:solidFill>
                      <a:srgbClr val="FFFFFF"/>
                    </a:solidFill>
                    <a:latin typeface="+mn-ea"/>
                    <a:cs typeface="Amazon Ember Display" panose="020F0603020204020204" pitchFamily="34" charset="0"/>
                  </a:rPr>
                  <a:t>GPUs</a:t>
                </a:r>
              </a:p>
            </p:txBody>
          </p:sp>
          <p:pic>
            <p:nvPicPr>
              <p:cNvPr id="33" name="Graphic 118">
                <a:extLst>
                  <a:ext uri="{FF2B5EF4-FFF2-40B4-BE49-F238E27FC236}">
                    <a16:creationId xmlns:a16="http://schemas.microsoft.com/office/drawing/2014/main" id="{5333304D-E1CD-5CDE-81E0-CD7D8D252313}"/>
                  </a:ext>
                </a:extLst>
              </p:cNvPr>
              <p:cNvPicPr>
                <a:picLocks/>
              </p:cNvPicPr>
              <p:nvPr/>
            </p:nvPicPr>
            <p:blipFill>
              <a:blip r:embed="rId5">
                <a:extLst>
                  <a:ext uri="{96DAC541-7B7A-43D3-8B79-37D633B846F1}">
                    <asvg:svgBlip xmlns:asvg="http://schemas.microsoft.com/office/drawing/2016/SVG/main" r:embed="rId6"/>
                  </a:ext>
                </a:extLst>
              </a:blip>
              <a:stretch>
                <a:fillRect/>
              </a:stretch>
            </p:blipFill>
            <p:spPr>
              <a:xfrm>
                <a:off x="10291093" y="5456987"/>
                <a:ext cx="352924" cy="352924"/>
              </a:xfrm>
              <a:prstGeom prst="rect">
                <a:avLst/>
              </a:prstGeom>
            </p:spPr>
          </p:pic>
          <p:grpSp>
            <p:nvGrpSpPr>
              <p:cNvPr id="34" name="Group 119">
                <a:extLst>
                  <a:ext uri="{FF2B5EF4-FFF2-40B4-BE49-F238E27FC236}">
                    <a16:creationId xmlns:a16="http://schemas.microsoft.com/office/drawing/2014/main" id="{C10D7311-8697-474A-8D1B-11665DDC1E93}"/>
                  </a:ext>
                </a:extLst>
              </p:cNvPr>
              <p:cNvGrpSpPr/>
              <p:nvPr/>
            </p:nvGrpSpPr>
            <p:grpSpPr>
              <a:xfrm>
                <a:off x="13719114" y="5425877"/>
                <a:ext cx="2079896" cy="426336"/>
                <a:chOff x="15626106" y="5160220"/>
                <a:chExt cx="2079896" cy="426336"/>
              </a:xfrm>
            </p:grpSpPr>
            <p:sp>
              <p:nvSpPr>
                <p:cNvPr id="41" name="TextBox 126">
                  <a:extLst>
                    <a:ext uri="{FF2B5EF4-FFF2-40B4-BE49-F238E27FC236}">
                      <a16:creationId xmlns:a16="http://schemas.microsoft.com/office/drawing/2014/main" id="{47DA04EA-A6F1-F542-391D-83D3C54A0198}"/>
                    </a:ext>
                  </a:extLst>
                </p:cNvPr>
                <p:cNvSpPr txBox="1"/>
                <p:nvPr/>
              </p:nvSpPr>
              <p:spPr>
                <a:xfrm>
                  <a:off x="16073628" y="5183127"/>
                  <a:ext cx="1632374" cy="403429"/>
                </a:xfrm>
                <a:prstGeom prst="rect">
                  <a:avLst/>
                </a:prstGeom>
                <a:noFill/>
              </p:spPr>
              <p:txBody>
                <a:bodyPr wrap="square" rtlCol="0">
                  <a:spAutoFit/>
                </a:bodyPr>
                <a:lstStyle/>
                <a:p>
                  <a:pPr defTabSz="846228">
                    <a:defRPr/>
                  </a:pPr>
                  <a:r>
                    <a:rPr lang="en-US" sz="1200" kern="0" dirty="0" err="1">
                      <a:solidFill>
                        <a:srgbClr val="FFFFFF"/>
                      </a:solidFill>
                      <a:latin typeface="+mn-ea"/>
                      <a:cs typeface="Amazon Ember Display" panose="020F0603020204020204" pitchFamily="34" charset="0"/>
                    </a:rPr>
                    <a:t>Inferentia</a:t>
                  </a:r>
                  <a:endParaRPr lang="en-US" sz="1200" kern="0" dirty="0">
                    <a:solidFill>
                      <a:srgbClr val="FFFFFF"/>
                    </a:solidFill>
                    <a:latin typeface="+mn-ea"/>
                    <a:cs typeface="Amazon Ember Display" panose="020F0603020204020204" pitchFamily="34" charset="0"/>
                  </a:endParaRPr>
                </a:p>
              </p:txBody>
            </p:sp>
            <p:pic>
              <p:nvPicPr>
                <p:cNvPr id="42" name="Graphic 127">
                  <a:extLst>
                    <a:ext uri="{FF2B5EF4-FFF2-40B4-BE49-F238E27FC236}">
                      <a16:creationId xmlns:a16="http://schemas.microsoft.com/office/drawing/2014/main" id="{6129B112-2D3E-C6E0-14AD-8F02D17408A2}"/>
                    </a:ext>
                  </a:extLst>
                </p:cNvPr>
                <p:cNvPicPr>
                  <a:picLocks noChangeAspect="1"/>
                </p:cNvPicPr>
                <p:nvPr/>
              </p:nvPicPr>
              <p:blipFill>
                <a:blip r:embed="rId7">
                  <a:extLst>
                    <a:ext uri="{28A0092B-C50C-407E-A947-70E740481C1C}">
                      <a14:useLocalDpi xmlns:a14="http://schemas.microsoft.com/office/drawing/2010/main"/>
                    </a:ext>
                    <a:ext uri="{96DAC541-7B7A-43D3-8B79-37D633B846F1}">
                      <asvg:svgBlip xmlns:asvg="http://schemas.microsoft.com/office/drawing/2016/SVG/main" r:embed="rId8"/>
                    </a:ext>
                  </a:extLst>
                </a:blip>
                <a:stretch>
                  <a:fillRect/>
                </a:stretch>
              </p:blipFill>
              <p:spPr>
                <a:xfrm>
                  <a:off x="15626106" y="5160220"/>
                  <a:ext cx="425788" cy="415144"/>
                </a:xfrm>
                <a:prstGeom prst="rect">
                  <a:avLst/>
                </a:prstGeom>
              </p:spPr>
            </p:pic>
          </p:grpSp>
          <p:grpSp>
            <p:nvGrpSpPr>
              <p:cNvPr id="35" name="Group 120">
                <a:extLst>
                  <a:ext uri="{FF2B5EF4-FFF2-40B4-BE49-F238E27FC236}">
                    <a16:creationId xmlns:a16="http://schemas.microsoft.com/office/drawing/2014/main" id="{FC609A2B-71A5-3612-6C49-C6C80DD6F125}"/>
                  </a:ext>
                </a:extLst>
              </p:cNvPr>
              <p:cNvGrpSpPr/>
              <p:nvPr/>
            </p:nvGrpSpPr>
            <p:grpSpPr>
              <a:xfrm>
                <a:off x="11857182" y="5413638"/>
                <a:ext cx="1563160" cy="426336"/>
                <a:chOff x="10254661" y="5705678"/>
                <a:chExt cx="1563160" cy="426336"/>
              </a:xfrm>
            </p:grpSpPr>
            <p:sp>
              <p:nvSpPr>
                <p:cNvPr id="39" name="TextBox 124">
                  <a:extLst>
                    <a:ext uri="{FF2B5EF4-FFF2-40B4-BE49-F238E27FC236}">
                      <a16:creationId xmlns:a16="http://schemas.microsoft.com/office/drawing/2014/main" id="{A3A981F6-17FB-D052-5871-6E0D335457FC}"/>
                    </a:ext>
                  </a:extLst>
                </p:cNvPr>
                <p:cNvSpPr txBox="1"/>
                <p:nvPr/>
              </p:nvSpPr>
              <p:spPr>
                <a:xfrm>
                  <a:off x="10680369" y="5728585"/>
                  <a:ext cx="1137452" cy="403429"/>
                </a:xfrm>
                <a:prstGeom prst="rect">
                  <a:avLst/>
                </a:prstGeom>
                <a:noFill/>
              </p:spPr>
              <p:txBody>
                <a:bodyPr wrap="none" rtlCol="0">
                  <a:spAutoFit/>
                </a:bodyPr>
                <a:lstStyle/>
                <a:p>
                  <a:pPr defTabSz="846228">
                    <a:defRPr/>
                  </a:pPr>
                  <a:r>
                    <a:rPr lang="en-US" sz="1200" kern="0" dirty="0" err="1">
                      <a:solidFill>
                        <a:srgbClr val="FFFFFF"/>
                      </a:solidFill>
                      <a:latin typeface="+mn-ea"/>
                      <a:cs typeface="Amazon Ember Display" panose="020F0603020204020204" pitchFamily="34" charset="0"/>
                    </a:rPr>
                    <a:t>Trainium</a:t>
                  </a:r>
                  <a:endParaRPr lang="en-US" sz="1200" kern="0" dirty="0">
                    <a:solidFill>
                      <a:srgbClr val="FFFFFF"/>
                    </a:solidFill>
                    <a:latin typeface="+mn-ea"/>
                    <a:cs typeface="Amazon Ember Display" panose="020F0603020204020204" pitchFamily="34" charset="0"/>
                  </a:endParaRPr>
                </a:p>
              </p:txBody>
            </p:sp>
            <p:pic>
              <p:nvPicPr>
                <p:cNvPr id="40" name="Graphic 125">
                  <a:extLst>
                    <a:ext uri="{FF2B5EF4-FFF2-40B4-BE49-F238E27FC236}">
                      <a16:creationId xmlns:a16="http://schemas.microsoft.com/office/drawing/2014/main" id="{68F31CB8-09B0-1349-6A37-E9E4E9F37606}"/>
                    </a:ext>
                  </a:extLst>
                </p:cNvPr>
                <p:cNvPicPr>
                  <a:picLocks noChangeAspect="1"/>
                </p:cNvPicPr>
                <p:nvPr/>
              </p:nvPicPr>
              <p:blipFill>
                <a:blip r:embed="rId7">
                  <a:extLst>
                    <a:ext uri="{28A0092B-C50C-407E-A947-70E740481C1C}">
                      <a14:useLocalDpi xmlns:a14="http://schemas.microsoft.com/office/drawing/2010/main"/>
                    </a:ext>
                    <a:ext uri="{96DAC541-7B7A-43D3-8B79-37D633B846F1}">
                      <asvg:svgBlip xmlns:asvg="http://schemas.microsoft.com/office/drawing/2016/SVG/main" r:embed="rId8"/>
                    </a:ext>
                  </a:extLst>
                </a:blip>
                <a:stretch>
                  <a:fillRect/>
                </a:stretch>
              </p:blipFill>
              <p:spPr>
                <a:xfrm>
                  <a:off x="10254661" y="5705678"/>
                  <a:ext cx="425788" cy="415144"/>
                </a:xfrm>
                <a:prstGeom prst="rect">
                  <a:avLst/>
                </a:prstGeom>
              </p:spPr>
            </p:pic>
          </p:grpSp>
          <p:grpSp>
            <p:nvGrpSpPr>
              <p:cNvPr id="36" name="Group 121">
                <a:extLst>
                  <a:ext uri="{FF2B5EF4-FFF2-40B4-BE49-F238E27FC236}">
                    <a16:creationId xmlns:a16="http://schemas.microsoft.com/office/drawing/2014/main" id="{C44C179F-F820-F675-9DBC-AE9917E3D242}"/>
                  </a:ext>
                </a:extLst>
              </p:cNvPr>
              <p:cNvGrpSpPr/>
              <p:nvPr/>
            </p:nvGrpSpPr>
            <p:grpSpPr>
              <a:xfrm>
                <a:off x="15629401" y="5436544"/>
                <a:ext cx="3146001" cy="434237"/>
                <a:chOff x="12380662" y="5697776"/>
                <a:chExt cx="3146001" cy="434237"/>
              </a:xfrm>
            </p:grpSpPr>
            <p:sp>
              <p:nvSpPr>
                <p:cNvPr id="37" name="TextBox 122">
                  <a:extLst>
                    <a:ext uri="{FF2B5EF4-FFF2-40B4-BE49-F238E27FC236}">
                      <a16:creationId xmlns:a16="http://schemas.microsoft.com/office/drawing/2014/main" id="{FE62E417-34FA-9DFF-6DCD-1A526ADE9841}"/>
                    </a:ext>
                  </a:extLst>
                </p:cNvPr>
                <p:cNvSpPr txBox="1"/>
                <p:nvPr/>
              </p:nvSpPr>
              <p:spPr>
                <a:xfrm>
                  <a:off x="12818321" y="5728584"/>
                  <a:ext cx="2708342" cy="403429"/>
                </a:xfrm>
                <a:prstGeom prst="rect">
                  <a:avLst/>
                </a:prstGeom>
                <a:noFill/>
              </p:spPr>
              <p:txBody>
                <a:bodyPr wrap="square" rtlCol="0">
                  <a:spAutoFit/>
                </a:bodyPr>
                <a:lstStyle/>
                <a:p>
                  <a:pPr defTabSz="846228">
                    <a:defRPr/>
                  </a:pPr>
                  <a:r>
                    <a:rPr lang="en-US" sz="1200" kern="0" dirty="0" err="1">
                      <a:solidFill>
                        <a:srgbClr val="FFFFFF"/>
                      </a:solidFill>
                      <a:latin typeface="+mn-ea"/>
                      <a:cs typeface="Amazon Ember Display" panose="020F0603020204020204" pitchFamily="34" charset="0"/>
                    </a:rPr>
                    <a:t>SageMaker</a:t>
                  </a:r>
                  <a:r>
                    <a:rPr lang="en-US" sz="1200" kern="0" dirty="0">
                      <a:solidFill>
                        <a:srgbClr val="FFFFFF"/>
                      </a:solidFill>
                      <a:latin typeface="+mn-ea"/>
                      <a:cs typeface="Amazon Ember Display" panose="020F0603020204020204" pitchFamily="34" charset="0"/>
                    </a:rPr>
                    <a:t> AI</a:t>
                  </a:r>
                </a:p>
              </p:txBody>
            </p:sp>
            <p:pic>
              <p:nvPicPr>
                <p:cNvPr id="38" name="Graphic 123">
                  <a:extLst>
                    <a:ext uri="{FF2B5EF4-FFF2-40B4-BE49-F238E27FC236}">
                      <a16:creationId xmlns:a16="http://schemas.microsoft.com/office/drawing/2014/main" id="{A7BF10EF-E2E7-9556-A683-580836DFEFAD}"/>
                    </a:ext>
                  </a:extLst>
                </p:cNvPr>
                <p:cNvPicPr>
                  <a:picLocks/>
                </p:cNvPicPr>
                <p:nvPr/>
              </p:nvPicPr>
              <p:blipFill>
                <a:blip r:embed="rId9">
                  <a:extLst>
                    <a:ext uri="{96DAC541-7B7A-43D3-8B79-37D633B846F1}">
                      <asvg:svgBlip xmlns:asvg="http://schemas.microsoft.com/office/drawing/2016/SVG/main" r:embed="rId10"/>
                    </a:ext>
                  </a:extLst>
                </a:blip>
                <a:stretch>
                  <a:fillRect/>
                </a:stretch>
              </p:blipFill>
              <p:spPr>
                <a:xfrm>
                  <a:off x="12380662" y="5697776"/>
                  <a:ext cx="422498" cy="430948"/>
                </a:xfrm>
                <a:prstGeom prst="rect">
                  <a:avLst/>
                </a:prstGeom>
                <a:effectLst/>
              </p:spPr>
            </p:pic>
          </p:grpSp>
        </p:grpSp>
        <p:grpSp>
          <p:nvGrpSpPr>
            <p:cNvPr id="20" name="Group 105">
              <a:extLst>
                <a:ext uri="{FF2B5EF4-FFF2-40B4-BE49-F238E27FC236}">
                  <a16:creationId xmlns:a16="http://schemas.microsoft.com/office/drawing/2014/main" id="{93B42BAB-B9F3-EE65-92CC-42B0A0D1128A}"/>
                </a:ext>
              </a:extLst>
            </p:cNvPr>
            <p:cNvGrpSpPr/>
            <p:nvPr/>
          </p:nvGrpSpPr>
          <p:grpSpPr>
            <a:xfrm>
              <a:off x="4002997" y="5689885"/>
              <a:ext cx="6495233" cy="262932"/>
              <a:chOff x="10287000" y="6024793"/>
              <a:chExt cx="10960706" cy="443698"/>
            </a:xfrm>
          </p:grpSpPr>
          <p:grpSp>
            <p:nvGrpSpPr>
              <p:cNvPr id="21" name="Group 106">
                <a:extLst>
                  <a:ext uri="{FF2B5EF4-FFF2-40B4-BE49-F238E27FC236}">
                    <a16:creationId xmlns:a16="http://schemas.microsoft.com/office/drawing/2014/main" id="{20B0FF04-446A-19AE-A7BC-AA5F65C5821A}"/>
                  </a:ext>
                </a:extLst>
              </p:cNvPr>
              <p:cNvGrpSpPr/>
              <p:nvPr/>
            </p:nvGrpSpPr>
            <p:grpSpPr>
              <a:xfrm>
                <a:off x="13888791" y="6061879"/>
                <a:ext cx="3009695" cy="403528"/>
                <a:chOff x="12377168" y="5183029"/>
                <a:chExt cx="3009695" cy="403528"/>
              </a:xfrm>
            </p:grpSpPr>
            <p:sp>
              <p:nvSpPr>
                <p:cNvPr id="30" name="TextBox 115">
                  <a:extLst>
                    <a:ext uri="{FF2B5EF4-FFF2-40B4-BE49-F238E27FC236}">
                      <a16:creationId xmlns:a16="http://schemas.microsoft.com/office/drawing/2014/main" id="{B5C888F0-EF6A-D8E2-005B-5914465E4BF8}"/>
                    </a:ext>
                  </a:extLst>
                </p:cNvPr>
                <p:cNvSpPr txBox="1"/>
                <p:nvPr/>
              </p:nvSpPr>
              <p:spPr>
                <a:xfrm>
                  <a:off x="12818323" y="5183124"/>
                  <a:ext cx="2568540" cy="403433"/>
                </a:xfrm>
                <a:prstGeom prst="rect">
                  <a:avLst/>
                </a:prstGeom>
                <a:noFill/>
              </p:spPr>
              <p:txBody>
                <a:bodyPr wrap="square" rtlCol="0">
                  <a:spAutoFit/>
                </a:bodyPr>
                <a:lstStyle/>
                <a:p>
                  <a:pPr defTabSz="846228">
                    <a:defRPr/>
                  </a:pPr>
                  <a:r>
                    <a:rPr lang="en-US" sz="1200" kern="0" dirty="0">
                      <a:solidFill>
                        <a:srgbClr val="FFFFFF"/>
                      </a:solidFill>
                      <a:latin typeface="+mn-ea"/>
                      <a:cs typeface="Amazon Ember Display" panose="020F0603020204020204" pitchFamily="34" charset="0"/>
                    </a:rPr>
                    <a:t>EC2 Capacity Blocks</a:t>
                  </a:r>
                </a:p>
              </p:txBody>
            </p:sp>
            <p:pic>
              <p:nvPicPr>
                <p:cNvPr id="31" name="Graphic 116">
                  <a:extLst>
                    <a:ext uri="{FF2B5EF4-FFF2-40B4-BE49-F238E27FC236}">
                      <a16:creationId xmlns:a16="http://schemas.microsoft.com/office/drawing/2014/main" id="{627481FD-D1A4-613F-C5C2-623D96CC112E}"/>
                    </a:ext>
                  </a:extLst>
                </p:cNvPr>
                <p:cNvPicPr>
                  <a:picLocks/>
                </p:cNvPicPr>
                <p:nvPr/>
              </p:nvPicPr>
              <p:blipFill>
                <a:blip r:embed="rId11">
                  <a:extLst>
                    <a:ext uri="{96DAC541-7B7A-43D3-8B79-37D633B846F1}">
                      <asvg:svgBlip xmlns:asvg="http://schemas.microsoft.com/office/drawing/2016/SVG/main" r:embed="rId12"/>
                    </a:ext>
                  </a:extLst>
                </a:blip>
                <a:stretch>
                  <a:fillRect/>
                </a:stretch>
              </p:blipFill>
              <p:spPr>
                <a:xfrm>
                  <a:off x="12377168" y="5183029"/>
                  <a:ext cx="369526" cy="369526"/>
                </a:xfrm>
                <a:prstGeom prst="rect">
                  <a:avLst/>
                </a:prstGeom>
              </p:spPr>
            </p:pic>
          </p:grpSp>
          <p:sp>
            <p:nvSpPr>
              <p:cNvPr id="22" name="TextBox 107">
                <a:extLst>
                  <a:ext uri="{FF2B5EF4-FFF2-40B4-BE49-F238E27FC236}">
                    <a16:creationId xmlns:a16="http://schemas.microsoft.com/office/drawing/2014/main" id="{6AD0F2A4-65FA-16E9-42FD-7E6469DAAEC3}"/>
                  </a:ext>
                </a:extLst>
              </p:cNvPr>
              <p:cNvSpPr txBox="1"/>
              <p:nvPr/>
            </p:nvSpPr>
            <p:spPr>
              <a:xfrm>
                <a:off x="18539364" y="6061975"/>
                <a:ext cx="2708342" cy="403433"/>
              </a:xfrm>
              <a:prstGeom prst="rect">
                <a:avLst/>
              </a:prstGeom>
              <a:noFill/>
            </p:spPr>
            <p:txBody>
              <a:bodyPr wrap="square" rtlCol="0">
                <a:spAutoFit/>
              </a:bodyPr>
              <a:lstStyle/>
              <a:p>
                <a:pPr defTabSz="846228">
                  <a:defRPr/>
                </a:pPr>
                <a:r>
                  <a:rPr lang="en-US" sz="1200" kern="0" dirty="0">
                    <a:solidFill>
                      <a:srgbClr val="FFFFFF"/>
                    </a:solidFill>
                    <a:latin typeface="+mn-ea"/>
                    <a:cs typeface="Amazon Ember Display" panose="020F0603020204020204" pitchFamily="34" charset="0"/>
                  </a:rPr>
                  <a:t>Neuron</a:t>
                </a:r>
              </a:p>
            </p:txBody>
          </p:sp>
          <p:sp>
            <p:nvSpPr>
              <p:cNvPr id="23" name="TextBox 108">
                <a:extLst>
                  <a:ext uri="{FF2B5EF4-FFF2-40B4-BE49-F238E27FC236}">
                    <a16:creationId xmlns:a16="http://schemas.microsoft.com/office/drawing/2014/main" id="{06C5F916-CD08-01D0-7941-45728D948CAD}"/>
                  </a:ext>
                </a:extLst>
              </p:cNvPr>
              <p:cNvSpPr txBox="1"/>
              <p:nvPr/>
            </p:nvSpPr>
            <p:spPr>
              <a:xfrm>
                <a:off x="10707386" y="6057896"/>
                <a:ext cx="1906050" cy="403433"/>
              </a:xfrm>
              <a:prstGeom prst="rect">
                <a:avLst/>
              </a:prstGeom>
              <a:noFill/>
            </p:spPr>
            <p:txBody>
              <a:bodyPr wrap="square" rtlCol="0">
                <a:spAutoFit/>
              </a:bodyPr>
              <a:lstStyle/>
              <a:p>
                <a:pPr defTabSz="846228">
                  <a:defRPr/>
                </a:pPr>
                <a:r>
                  <a:rPr lang="en-US" sz="1200" kern="0" dirty="0" err="1">
                    <a:solidFill>
                      <a:srgbClr val="FFFFFF"/>
                    </a:solidFill>
                    <a:latin typeface="+mn-ea"/>
                    <a:cs typeface="Amazon Ember Display" panose="020F0603020204020204" pitchFamily="34" charset="0"/>
                  </a:rPr>
                  <a:t>UltraClusters</a:t>
                </a:r>
                <a:endParaRPr lang="en-US" sz="1200" kern="0" dirty="0">
                  <a:solidFill>
                    <a:srgbClr val="FFFFFF"/>
                  </a:solidFill>
                  <a:latin typeface="+mn-ea"/>
                  <a:cs typeface="Amazon Ember Display" panose="020F0603020204020204" pitchFamily="34" charset="0"/>
                </a:endParaRPr>
              </a:p>
            </p:txBody>
          </p:sp>
          <p:sp>
            <p:nvSpPr>
              <p:cNvPr id="24" name="TextBox 109">
                <a:extLst>
                  <a:ext uri="{FF2B5EF4-FFF2-40B4-BE49-F238E27FC236}">
                    <a16:creationId xmlns:a16="http://schemas.microsoft.com/office/drawing/2014/main" id="{62DCCD21-63EE-F2C8-32A0-CF84C18BAE2D}"/>
                  </a:ext>
                </a:extLst>
              </p:cNvPr>
              <p:cNvSpPr txBox="1"/>
              <p:nvPr/>
            </p:nvSpPr>
            <p:spPr>
              <a:xfrm>
                <a:off x="13033282" y="6061975"/>
                <a:ext cx="783880" cy="403433"/>
              </a:xfrm>
              <a:prstGeom prst="rect">
                <a:avLst/>
              </a:prstGeom>
              <a:noFill/>
            </p:spPr>
            <p:txBody>
              <a:bodyPr wrap="square" rtlCol="0">
                <a:spAutoFit/>
              </a:bodyPr>
              <a:lstStyle/>
              <a:p>
                <a:pPr defTabSz="846228">
                  <a:defRPr/>
                </a:pPr>
                <a:r>
                  <a:rPr lang="en-US" sz="1200" kern="0" dirty="0">
                    <a:solidFill>
                      <a:srgbClr val="FFFFFF"/>
                    </a:solidFill>
                    <a:latin typeface="+mn-ea"/>
                    <a:cs typeface="Amazon Ember Display" panose="020F0603020204020204" pitchFamily="34" charset="0"/>
                  </a:rPr>
                  <a:t>EFA</a:t>
                </a:r>
              </a:p>
            </p:txBody>
          </p:sp>
          <p:pic>
            <p:nvPicPr>
              <p:cNvPr id="25" name="Graphic 110">
                <a:extLst>
                  <a:ext uri="{FF2B5EF4-FFF2-40B4-BE49-F238E27FC236}">
                    <a16:creationId xmlns:a16="http://schemas.microsoft.com/office/drawing/2014/main" id="{F93C0528-33C3-FB0C-A9F0-6BEC57D5788F}"/>
                  </a:ext>
                </a:extLst>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18086618" y="6024793"/>
                <a:ext cx="443700" cy="443698"/>
              </a:xfrm>
              <a:prstGeom prst="rect">
                <a:avLst/>
              </a:prstGeom>
            </p:spPr>
          </p:pic>
          <p:pic>
            <p:nvPicPr>
              <p:cNvPr id="26" name="Graphic 111">
                <a:extLst>
                  <a:ext uri="{FF2B5EF4-FFF2-40B4-BE49-F238E27FC236}">
                    <a16:creationId xmlns:a16="http://schemas.microsoft.com/office/drawing/2014/main" id="{A34C1627-8ABC-6441-3A67-E5E69D7F0004}"/>
                  </a:ext>
                </a:extLst>
              </p:cNvPr>
              <p:cNvPicPr>
                <a:picLocks/>
              </p:cNvPicPr>
              <p:nvPr/>
            </p:nvPicPr>
            <p:blipFill>
              <a:blip r:embed="rId11">
                <a:extLst>
                  <a:ext uri="{96DAC541-7B7A-43D3-8B79-37D633B846F1}">
                    <asvg:svgBlip xmlns:asvg="http://schemas.microsoft.com/office/drawing/2016/SVG/main" r:embed="rId12"/>
                  </a:ext>
                </a:extLst>
              </a:blip>
              <a:stretch>
                <a:fillRect/>
              </a:stretch>
            </p:blipFill>
            <p:spPr>
              <a:xfrm>
                <a:off x="10287000" y="6061879"/>
                <a:ext cx="369526" cy="369526"/>
              </a:xfrm>
              <a:prstGeom prst="rect">
                <a:avLst/>
              </a:prstGeom>
            </p:spPr>
          </p:pic>
          <p:sp>
            <p:nvSpPr>
              <p:cNvPr id="27" name="Freeform 112">
                <a:extLst>
                  <a:ext uri="{FF2B5EF4-FFF2-40B4-BE49-F238E27FC236}">
                    <a16:creationId xmlns:a16="http://schemas.microsoft.com/office/drawing/2014/main" id="{C08C4CED-25CE-E718-360A-1F7E1D735260}"/>
                  </a:ext>
                </a:extLst>
              </p:cNvPr>
              <p:cNvSpPr/>
              <p:nvPr/>
            </p:nvSpPr>
            <p:spPr>
              <a:xfrm>
                <a:off x="12510707" y="6055915"/>
                <a:ext cx="464378" cy="381454"/>
              </a:xfrm>
              <a:custGeom>
                <a:avLst/>
                <a:gdLst>
                  <a:gd name="connsiteX0" fmla="*/ 80028 w 533400"/>
                  <a:gd name="connsiteY0" fmla="*/ 146331 h 438150"/>
                  <a:gd name="connsiteX1" fmla="*/ 62263 w 533400"/>
                  <a:gd name="connsiteY1" fmla="*/ 139425 h 438150"/>
                  <a:gd name="connsiteX2" fmla="*/ 266708 w 533400"/>
                  <a:gd name="connsiteY2" fmla="*/ 8 h 438150"/>
                  <a:gd name="connsiteX3" fmla="*/ 471153 w 533400"/>
                  <a:gd name="connsiteY3" fmla="*/ 139425 h 438150"/>
                  <a:gd name="connsiteX4" fmla="*/ 453379 w 533400"/>
                  <a:gd name="connsiteY4" fmla="*/ 146331 h 438150"/>
                  <a:gd name="connsiteX5" fmla="*/ 266708 w 533400"/>
                  <a:gd name="connsiteY5" fmla="*/ 19058 h 438150"/>
                  <a:gd name="connsiteX6" fmla="*/ 80028 w 533400"/>
                  <a:gd name="connsiteY6" fmla="*/ 146331 h 438150"/>
                  <a:gd name="connsiteX7" fmla="*/ 80028 w 533400"/>
                  <a:gd name="connsiteY7" fmla="*/ 146331 h 438150"/>
                  <a:gd name="connsiteX8" fmla="*/ 453379 w 533400"/>
                  <a:gd name="connsiteY8" fmla="*/ 291825 h 438150"/>
                  <a:gd name="connsiteX9" fmla="*/ 471153 w 533400"/>
                  <a:gd name="connsiteY9" fmla="*/ 298731 h 438150"/>
                  <a:gd name="connsiteX10" fmla="*/ 266708 w 533400"/>
                  <a:gd name="connsiteY10" fmla="*/ 438158 h 438150"/>
                  <a:gd name="connsiteX11" fmla="*/ 62263 w 533400"/>
                  <a:gd name="connsiteY11" fmla="*/ 298731 h 438150"/>
                  <a:gd name="connsiteX12" fmla="*/ 80028 w 533400"/>
                  <a:gd name="connsiteY12" fmla="*/ 291825 h 438150"/>
                  <a:gd name="connsiteX13" fmla="*/ 266708 w 533400"/>
                  <a:gd name="connsiteY13" fmla="*/ 419108 h 438150"/>
                  <a:gd name="connsiteX14" fmla="*/ 453379 w 533400"/>
                  <a:gd name="connsiteY14" fmla="*/ 291825 h 438150"/>
                  <a:gd name="connsiteX15" fmla="*/ 453379 w 533400"/>
                  <a:gd name="connsiteY15" fmla="*/ 291825 h 438150"/>
                  <a:gd name="connsiteX16" fmla="*/ 514358 w 533400"/>
                  <a:gd name="connsiteY16" fmla="*/ 252916 h 438150"/>
                  <a:gd name="connsiteX17" fmla="*/ 510081 w 533400"/>
                  <a:gd name="connsiteY17" fmla="*/ 257183 h 438150"/>
                  <a:gd name="connsiteX18" fmla="*/ 442425 w 533400"/>
                  <a:gd name="connsiteY18" fmla="*/ 257183 h 438150"/>
                  <a:gd name="connsiteX19" fmla="*/ 438158 w 533400"/>
                  <a:gd name="connsiteY19" fmla="*/ 252916 h 438150"/>
                  <a:gd name="connsiteX20" fmla="*/ 438158 w 533400"/>
                  <a:gd name="connsiteY20" fmla="*/ 185241 h 438150"/>
                  <a:gd name="connsiteX21" fmla="*/ 442425 w 533400"/>
                  <a:gd name="connsiteY21" fmla="*/ 180983 h 438150"/>
                  <a:gd name="connsiteX22" fmla="*/ 510081 w 533400"/>
                  <a:gd name="connsiteY22" fmla="*/ 180983 h 438150"/>
                  <a:gd name="connsiteX23" fmla="*/ 514358 w 533400"/>
                  <a:gd name="connsiteY23" fmla="*/ 185241 h 438150"/>
                  <a:gd name="connsiteX24" fmla="*/ 514358 w 533400"/>
                  <a:gd name="connsiteY24" fmla="*/ 252916 h 438150"/>
                  <a:gd name="connsiteX25" fmla="*/ 510081 w 533400"/>
                  <a:gd name="connsiteY25" fmla="*/ 161933 h 438150"/>
                  <a:gd name="connsiteX26" fmla="*/ 442425 w 533400"/>
                  <a:gd name="connsiteY26" fmla="*/ 161933 h 438150"/>
                  <a:gd name="connsiteX27" fmla="*/ 419108 w 533400"/>
                  <a:gd name="connsiteY27" fmla="*/ 185241 h 438150"/>
                  <a:gd name="connsiteX28" fmla="*/ 419108 w 533400"/>
                  <a:gd name="connsiteY28" fmla="*/ 252916 h 438150"/>
                  <a:gd name="connsiteX29" fmla="*/ 442425 w 533400"/>
                  <a:gd name="connsiteY29" fmla="*/ 276233 h 438150"/>
                  <a:gd name="connsiteX30" fmla="*/ 510081 w 533400"/>
                  <a:gd name="connsiteY30" fmla="*/ 276233 h 438150"/>
                  <a:gd name="connsiteX31" fmla="*/ 533408 w 533400"/>
                  <a:gd name="connsiteY31" fmla="*/ 252916 h 438150"/>
                  <a:gd name="connsiteX32" fmla="*/ 533408 w 533400"/>
                  <a:gd name="connsiteY32" fmla="*/ 185241 h 438150"/>
                  <a:gd name="connsiteX33" fmla="*/ 510081 w 533400"/>
                  <a:gd name="connsiteY33" fmla="*/ 161933 h 438150"/>
                  <a:gd name="connsiteX34" fmla="*/ 510081 w 533400"/>
                  <a:gd name="connsiteY34" fmla="*/ 161933 h 438150"/>
                  <a:gd name="connsiteX35" fmla="*/ 19058 w 533400"/>
                  <a:gd name="connsiteY35" fmla="*/ 252916 h 438150"/>
                  <a:gd name="connsiteX36" fmla="*/ 19058 w 533400"/>
                  <a:gd name="connsiteY36" fmla="*/ 185241 h 438150"/>
                  <a:gd name="connsiteX37" fmla="*/ 23325 w 533400"/>
                  <a:gd name="connsiteY37" fmla="*/ 180983 h 438150"/>
                  <a:gd name="connsiteX38" fmla="*/ 90981 w 533400"/>
                  <a:gd name="connsiteY38" fmla="*/ 180983 h 438150"/>
                  <a:gd name="connsiteX39" fmla="*/ 95258 w 533400"/>
                  <a:gd name="connsiteY39" fmla="*/ 185241 h 438150"/>
                  <a:gd name="connsiteX40" fmla="*/ 95258 w 533400"/>
                  <a:gd name="connsiteY40" fmla="*/ 252916 h 438150"/>
                  <a:gd name="connsiteX41" fmla="*/ 90981 w 533400"/>
                  <a:gd name="connsiteY41" fmla="*/ 257183 h 438150"/>
                  <a:gd name="connsiteX42" fmla="*/ 23325 w 533400"/>
                  <a:gd name="connsiteY42" fmla="*/ 257183 h 438150"/>
                  <a:gd name="connsiteX43" fmla="*/ 19058 w 533400"/>
                  <a:gd name="connsiteY43" fmla="*/ 252916 h 438150"/>
                  <a:gd name="connsiteX44" fmla="*/ 19058 w 533400"/>
                  <a:gd name="connsiteY44" fmla="*/ 252916 h 438150"/>
                  <a:gd name="connsiteX45" fmla="*/ 114308 w 533400"/>
                  <a:gd name="connsiteY45" fmla="*/ 252916 h 438150"/>
                  <a:gd name="connsiteX46" fmla="*/ 114308 w 533400"/>
                  <a:gd name="connsiteY46" fmla="*/ 185241 h 438150"/>
                  <a:gd name="connsiteX47" fmla="*/ 90981 w 533400"/>
                  <a:gd name="connsiteY47" fmla="*/ 161933 h 438150"/>
                  <a:gd name="connsiteX48" fmla="*/ 23325 w 533400"/>
                  <a:gd name="connsiteY48" fmla="*/ 161933 h 438150"/>
                  <a:gd name="connsiteX49" fmla="*/ 8 w 533400"/>
                  <a:gd name="connsiteY49" fmla="*/ 185241 h 438150"/>
                  <a:gd name="connsiteX50" fmla="*/ 8 w 533400"/>
                  <a:gd name="connsiteY50" fmla="*/ 252916 h 438150"/>
                  <a:gd name="connsiteX51" fmla="*/ 23325 w 533400"/>
                  <a:gd name="connsiteY51" fmla="*/ 276233 h 438150"/>
                  <a:gd name="connsiteX52" fmla="*/ 90981 w 533400"/>
                  <a:gd name="connsiteY52" fmla="*/ 276233 h 438150"/>
                  <a:gd name="connsiteX53" fmla="*/ 114308 w 533400"/>
                  <a:gd name="connsiteY53" fmla="*/ 252916 h 438150"/>
                  <a:gd name="connsiteX54" fmla="*/ 114308 w 533400"/>
                  <a:gd name="connsiteY54" fmla="*/ 252916 h 438150"/>
                  <a:gd name="connsiteX55" fmla="*/ 276233 w 533400"/>
                  <a:gd name="connsiteY55" fmla="*/ 228608 h 438150"/>
                  <a:gd name="connsiteX56" fmla="*/ 323858 w 533400"/>
                  <a:gd name="connsiteY56" fmla="*/ 228608 h 438150"/>
                  <a:gd name="connsiteX57" fmla="*/ 323858 w 533400"/>
                  <a:gd name="connsiteY57" fmla="*/ 190508 h 438150"/>
                  <a:gd name="connsiteX58" fmla="*/ 276233 w 533400"/>
                  <a:gd name="connsiteY58" fmla="*/ 190508 h 438150"/>
                  <a:gd name="connsiteX59" fmla="*/ 276233 w 533400"/>
                  <a:gd name="connsiteY59" fmla="*/ 228608 h 438150"/>
                  <a:gd name="connsiteX60" fmla="*/ 209558 w 533400"/>
                  <a:gd name="connsiteY60" fmla="*/ 228608 h 438150"/>
                  <a:gd name="connsiteX61" fmla="*/ 257183 w 533400"/>
                  <a:gd name="connsiteY61" fmla="*/ 228608 h 438150"/>
                  <a:gd name="connsiteX62" fmla="*/ 257183 w 533400"/>
                  <a:gd name="connsiteY62" fmla="*/ 190508 h 438150"/>
                  <a:gd name="connsiteX63" fmla="*/ 209558 w 533400"/>
                  <a:gd name="connsiteY63" fmla="*/ 190508 h 438150"/>
                  <a:gd name="connsiteX64" fmla="*/ 209558 w 533400"/>
                  <a:gd name="connsiteY64" fmla="*/ 228608 h 438150"/>
                  <a:gd name="connsiteX65" fmla="*/ 190508 w 533400"/>
                  <a:gd name="connsiteY65" fmla="*/ 247658 h 438150"/>
                  <a:gd name="connsiteX66" fmla="*/ 342908 w 533400"/>
                  <a:gd name="connsiteY66" fmla="*/ 247658 h 438150"/>
                  <a:gd name="connsiteX67" fmla="*/ 342908 w 533400"/>
                  <a:gd name="connsiteY67" fmla="*/ 171458 h 438150"/>
                  <a:gd name="connsiteX68" fmla="*/ 190508 w 533400"/>
                  <a:gd name="connsiteY68" fmla="*/ 171458 h 438150"/>
                  <a:gd name="connsiteX69" fmla="*/ 190508 w 533400"/>
                  <a:gd name="connsiteY69" fmla="*/ 247658 h 438150"/>
                  <a:gd name="connsiteX70" fmla="*/ 257183 w 533400"/>
                  <a:gd name="connsiteY70" fmla="*/ 266708 h 438150"/>
                  <a:gd name="connsiteX71" fmla="*/ 257183 w 533400"/>
                  <a:gd name="connsiteY71" fmla="*/ 295283 h 438150"/>
                  <a:gd name="connsiteX72" fmla="*/ 171458 w 533400"/>
                  <a:gd name="connsiteY72" fmla="*/ 295283 h 438150"/>
                  <a:gd name="connsiteX73" fmla="*/ 171458 w 533400"/>
                  <a:gd name="connsiteY73" fmla="*/ 266708 h 438150"/>
                  <a:gd name="connsiteX74" fmla="*/ 152408 w 533400"/>
                  <a:gd name="connsiteY74" fmla="*/ 266708 h 438150"/>
                  <a:gd name="connsiteX75" fmla="*/ 152408 w 533400"/>
                  <a:gd name="connsiteY75" fmla="*/ 152408 h 438150"/>
                  <a:gd name="connsiteX76" fmla="*/ 381008 w 533400"/>
                  <a:gd name="connsiteY76" fmla="*/ 152408 h 438150"/>
                  <a:gd name="connsiteX77" fmla="*/ 381008 w 533400"/>
                  <a:gd name="connsiteY77" fmla="*/ 266708 h 438150"/>
                  <a:gd name="connsiteX78" fmla="*/ 342908 w 533400"/>
                  <a:gd name="connsiteY78" fmla="*/ 266708 h 438150"/>
                  <a:gd name="connsiteX79" fmla="*/ 342908 w 533400"/>
                  <a:gd name="connsiteY79" fmla="*/ 295283 h 438150"/>
                  <a:gd name="connsiteX80" fmla="*/ 314333 w 533400"/>
                  <a:gd name="connsiteY80" fmla="*/ 295283 h 438150"/>
                  <a:gd name="connsiteX81" fmla="*/ 314333 w 533400"/>
                  <a:gd name="connsiteY81" fmla="*/ 266708 h 438150"/>
                  <a:gd name="connsiteX82" fmla="*/ 257183 w 533400"/>
                  <a:gd name="connsiteY82" fmla="*/ 266708 h 438150"/>
                  <a:gd name="connsiteX83" fmla="*/ 361958 w 533400"/>
                  <a:gd name="connsiteY83" fmla="*/ 314333 h 438150"/>
                  <a:gd name="connsiteX84" fmla="*/ 361958 w 533400"/>
                  <a:gd name="connsiteY84" fmla="*/ 285758 h 438150"/>
                  <a:gd name="connsiteX85" fmla="*/ 400058 w 533400"/>
                  <a:gd name="connsiteY85" fmla="*/ 285758 h 438150"/>
                  <a:gd name="connsiteX86" fmla="*/ 400058 w 533400"/>
                  <a:gd name="connsiteY86" fmla="*/ 133358 h 438150"/>
                  <a:gd name="connsiteX87" fmla="*/ 133358 w 533400"/>
                  <a:gd name="connsiteY87" fmla="*/ 133358 h 438150"/>
                  <a:gd name="connsiteX88" fmla="*/ 133358 w 533400"/>
                  <a:gd name="connsiteY88" fmla="*/ 285758 h 438150"/>
                  <a:gd name="connsiteX89" fmla="*/ 152408 w 533400"/>
                  <a:gd name="connsiteY89" fmla="*/ 285758 h 438150"/>
                  <a:gd name="connsiteX90" fmla="*/ 152408 w 533400"/>
                  <a:gd name="connsiteY90" fmla="*/ 314333 h 438150"/>
                  <a:gd name="connsiteX91" fmla="*/ 276233 w 533400"/>
                  <a:gd name="connsiteY91" fmla="*/ 314333 h 438150"/>
                  <a:gd name="connsiteX92" fmla="*/ 276233 w 533400"/>
                  <a:gd name="connsiteY92" fmla="*/ 285758 h 438150"/>
                  <a:gd name="connsiteX93" fmla="*/ 295283 w 533400"/>
                  <a:gd name="connsiteY93" fmla="*/ 285758 h 438150"/>
                  <a:gd name="connsiteX94" fmla="*/ 295283 w 533400"/>
                  <a:gd name="connsiteY94" fmla="*/ 314333 h 438150"/>
                  <a:gd name="connsiteX95" fmla="*/ 361958 w 533400"/>
                  <a:gd name="connsiteY95" fmla="*/ 314333 h 4381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Lst>
                <a:rect l="l" t="t" r="r" b="b"/>
                <a:pathLst>
                  <a:path w="533400" h="438150">
                    <a:moveTo>
                      <a:pt x="80028" y="146331"/>
                    </a:moveTo>
                    <a:lnTo>
                      <a:pt x="62263" y="139425"/>
                    </a:lnTo>
                    <a:cubicBezTo>
                      <a:pt x="94658" y="56034"/>
                      <a:pt x="176821" y="8"/>
                      <a:pt x="266708" y="8"/>
                    </a:cubicBezTo>
                    <a:cubicBezTo>
                      <a:pt x="356586" y="8"/>
                      <a:pt x="438749" y="56034"/>
                      <a:pt x="471153" y="139425"/>
                    </a:cubicBezTo>
                    <a:lnTo>
                      <a:pt x="453379" y="146331"/>
                    </a:lnTo>
                    <a:cubicBezTo>
                      <a:pt x="423813" y="70198"/>
                      <a:pt x="348794" y="19058"/>
                      <a:pt x="266708" y="19058"/>
                    </a:cubicBezTo>
                    <a:cubicBezTo>
                      <a:pt x="184612" y="19058"/>
                      <a:pt x="109593" y="70198"/>
                      <a:pt x="80028" y="146331"/>
                    </a:cubicBezTo>
                    <a:lnTo>
                      <a:pt x="80028" y="146331"/>
                    </a:lnTo>
                    <a:close/>
                    <a:moveTo>
                      <a:pt x="453379" y="291825"/>
                    </a:moveTo>
                    <a:lnTo>
                      <a:pt x="471153" y="298731"/>
                    </a:lnTo>
                    <a:cubicBezTo>
                      <a:pt x="438749" y="382122"/>
                      <a:pt x="356586" y="438158"/>
                      <a:pt x="266708" y="438158"/>
                    </a:cubicBezTo>
                    <a:cubicBezTo>
                      <a:pt x="176821" y="438158"/>
                      <a:pt x="94658" y="382122"/>
                      <a:pt x="62263" y="298731"/>
                    </a:cubicBezTo>
                    <a:lnTo>
                      <a:pt x="80028" y="291825"/>
                    </a:lnTo>
                    <a:cubicBezTo>
                      <a:pt x="109593" y="367959"/>
                      <a:pt x="184612" y="419108"/>
                      <a:pt x="266708" y="419108"/>
                    </a:cubicBezTo>
                    <a:cubicBezTo>
                      <a:pt x="348794" y="419108"/>
                      <a:pt x="423813" y="367959"/>
                      <a:pt x="453379" y="291825"/>
                    </a:cubicBezTo>
                    <a:lnTo>
                      <a:pt x="453379" y="291825"/>
                    </a:lnTo>
                    <a:close/>
                    <a:moveTo>
                      <a:pt x="514358" y="252916"/>
                    </a:moveTo>
                    <a:cubicBezTo>
                      <a:pt x="514358" y="255230"/>
                      <a:pt x="512405" y="257183"/>
                      <a:pt x="510081" y="257183"/>
                    </a:cubicBezTo>
                    <a:lnTo>
                      <a:pt x="442425" y="257183"/>
                    </a:lnTo>
                    <a:cubicBezTo>
                      <a:pt x="440111" y="257183"/>
                      <a:pt x="438158" y="255230"/>
                      <a:pt x="438158" y="252916"/>
                    </a:cubicBezTo>
                    <a:lnTo>
                      <a:pt x="438158" y="185241"/>
                    </a:lnTo>
                    <a:cubicBezTo>
                      <a:pt x="438158" y="182936"/>
                      <a:pt x="440111" y="180983"/>
                      <a:pt x="442425" y="180983"/>
                    </a:cubicBezTo>
                    <a:lnTo>
                      <a:pt x="510081" y="180983"/>
                    </a:lnTo>
                    <a:cubicBezTo>
                      <a:pt x="512405" y="180983"/>
                      <a:pt x="514358" y="182936"/>
                      <a:pt x="514358" y="185241"/>
                    </a:cubicBezTo>
                    <a:lnTo>
                      <a:pt x="514358" y="252916"/>
                    </a:lnTo>
                    <a:close/>
                    <a:moveTo>
                      <a:pt x="510081" y="161933"/>
                    </a:moveTo>
                    <a:lnTo>
                      <a:pt x="442425" y="161933"/>
                    </a:lnTo>
                    <a:cubicBezTo>
                      <a:pt x="429566" y="161933"/>
                      <a:pt x="419108" y="172391"/>
                      <a:pt x="419108" y="185241"/>
                    </a:cubicBezTo>
                    <a:lnTo>
                      <a:pt x="419108" y="252916"/>
                    </a:lnTo>
                    <a:cubicBezTo>
                      <a:pt x="419108" y="265775"/>
                      <a:pt x="429566" y="276233"/>
                      <a:pt x="442425" y="276233"/>
                    </a:cubicBezTo>
                    <a:lnTo>
                      <a:pt x="510081" y="276233"/>
                    </a:lnTo>
                    <a:cubicBezTo>
                      <a:pt x="522940" y="276233"/>
                      <a:pt x="533408" y="265775"/>
                      <a:pt x="533408" y="252916"/>
                    </a:cubicBezTo>
                    <a:lnTo>
                      <a:pt x="533408" y="185241"/>
                    </a:lnTo>
                    <a:cubicBezTo>
                      <a:pt x="533408" y="172391"/>
                      <a:pt x="522940" y="161933"/>
                      <a:pt x="510081" y="161933"/>
                    </a:cubicBezTo>
                    <a:lnTo>
                      <a:pt x="510081" y="161933"/>
                    </a:lnTo>
                    <a:close/>
                    <a:moveTo>
                      <a:pt x="19058" y="252916"/>
                    </a:moveTo>
                    <a:lnTo>
                      <a:pt x="19058" y="185241"/>
                    </a:lnTo>
                    <a:cubicBezTo>
                      <a:pt x="19058" y="182936"/>
                      <a:pt x="21011" y="180983"/>
                      <a:pt x="23325" y="180983"/>
                    </a:cubicBezTo>
                    <a:lnTo>
                      <a:pt x="90981" y="180983"/>
                    </a:lnTo>
                    <a:cubicBezTo>
                      <a:pt x="93305" y="180983"/>
                      <a:pt x="95258" y="182936"/>
                      <a:pt x="95258" y="185241"/>
                    </a:cubicBezTo>
                    <a:lnTo>
                      <a:pt x="95258" y="252916"/>
                    </a:lnTo>
                    <a:cubicBezTo>
                      <a:pt x="95258" y="255230"/>
                      <a:pt x="93305" y="257183"/>
                      <a:pt x="90981" y="257183"/>
                    </a:cubicBezTo>
                    <a:lnTo>
                      <a:pt x="23325" y="257183"/>
                    </a:lnTo>
                    <a:cubicBezTo>
                      <a:pt x="21011" y="257183"/>
                      <a:pt x="19058" y="255230"/>
                      <a:pt x="19058" y="252916"/>
                    </a:cubicBezTo>
                    <a:lnTo>
                      <a:pt x="19058" y="252916"/>
                    </a:lnTo>
                    <a:close/>
                    <a:moveTo>
                      <a:pt x="114308" y="252916"/>
                    </a:moveTo>
                    <a:lnTo>
                      <a:pt x="114308" y="185241"/>
                    </a:lnTo>
                    <a:cubicBezTo>
                      <a:pt x="114308" y="172391"/>
                      <a:pt x="103840" y="161933"/>
                      <a:pt x="90981" y="161933"/>
                    </a:cubicBezTo>
                    <a:lnTo>
                      <a:pt x="23325" y="161933"/>
                    </a:lnTo>
                    <a:cubicBezTo>
                      <a:pt x="10466" y="161933"/>
                      <a:pt x="8" y="172391"/>
                      <a:pt x="8" y="185241"/>
                    </a:cubicBezTo>
                    <a:lnTo>
                      <a:pt x="8" y="252916"/>
                    </a:lnTo>
                    <a:cubicBezTo>
                      <a:pt x="8" y="265775"/>
                      <a:pt x="10466" y="276233"/>
                      <a:pt x="23325" y="276233"/>
                    </a:cubicBezTo>
                    <a:lnTo>
                      <a:pt x="90981" y="276233"/>
                    </a:lnTo>
                    <a:cubicBezTo>
                      <a:pt x="103840" y="276233"/>
                      <a:pt x="114308" y="265775"/>
                      <a:pt x="114308" y="252916"/>
                    </a:cubicBezTo>
                    <a:lnTo>
                      <a:pt x="114308" y="252916"/>
                    </a:lnTo>
                    <a:close/>
                    <a:moveTo>
                      <a:pt x="276233" y="228608"/>
                    </a:moveTo>
                    <a:lnTo>
                      <a:pt x="323858" y="228608"/>
                    </a:lnTo>
                    <a:lnTo>
                      <a:pt x="323858" y="190508"/>
                    </a:lnTo>
                    <a:lnTo>
                      <a:pt x="276233" y="190508"/>
                    </a:lnTo>
                    <a:lnTo>
                      <a:pt x="276233" y="228608"/>
                    </a:lnTo>
                    <a:close/>
                    <a:moveTo>
                      <a:pt x="209558" y="228608"/>
                    </a:moveTo>
                    <a:lnTo>
                      <a:pt x="257183" y="228608"/>
                    </a:lnTo>
                    <a:lnTo>
                      <a:pt x="257183" y="190508"/>
                    </a:lnTo>
                    <a:lnTo>
                      <a:pt x="209558" y="190508"/>
                    </a:lnTo>
                    <a:lnTo>
                      <a:pt x="209558" y="228608"/>
                    </a:lnTo>
                    <a:close/>
                    <a:moveTo>
                      <a:pt x="190508" y="247658"/>
                    </a:moveTo>
                    <a:lnTo>
                      <a:pt x="342908" y="247658"/>
                    </a:lnTo>
                    <a:lnTo>
                      <a:pt x="342908" y="171458"/>
                    </a:lnTo>
                    <a:lnTo>
                      <a:pt x="190508" y="171458"/>
                    </a:lnTo>
                    <a:lnTo>
                      <a:pt x="190508" y="247658"/>
                    </a:lnTo>
                    <a:close/>
                    <a:moveTo>
                      <a:pt x="257183" y="266708"/>
                    </a:moveTo>
                    <a:lnTo>
                      <a:pt x="257183" y="295283"/>
                    </a:lnTo>
                    <a:lnTo>
                      <a:pt x="171458" y="295283"/>
                    </a:lnTo>
                    <a:lnTo>
                      <a:pt x="171458" y="266708"/>
                    </a:lnTo>
                    <a:lnTo>
                      <a:pt x="152408" y="266708"/>
                    </a:lnTo>
                    <a:lnTo>
                      <a:pt x="152408" y="152408"/>
                    </a:lnTo>
                    <a:lnTo>
                      <a:pt x="381008" y="152408"/>
                    </a:lnTo>
                    <a:lnTo>
                      <a:pt x="381008" y="266708"/>
                    </a:lnTo>
                    <a:lnTo>
                      <a:pt x="342908" y="266708"/>
                    </a:lnTo>
                    <a:lnTo>
                      <a:pt x="342908" y="295283"/>
                    </a:lnTo>
                    <a:lnTo>
                      <a:pt x="314333" y="295283"/>
                    </a:lnTo>
                    <a:lnTo>
                      <a:pt x="314333" y="266708"/>
                    </a:lnTo>
                    <a:lnTo>
                      <a:pt x="257183" y="266708"/>
                    </a:lnTo>
                    <a:close/>
                    <a:moveTo>
                      <a:pt x="361958" y="314333"/>
                    </a:moveTo>
                    <a:lnTo>
                      <a:pt x="361958" y="285758"/>
                    </a:lnTo>
                    <a:lnTo>
                      <a:pt x="400058" y="285758"/>
                    </a:lnTo>
                    <a:lnTo>
                      <a:pt x="400058" y="133358"/>
                    </a:lnTo>
                    <a:lnTo>
                      <a:pt x="133358" y="133358"/>
                    </a:lnTo>
                    <a:lnTo>
                      <a:pt x="133358" y="285758"/>
                    </a:lnTo>
                    <a:lnTo>
                      <a:pt x="152408" y="285758"/>
                    </a:lnTo>
                    <a:lnTo>
                      <a:pt x="152408" y="314333"/>
                    </a:lnTo>
                    <a:lnTo>
                      <a:pt x="276233" y="314333"/>
                    </a:lnTo>
                    <a:lnTo>
                      <a:pt x="276233" y="285758"/>
                    </a:lnTo>
                    <a:lnTo>
                      <a:pt x="295283" y="285758"/>
                    </a:lnTo>
                    <a:lnTo>
                      <a:pt x="295283" y="314333"/>
                    </a:lnTo>
                    <a:lnTo>
                      <a:pt x="361958" y="314333"/>
                    </a:lnTo>
                    <a:close/>
                  </a:path>
                </a:pathLst>
              </a:custGeom>
              <a:solidFill>
                <a:srgbClr val="FFFFFF"/>
              </a:solidFill>
              <a:ln w="9525" cap="flat">
                <a:noFill/>
                <a:prstDash val="solid"/>
                <a:miter/>
              </a:ln>
            </p:spPr>
            <p:txBody>
              <a:bodyPr rtlCol="0" anchor="ctr"/>
              <a:lstStyle/>
              <a:p>
                <a:pPr defTabSz="846228">
                  <a:defRPr/>
                </a:pPr>
                <a:endParaRPr lang="en-US" sz="2400" kern="0">
                  <a:solidFill>
                    <a:srgbClr val="000000"/>
                  </a:solidFill>
                  <a:latin typeface="+mn-ea"/>
                </a:endParaRPr>
              </a:p>
            </p:txBody>
          </p:sp>
          <p:sp>
            <p:nvSpPr>
              <p:cNvPr id="28" name="TextBox 113">
                <a:extLst>
                  <a:ext uri="{FF2B5EF4-FFF2-40B4-BE49-F238E27FC236}">
                    <a16:creationId xmlns:a16="http://schemas.microsoft.com/office/drawing/2014/main" id="{1CC02519-36D1-1068-22BA-3CC08A48E7B7}"/>
                  </a:ext>
                </a:extLst>
              </p:cNvPr>
              <p:cNvSpPr txBox="1"/>
              <p:nvPr/>
            </p:nvSpPr>
            <p:spPr>
              <a:xfrm>
                <a:off x="17202403" y="6057896"/>
                <a:ext cx="740559" cy="403433"/>
              </a:xfrm>
              <a:prstGeom prst="rect">
                <a:avLst/>
              </a:prstGeom>
              <a:noFill/>
            </p:spPr>
            <p:txBody>
              <a:bodyPr wrap="none" rtlCol="0">
                <a:spAutoFit/>
              </a:bodyPr>
              <a:lstStyle/>
              <a:p>
                <a:pPr defTabSz="846228">
                  <a:defRPr/>
                </a:pPr>
                <a:r>
                  <a:rPr lang="en-US" sz="1200" kern="0" dirty="0">
                    <a:solidFill>
                      <a:srgbClr val="FFFFFF"/>
                    </a:solidFill>
                    <a:latin typeface="+mn-ea"/>
                    <a:cs typeface="Amazon Ember Display" panose="020F0603020204020204" pitchFamily="34" charset="0"/>
                  </a:rPr>
                  <a:t>Nitro</a:t>
                </a:r>
              </a:p>
            </p:txBody>
          </p:sp>
          <p:pic>
            <p:nvPicPr>
              <p:cNvPr id="29" name="Graphic 114">
                <a:extLst>
                  <a:ext uri="{FF2B5EF4-FFF2-40B4-BE49-F238E27FC236}">
                    <a16:creationId xmlns:a16="http://schemas.microsoft.com/office/drawing/2014/main" id="{7F232145-1C9F-F2E7-8998-E2AE309E1CFF}"/>
                  </a:ext>
                </a:extLst>
              </p:cNvPr>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16748586" y="6037666"/>
                <a:ext cx="417952" cy="417952"/>
              </a:xfrm>
              <a:prstGeom prst="rect">
                <a:avLst/>
              </a:prstGeom>
            </p:spPr>
          </p:pic>
        </p:grpSp>
      </p:grpSp>
      <p:sp>
        <p:nvSpPr>
          <p:cNvPr id="44" name="TextBox 129">
            <a:extLst>
              <a:ext uri="{FF2B5EF4-FFF2-40B4-BE49-F238E27FC236}">
                <a16:creationId xmlns:a16="http://schemas.microsoft.com/office/drawing/2014/main" id="{F7906102-EAB0-BAD1-D0DE-1CB563943931}"/>
              </a:ext>
            </a:extLst>
          </p:cNvPr>
          <p:cNvSpPr txBox="1"/>
          <p:nvPr/>
        </p:nvSpPr>
        <p:spPr>
          <a:xfrm>
            <a:off x="6371016" y="3522426"/>
            <a:ext cx="1858201" cy="338554"/>
          </a:xfrm>
          <a:prstGeom prst="rect">
            <a:avLst/>
          </a:prstGeom>
          <a:noFill/>
        </p:spPr>
        <p:txBody>
          <a:bodyPr wrap="none" rtlCol="0">
            <a:spAutoFit/>
          </a:bodyPr>
          <a:lstStyle/>
          <a:p>
            <a:pPr defTabSz="846228">
              <a:defRPr/>
            </a:pPr>
            <a:r>
              <a:rPr lang="en-US" sz="1600" b="1" kern="0" dirty="0">
                <a:solidFill>
                  <a:srgbClr val="FFFF00"/>
                </a:solidFill>
                <a:latin typeface="+mn-ea"/>
                <a:cs typeface="Amazon Ember Display" panose="020F0603020204020204" pitchFamily="34" charset="0"/>
              </a:rPr>
              <a:t>Amazon Bedrock</a:t>
            </a:r>
          </a:p>
        </p:txBody>
      </p:sp>
      <p:pic>
        <p:nvPicPr>
          <p:cNvPr id="45" name="Graphic 130">
            <a:extLst>
              <a:ext uri="{FF2B5EF4-FFF2-40B4-BE49-F238E27FC236}">
                <a16:creationId xmlns:a16="http://schemas.microsoft.com/office/drawing/2014/main" id="{8DEE7B07-9305-CABF-4A79-7873105D974F}"/>
              </a:ext>
            </a:extLst>
          </p:cNvPr>
          <p:cNvPicPr>
            <a:picLocks/>
          </p:cNvPicPr>
          <p:nvPr/>
        </p:nvPicPr>
        <p:blipFill>
          <a:blip r:embed="rId17">
            <a:extLst>
              <a:ext uri="{28A0092B-C50C-407E-A947-70E740481C1C}">
                <a14:useLocalDpi xmlns:a14="http://schemas.microsoft.com/office/drawing/2010/main"/>
              </a:ext>
              <a:ext uri="{96DAC541-7B7A-43D3-8B79-37D633B846F1}">
                <asvg:svgBlip xmlns:asvg="http://schemas.microsoft.com/office/drawing/2016/SVG/main" r:embed="rId18"/>
              </a:ext>
            </a:extLst>
          </a:blip>
          <a:srcRect t="756" b="756"/>
          <a:stretch/>
        </p:blipFill>
        <p:spPr>
          <a:xfrm>
            <a:off x="5891147" y="3488935"/>
            <a:ext cx="369872" cy="378292"/>
          </a:xfrm>
          <a:prstGeom prst="rect">
            <a:avLst/>
          </a:prstGeom>
        </p:spPr>
      </p:pic>
      <p:sp>
        <p:nvSpPr>
          <p:cNvPr id="46" name="TextBox 131">
            <a:extLst>
              <a:ext uri="{FF2B5EF4-FFF2-40B4-BE49-F238E27FC236}">
                <a16:creationId xmlns:a16="http://schemas.microsoft.com/office/drawing/2014/main" id="{0708B92A-F79B-A4D9-DCEE-8B77161040D1}"/>
              </a:ext>
            </a:extLst>
          </p:cNvPr>
          <p:cNvSpPr txBox="1"/>
          <p:nvPr/>
        </p:nvSpPr>
        <p:spPr>
          <a:xfrm>
            <a:off x="4686702" y="3946593"/>
            <a:ext cx="1361225" cy="276999"/>
          </a:xfrm>
          <a:prstGeom prst="rect">
            <a:avLst/>
          </a:prstGeom>
          <a:noFill/>
        </p:spPr>
        <p:txBody>
          <a:bodyPr wrap="square" rtlCol="0">
            <a:spAutoFit/>
          </a:bodyPr>
          <a:lstStyle/>
          <a:p>
            <a:pPr algn="ctr" defTabSz="846228">
              <a:defRPr/>
            </a:pPr>
            <a:r>
              <a:rPr lang="en-US" sz="1200" kern="0" dirty="0">
                <a:solidFill>
                  <a:srgbClr val="FFFFFF"/>
                </a:solidFill>
                <a:latin typeface="+mn-ea"/>
                <a:cs typeface="Amazon Ember Display Light" panose="020F0403020204020204" pitchFamily="34" charset="0"/>
              </a:rPr>
              <a:t>Guardrails</a:t>
            </a:r>
          </a:p>
        </p:txBody>
      </p:sp>
      <p:sp>
        <p:nvSpPr>
          <p:cNvPr id="47" name="TextBox 132">
            <a:extLst>
              <a:ext uri="{FF2B5EF4-FFF2-40B4-BE49-F238E27FC236}">
                <a16:creationId xmlns:a16="http://schemas.microsoft.com/office/drawing/2014/main" id="{561E89CD-2E4F-2C90-9144-E8FA8699165F}"/>
              </a:ext>
            </a:extLst>
          </p:cNvPr>
          <p:cNvSpPr txBox="1"/>
          <p:nvPr/>
        </p:nvSpPr>
        <p:spPr>
          <a:xfrm>
            <a:off x="5580406" y="3946593"/>
            <a:ext cx="1361225" cy="276999"/>
          </a:xfrm>
          <a:prstGeom prst="rect">
            <a:avLst/>
          </a:prstGeom>
          <a:noFill/>
        </p:spPr>
        <p:txBody>
          <a:bodyPr wrap="square" rtlCol="0">
            <a:spAutoFit/>
          </a:bodyPr>
          <a:lstStyle/>
          <a:p>
            <a:pPr algn="ctr" defTabSz="846228">
              <a:defRPr/>
            </a:pPr>
            <a:r>
              <a:rPr lang="en-US" sz="1200" kern="0" dirty="0">
                <a:solidFill>
                  <a:srgbClr val="FFFFFF"/>
                </a:solidFill>
                <a:latin typeface="+mn-ea"/>
                <a:cs typeface="Amazon Ember Display Light" panose="020F0403020204020204" pitchFamily="34" charset="0"/>
              </a:rPr>
              <a:t>Agents</a:t>
            </a:r>
          </a:p>
        </p:txBody>
      </p:sp>
      <p:sp>
        <p:nvSpPr>
          <p:cNvPr id="48" name="TextBox 133">
            <a:extLst>
              <a:ext uri="{FF2B5EF4-FFF2-40B4-BE49-F238E27FC236}">
                <a16:creationId xmlns:a16="http://schemas.microsoft.com/office/drawing/2014/main" id="{25D743A9-42DB-DBC9-F68B-1C40344884D2}"/>
              </a:ext>
            </a:extLst>
          </p:cNvPr>
          <p:cNvSpPr txBox="1"/>
          <p:nvPr/>
        </p:nvSpPr>
        <p:spPr>
          <a:xfrm>
            <a:off x="6618715" y="3946593"/>
            <a:ext cx="1646792" cy="276999"/>
          </a:xfrm>
          <a:prstGeom prst="rect">
            <a:avLst/>
          </a:prstGeom>
          <a:noFill/>
        </p:spPr>
        <p:txBody>
          <a:bodyPr wrap="square" rtlCol="0">
            <a:spAutoFit/>
          </a:bodyPr>
          <a:lstStyle/>
          <a:p>
            <a:pPr algn="ctr" defTabSz="846228">
              <a:defRPr/>
            </a:pPr>
            <a:r>
              <a:rPr lang="en-US" sz="1200" kern="0" dirty="0">
                <a:solidFill>
                  <a:srgbClr val="FFFFFF"/>
                </a:solidFill>
                <a:latin typeface="+mn-ea"/>
                <a:cs typeface="Amazon Ember Display Light" panose="020F0403020204020204" pitchFamily="34" charset="0"/>
              </a:rPr>
              <a:t>Knowledge Bases</a:t>
            </a:r>
          </a:p>
        </p:txBody>
      </p:sp>
      <p:cxnSp>
        <p:nvCxnSpPr>
          <p:cNvPr id="53" name="Elbow Connector 138">
            <a:extLst>
              <a:ext uri="{FF2B5EF4-FFF2-40B4-BE49-F238E27FC236}">
                <a16:creationId xmlns:a16="http://schemas.microsoft.com/office/drawing/2014/main" id="{D3DE2A20-5555-1017-93D7-5D5793C28F44}"/>
              </a:ext>
            </a:extLst>
          </p:cNvPr>
          <p:cNvCxnSpPr>
            <a:cxnSpLocks/>
          </p:cNvCxnSpPr>
          <p:nvPr/>
        </p:nvCxnSpPr>
        <p:spPr>
          <a:xfrm flipV="1">
            <a:off x="4969670" y="3677948"/>
            <a:ext cx="474012" cy="181683"/>
          </a:xfrm>
          <a:prstGeom prst="bentConnector3">
            <a:avLst>
              <a:gd name="adj1" fmla="val 195"/>
            </a:avLst>
          </a:prstGeom>
          <a:noFill/>
          <a:ln w="19050" cap="flat" cmpd="sng" algn="ctr">
            <a:solidFill>
              <a:srgbClr val="FFFFFF"/>
            </a:solidFill>
            <a:prstDash val="solid"/>
            <a:miter lim="800000"/>
          </a:ln>
          <a:effectLst/>
        </p:spPr>
      </p:cxnSp>
      <p:cxnSp>
        <p:nvCxnSpPr>
          <p:cNvPr id="51" name="Straight Connector 136">
            <a:extLst>
              <a:ext uri="{FF2B5EF4-FFF2-40B4-BE49-F238E27FC236}">
                <a16:creationId xmlns:a16="http://schemas.microsoft.com/office/drawing/2014/main" id="{48D42153-7780-D3D8-D3C1-8A96A8F7C64D}"/>
              </a:ext>
            </a:extLst>
          </p:cNvPr>
          <p:cNvCxnSpPr>
            <a:cxnSpLocks/>
          </p:cNvCxnSpPr>
          <p:nvPr/>
        </p:nvCxnSpPr>
        <p:spPr>
          <a:xfrm>
            <a:off x="5868635" y="4003118"/>
            <a:ext cx="0" cy="194725"/>
          </a:xfrm>
          <a:prstGeom prst="line">
            <a:avLst/>
          </a:prstGeom>
          <a:noFill/>
          <a:ln w="19050" cap="flat" cmpd="sng" algn="ctr">
            <a:solidFill>
              <a:srgbClr val="FFFFFF"/>
            </a:solidFill>
            <a:prstDash val="solid"/>
            <a:miter lim="800000"/>
          </a:ln>
          <a:effectLst/>
        </p:spPr>
      </p:cxnSp>
      <p:cxnSp>
        <p:nvCxnSpPr>
          <p:cNvPr id="52" name="Straight Connector 137">
            <a:extLst>
              <a:ext uri="{FF2B5EF4-FFF2-40B4-BE49-F238E27FC236}">
                <a16:creationId xmlns:a16="http://schemas.microsoft.com/office/drawing/2014/main" id="{A627C932-0313-D05C-2278-5FF834294329}"/>
              </a:ext>
            </a:extLst>
          </p:cNvPr>
          <p:cNvCxnSpPr>
            <a:cxnSpLocks/>
          </p:cNvCxnSpPr>
          <p:nvPr/>
        </p:nvCxnSpPr>
        <p:spPr>
          <a:xfrm>
            <a:off x="6651028" y="4003118"/>
            <a:ext cx="0" cy="194725"/>
          </a:xfrm>
          <a:prstGeom prst="line">
            <a:avLst/>
          </a:prstGeom>
          <a:noFill/>
          <a:ln w="19050" cap="flat" cmpd="sng" algn="ctr">
            <a:solidFill>
              <a:srgbClr val="FFFFFF"/>
            </a:solidFill>
            <a:prstDash val="solid"/>
            <a:miter lim="800000"/>
          </a:ln>
          <a:effectLst/>
        </p:spPr>
      </p:cxnSp>
      <p:sp>
        <p:nvSpPr>
          <p:cNvPr id="56" name="TextBox 141">
            <a:extLst>
              <a:ext uri="{FF2B5EF4-FFF2-40B4-BE49-F238E27FC236}">
                <a16:creationId xmlns:a16="http://schemas.microsoft.com/office/drawing/2014/main" id="{A5B44601-3FE9-20D9-B900-EC5ABB652845}"/>
              </a:ext>
            </a:extLst>
          </p:cNvPr>
          <p:cNvSpPr txBox="1"/>
          <p:nvPr/>
        </p:nvSpPr>
        <p:spPr>
          <a:xfrm>
            <a:off x="5257001" y="2206786"/>
            <a:ext cx="1960604" cy="461665"/>
          </a:xfrm>
          <a:prstGeom prst="rect">
            <a:avLst/>
          </a:prstGeom>
          <a:noFill/>
        </p:spPr>
        <p:txBody>
          <a:bodyPr wrap="square" rtlCol="0">
            <a:spAutoFit/>
          </a:bodyPr>
          <a:lstStyle/>
          <a:p>
            <a:pPr defTabSz="846228">
              <a:defRPr/>
            </a:pPr>
            <a:r>
              <a:rPr lang="en-US" sz="1200" kern="0" dirty="0">
                <a:solidFill>
                  <a:srgbClr val="FFFFFF"/>
                </a:solidFill>
                <a:latin typeface="+mn-ea"/>
                <a:cs typeface="Amazon Ember Display" panose="020F0603020204020204" pitchFamily="34" charset="0"/>
              </a:rPr>
              <a:t>Amazon Q   </a:t>
            </a:r>
            <a:br>
              <a:rPr lang="en-US" sz="1200" kern="0" dirty="0">
                <a:solidFill>
                  <a:srgbClr val="FFFFFF"/>
                </a:solidFill>
                <a:latin typeface="+mn-ea"/>
                <a:cs typeface="Amazon Ember Display" panose="020F0603020204020204" pitchFamily="34" charset="0"/>
              </a:rPr>
            </a:br>
            <a:r>
              <a:rPr lang="en-US" sz="1200" kern="0" dirty="0">
                <a:solidFill>
                  <a:srgbClr val="FFFFFF"/>
                </a:solidFill>
                <a:latin typeface="+mn-ea"/>
                <a:cs typeface="Amazon Ember Display" panose="020F0603020204020204" pitchFamily="34" charset="0"/>
              </a:rPr>
              <a:t>Business</a:t>
            </a:r>
          </a:p>
        </p:txBody>
      </p:sp>
      <p:pic>
        <p:nvPicPr>
          <p:cNvPr id="57" name="Picture 142">
            <a:extLst>
              <a:ext uri="{FF2B5EF4-FFF2-40B4-BE49-F238E27FC236}">
                <a16:creationId xmlns:a16="http://schemas.microsoft.com/office/drawing/2014/main" id="{3A2A09D1-1C97-6512-1F58-1294CC099F82}"/>
              </a:ext>
            </a:extLst>
          </p:cNvPr>
          <p:cNvPicPr>
            <a:picLocks noChangeAspect="1"/>
          </p:cNvPicPr>
          <p:nvPr/>
        </p:nvPicPr>
        <p:blipFill>
          <a:blip r:embed="rId19"/>
          <a:stretch>
            <a:fillRect/>
          </a:stretch>
        </p:blipFill>
        <p:spPr>
          <a:xfrm>
            <a:off x="4932227" y="2225601"/>
            <a:ext cx="253811" cy="260675"/>
          </a:xfrm>
          <a:prstGeom prst="rect">
            <a:avLst/>
          </a:prstGeom>
        </p:spPr>
      </p:pic>
      <p:sp>
        <p:nvSpPr>
          <p:cNvPr id="58" name="TextBox 143">
            <a:extLst>
              <a:ext uri="{FF2B5EF4-FFF2-40B4-BE49-F238E27FC236}">
                <a16:creationId xmlns:a16="http://schemas.microsoft.com/office/drawing/2014/main" id="{77403629-707C-BE97-9AB9-65E715F65B91}"/>
              </a:ext>
            </a:extLst>
          </p:cNvPr>
          <p:cNvSpPr txBox="1"/>
          <p:nvPr/>
        </p:nvSpPr>
        <p:spPr>
          <a:xfrm>
            <a:off x="6704787" y="2206786"/>
            <a:ext cx="1960604" cy="461665"/>
          </a:xfrm>
          <a:prstGeom prst="rect">
            <a:avLst/>
          </a:prstGeom>
          <a:noFill/>
        </p:spPr>
        <p:txBody>
          <a:bodyPr wrap="square" rtlCol="0">
            <a:spAutoFit/>
          </a:bodyPr>
          <a:lstStyle/>
          <a:p>
            <a:pPr defTabSz="846228">
              <a:defRPr/>
            </a:pPr>
            <a:r>
              <a:rPr lang="en-US" sz="1200" kern="0" dirty="0">
                <a:solidFill>
                  <a:srgbClr val="FFFFFF"/>
                </a:solidFill>
                <a:latin typeface="+mn-ea"/>
                <a:cs typeface="Amazon Ember Display" panose="020F0603020204020204" pitchFamily="34" charset="0"/>
              </a:rPr>
              <a:t>Amazon Q in </a:t>
            </a:r>
          </a:p>
          <a:p>
            <a:pPr defTabSz="846228">
              <a:defRPr/>
            </a:pPr>
            <a:r>
              <a:rPr lang="en-US" sz="1200" kern="0" dirty="0">
                <a:solidFill>
                  <a:srgbClr val="FFFFFF"/>
                </a:solidFill>
                <a:latin typeface="+mn-ea"/>
                <a:cs typeface="Amazon Ember Display" panose="020F0603020204020204" pitchFamily="34" charset="0"/>
              </a:rPr>
              <a:t>Amazon QuickSight  </a:t>
            </a:r>
          </a:p>
        </p:txBody>
      </p:sp>
      <p:pic>
        <p:nvPicPr>
          <p:cNvPr id="59" name="Picture 144">
            <a:extLst>
              <a:ext uri="{FF2B5EF4-FFF2-40B4-BE49-F238E27FC236}">
                <a16:creationId xmlns:a16="http://schemas.microsoft.com/office/drawing/2014/main" id="{263E64D2-3107-35A8-4F00-C71CC15D9C85}"/>
              </a:ext>
            </a:extLst>
          </p:cNvPr>
          <p:cNvPicPr>
            <a:picLocks noChangeAspect="1"/>
          </p:cNvPicPr>
          <p:nvPr/>
        </p:nvPicPr>
        <p:blipFill>
          <a:blip r:embed="rId19"/>
          <a:stretch>
            <a:fillRect/>
          </a:stretch>
        </p:blipFill>
        <p:spPr>
          <a:xfrm>
            <a:off x="6343803" y="2221271"/>
            <a:ext cx="253811" cy="260675"/>
          </a:xfrm>
          <a:prstGeom prst="rect">
            <a:avLst/>
          </a:prstGeom>
        </p:spPr>
      </p:pic>
      <p:sp>
        <p:nvSpPr>
          <p:cNvPr id="60" name="TextBox 145">
            <a:extLst>
              <a:ext uri="{FF2B5EF4-FFF2-40B4-BE49-F238E27FC236}">
                <a16:creationId xmlns:a16="http://schemas.microsoft.com/office/drawing/2014/main" id="{ACFEB4FC-7395-8697-26F6-DE0AB911E068}"/>
              </a:ext>
            </a:extLst>
          </p:cNvPr>
          <p:cNvSpPr txBox="1"/>
          <p:nvPr/>
        </p:nvSpPr>
        <p:spPr>
          <a:xfrm>
            <a:off x="8801563" y="2206786"/>
            <a:ext cx="2329192" cy="461665"/>
          </a:xfrm>
          <a:prstGeom prst="rect">
            <a:avLst/>
          </a:prstGeom>
          <a:noFill/>
        </p:spPr>
        <p:txBody>
          <a:bodyPr wrap="square" rtlCol="0">
            <a:spAutoFit/>
          </a:bodyPr>
          <a:lstStyle/>
          <a:p>
            <a:pPr defTabSz="846228">
              <a:defRPr/>
            </a:pPr>
            <a:r>
              <a:rPr lang="en-US" sz="1200" kern="0" dirty="0">
                <a:solidFill>
                  <a:srgbClr val="FFFFFF"/>
                </a:solidFill>
                <a:latin typeface="+mn-ea"/>
                <a:cs typeface="Amazon Ember Display" panose="020F0603020204020204" pitchFamily="34" charset="0"/>
              </a:rPr>
              <a:t>Amazon Q in </a:t>
            </a:r>
          </a:p>
          <a:p>
            <a:pPr defTabSz="846228">
              <a:defRPr/>
            </a:pPr>
            <a:r>
              <a:rPr lang="en-US" sz="1200" kern="0" dirty="0">
                <a:solidFill>
                  <a:srgbClr val="FFFFFF"/>
                </a:solidFill>
                <a:latin typeface="+mn-ea"/>
                <a:cs typeface="Amazon Ember Display" panose="020F0603020204020204" pitchFamily="34" charset="0"/>
              </a:rPr>
              <a:t>Amazon Connect  </a:t>
            </a:r>
          </a:p>
        </p:txBody>
      </p:sp>
      <p:pic>
        <p:nvPicPr>
          <p:cNvPr id="61" name="Picture 146">
            <a:extLst>
              <a:ext uri="{FF2B5EF4-FFF2-40B4-BE49-F238E27FC236}">
                <a16:creationId xmlns:a16="http://schemas.microsoft.com/office/drawing/2014/main" id="{B18BA2BE-5291-BE65-98D1-B8364A45D2DE}"/>
              </a:ext>
            </a:extLst>
          </p:cNvPr>
          <p:cNvPicPr>
            <a:picLocks noChangeAspect="1"/>
          </p:cNvPicPr>
          <p:nvPr/>
        </p:nvPicPr>
        <p:blipFill>
          <a:blip r:embed="rId19"/>
          <a:stretch>
            <a:fillRect/>
          </a:stretch>
        </p:blipFill>
        <p:spPr>
          <a:xfrm>
            <a:off x="8440577" y="2221271"/>
            <a:ext cx="253811" cy="260675"/>
          </a:xfrm>
          <a:prstGeom prst="rect">
            <a:avLst/>
          </a:prstGeom>
        </p:spPr>
      </p:pic>
      <p:sp>
        <p:nvSpPr>
          <p:cNvPr id="62" name="TextBox 147">
            <a:extLst>
              <a:ext uri="{FF2B5EF4-FFF2-40B4-BE49-F238E27FC236}">
                <a16:creationId xmlns:a16="http://schemas.microsoft.com/office/drawing/2014/main" id="{8F0762C2-238D-4A37-51BE-E1D0DCC20479}"/>
              </a:ext>
            </a:extLst>
          </p:cNvPr>
          <p:cNvSpPr txBox="1"/>
          <p:nvPr/>
        </p:nvSpPr>
        <p:spPr>
          <a:xfrm>
            <a:off x="10653128" y="2206785"/>
            <a:ext cx="1647043" cy="461665"/>
          </a:xfrm>
          <a:prstGeom prst="rect">
            <a:avLst/>
          </a:prstGeom>
          <a:noFill/>
        </p:spPr>
        <p:txBody>
          <a:bodyPr wrap="square" rtlCol="0">
            <a:spAutoFit/>
          </a:bodyPr>
          <a:lstStyle/>
          <a:p>
            <a:pPr defTabSz="846228">
              <a:defRPr/>
            </a:pPr>
            <a:r>
              <a:rPr lang="en-US" sz="1200" kern="0" dirty="0">
                <a:solidFill>
                  <a:srgbClr val="FFFFFF"/>
                </a:solidFill>
                <a:latin typeface="+mn-ea"/>
                <a:cs typeface="Amazon Ember Display" panose="020F0603020204020204" pitchFamily="34" charset="0"/>
              </a:rPr>
              <a:t>Amazon Q</a:t>
            </a:r>
          </a:p>
          <a:p>
            <a:pPr defTabSz="846228">
              <a:defRPr/>
            </a:pPr>
            <a:r>
              <a:rPr lang="en-US" sz="1200" kern="0" dirty="0">
                <a:solidFill>
                  <a:srgbClr val="FFFFFF"/>
                </a:solidFill>
                <a:latin typeface="+mn-ea"/>
                <a:cs typeface="Amazon Ember Display" panose="020F0603020204020204" pitchFamily="34" charset="0"/>
              </a:rPr>
              <a:t>Developer</a:t>
            </a:r>
          </a:p>
        </p:txBody>
      </p:sp>
      <p:pic>
        <p:nvPicPr>
          <p:cNvPr id="65" name="Graphic 6" descr="Amazon Bedrock service icon.">
            <a:extLst>
              <a:ext uri="{FF2B5EF4-FFF2-40B4-BE49-F238E27FC236}">
                <a16:creationId xmlns:a16="http://schemas.microsoft.com/office/drawing/2014/main" id="{380C2AF8-7731-BAC2-DE8A-D6D4A6D9762A}"/>
              </a:ext>
            </a:extLst>
          </p:cNvPr>
          <p:cNvPicPr>
            <a:picLocks noChangeAspect="1"/>
          </p:cNvPicPr>
          <p:nvPr/>
        </p:nvPicPr>
        <p:blipFill>
          <a:blip r:embed="rId20">
            <a:extLst>
              <a:ext uri="{96DAC541-7B7A-43D3-8B79-37D633B846F1}">
                <asvg:svgBlip xmlns:asvg="http://schemas.microsoft.com/office/drawing/2016/SVG/main" r:embed="rId21"/>
              </a:ext>
            </a:extLst>
          </a:blip>
          <a:srcRect/>
          <a:stretch/>
        </p:blipFill>
        <p:spPr>
          <a:xfrm>
            <a:off x="5804183" y="3427363"/>
            <a:ext cx="528000" cy="528000"/>
          </a:xfrm>
          <a:prstGeom prst="rect">
            <a:avLst/>
          </a:prstGeom>
        </p:spPr>
      </p:pic>
      <p:pic>
        <p:nvPicPr>
          <p:cNvPr id="3" name="Picture 146">
            <a:extLst>
              <a:ext uri="{FF2B5EF4-FFF2-40B4-BE49-F238E27FC236}">
                <a16:creationId xmlns:a16="http://schemas.microsoft.com/office/drawing/2014/main" id="{BD46385F-494B-1301-BE25-5662213D663C}"/>
              </a:ext>
            </a:extLst>
          </p:cNvPr>
          <p:cNvPicPr>
            <a:picLocks noChangeAspect="1"/>
          </p:cNvPicPr>
          <p:nvPr/>
        </p:nvPicPr>
        <p:blipFill>
          <a:blip r:embed="rId19"/>
          <a:stretch>
            <a:fillRect/>
          </a:stretch>
        </p:blipFill>
        <p:spPr>
          <a:xfrm>
            <a:off x="10384737" y="2221271"/>
            <a:ext cx="253811" cy="260675"/>
          </a:xfrm>
          <a:prstGeom prst="rect">
            <a:avLst/>
          </a:prstGeom>
        </p:spPr>
      </p:pic>
      <p:sp>
        <p:nvSpPr>
          <p:cNvPr id="4" name="TextBox 133">
            <a:extLst>
              <a:ext uri="{FF2B5EF4-FFF2-40B4-BE49-F238E27FC236}">
                <a16:creationId xmlns:a16="http://schemas.microsoft.com/office/drawing/2014/main" id="{98746CB0-F8DB-CF9E-3DCF-8A793E253C42}"/>
              </a:ext>
            </a:extLst>
          </p:cNvPr>
          <p:cNvSpPr txBox="1"/>
          <p:nvPr/>
        </p:nvSpPr>
        <p:spPr>
          <a:xfrm>
            <a:off x="8212597" y="3946593"/>
            <a:ext cx="1646792" cy="276999"/>
          </a:xfrm>
          <a:prstGeom prst="rect">
            <a:avLst/>
          </a:prstGeom>
          <a:noFill/>
        </p:spPr>
        <p:txBody>
          <a:bodyPr wrap="square" rtlCol="0">
            <a:spAutoFit/>
          </a:bodyPr>
          <a:lstStyle/>
          <a:p>
            <a:pPr algn="ctr" defTabSz="846228">
              <a:defRPr/>
            </a:pPr>
            <a:r>
              <a:rPr lang="en-US" sz="1200" kern="0" dirty="0">
                <a:solidFill>
                  <a:srgbClr val="FFFFFF"/>
                </a:solidFill>
                <a:latin typeface="+mn-ea"/>
                <a:cs typeface="Amazon Ember Display Light" panose="020F0403020204020204" pitchFamily="34" charset="0"/>
              </a:rPr>
              <a:t>Prompt Caching</a:t>
            </a:r>
          </a:p>
        </p:txBody>
      </p:sp>
      <p:cxnSp>
        <p:nvCxnSpPr>
          <p:cNvPr id="43" name="Straight Connector 137">
            <a:extLst>
              <a:ext uri="{FF2B5EF4-FFF2-40B4-BE49-F238E27FC236}">
                <a16:creationId xmlns:a16="http://schemas.microsoft.com/office/drawing/2014/main" id="{3827D4F0-F107-FA62-A1BC-D15F5FD07FCB}"/>
              </a:ext>
            </a:extLst>
          </p:cNvPr>
          <p:cNvCxnSpPr>
            <a:cxnSpLocks/>
          </p:cNvCxnSpPr>
          <p:nvPr/>
        </p:nvCxnSpPr>
        <p:spPr>
          <a:xfrm>
            <a:off x="8320301" y="4003118"/>
            <a:ext cx="0" cy="194725"/>
          </a:xfrm>
          <a:prstGeom prst="line">
            <a:avLst/>
          </a:prstGeom>
          <a:noFill/>
          <a:ln w="19050" cap="flat" cmpd="sng" algn="ctr">
            <a:solidFill>
              <a:srgbClr val="FFFFFF"/>
            </a:solidFill>
            <a:prstDash val="solid"/>
            <a:miter lim="800000"/>
          </a:ln>
          <a:effectLst/>
        </p:spPr>
      </p:cxnSp>
      <p:sp>
        <p:nvSpPr>
          <p:cNvPr id="49" name="TextBox 133">
            <a:extLst>
              <a:ext uri="{FF2B5EF4-FFF2-40B4-BE49-F238E27FC236}">
                <a16:creationId xmlns:a16="http://schemas.microsoft.com/office/drawing/2014/main" id="{D900E5D9-7E87-9087-E679-2CEE9354A2B3}"/>
              </a:ext>
            </a:extLst>
          </p:cNvPr>
          <p:cNvSpPr txBox="1"/>
          <p:nvPr/>
        </p:nvSpPr>
        <p:spPr>
          <a:xfrm>
            <a:off x="9587101" y="3946593"/>
            <a:ext cx="1646792" cy="276999"/>
          </a:xfrm>
          <a:prstGeom prst="rect">
            <a:avLst/>
          </a:prstGeom>
          <a:noFill/>
        </p:spPr>
        <p:txBody>
          <a:bodyPr wrap="square" rtlCol="0">
            <a:spAutoFit/>
          </a:bodyPr>
          <a:lstStyle/>
          <a:p>
            <a:pPr algn="ctr" defTabSz="846228">
              <a:defRPr/>
            </a:pPr>
            <a:r>
              <a:rPr lang="en-US" sz="1200" kern="0" dirty="0">
                <a:solidFill>
                  <a:srgbClr val="FFFFFF"/>
                </a:solidFill>
                <a:latin typeface="+mn-ea"/>
                <a:cs typeface="Amazon Ember Display Light" panose="020F0403020204020204" pitchFamily="34" charset="0"/>
              </a:rPr>
              <a:t>Prompt Router</a:t>
            </a:r>
          </a:p>
        </p:txBody>
      </p:sp>
      <p:cxnSp>
        <p:nvCxnSpPr>
          <p:cNvPr id="55" name="Straight Connector 137">
            <a:extLst>
              <a:ext uri="{FF2B5EF4-FFF2-40B4-BE49-F238E27FC236}">
                <a16:creationId xmlns:a16="http://schemas.microsoft.com/office/drawing/2014/main" id="{4526F685-F141-1DEB-0708-F24237EF38DB}"/>
              </a:ext>
            </a:extLst>
          </p:cNvPr>
          <p:cNvCxnSpPr>
            <a:cxnSpLocks/>
          </p:cNvCxnSpPr>
          <p:nvPr/>
        </p:nvCxnSpPr>
        <p:spPr>
          <a:xfrm>
            <a:off x="9749600" y="4003118"/>
            <a:ext cx="0" cy="194725"/>
          </a:xfrm>
          <a:prstGeom prst="line">
            <a:avLst/>
          </a:prstGeom>
          <a:noFill/>
          <a:ln w="19050" cap="flat" cmpd="sng" algn="ctr">
            <a:solidFill>
              <a:srgbClr val="FFFFFF"/>
            </a:solidFill>
            <a:prstDash val="solid"/>
            <a:miter lim="800000"/>
          </a:ln>
          <a:effectLst/>
        </p:spPr>
      </p:cxnSp>
      <p:sp>
        <p:nvSpPr>
          <p:cNvPr id="63" name="TextBox 133">
            <a:extLst>
              <a:ext uri="{FF2B5EF4-FFF2-40B4-BE49-F238E27FC236}">
                <a16:creationId xmlns:a16="http://schemas.microsoft.com/office/drawing/2014/main" id="{9BE3EE2C-DC43-3A49-49BF-DAD5FDC75F6D}"/>
              </a:ext>
            </a:extLst>
          </p:cNvPr>
          <p:cNvSpPr txBox="1"/>
          <p:nvPr/>
        </p:nvSpPr>
        <p:spPr>
          <a:xfrm>
            <a:off x="10924829" y="3946593"/>
            <a:ext cx="989623" cy="276999"/>
          </a:xfrm>
          <a:prstGeom prst="rect">
            <a:avLst/>
          </a:prstGeom>
          <a:noFill/>
        </p:spPr>
        <p:txBody>
          <a:bodyPr wrap="square" rtlCol="0">
            <a:spAutoFit/>
          </a:bodyPr>
          <a:lstStyle/>
          <a:p>
            <a:pPr algn="ctr" defTabSz="846228">
              <a:defRPr/>
            </a:pPr>
            <a:r>
              <a:rPr lang="en-US" sz="1200" kern="0" dirty="0">
                <a:solidFill>
                  <a:srgbClr val="FFFFFF"/>
                </a:solidFill>
                <a:latin typeface="+mn-ea"/>
                <a:cs typeface="Amazon Ember Display Light" panose="020F0403020204020204" pitchFamily="34" charset="0"/>
              </a:rPr>
              <a:t>Flows</a:t>
            </a:r>
          </a:p>
        </p:txBody>
      </p:sp>
      <p:cxnSp>
        <p:nvCxnSpPr>
          <p:cNvPr id="64" name="Straight Connector 137">
            <a:extLst>
              <a:ext uri="{FF2B5EF4-FFF2-40B4-BE49-F238E27FC236}">
                <a16:creationId xmlns:a16="http://schemas.microsoft.com/office/drawing/2014/main" id="{D72382EE-1DB2-4A57-0EAC-B4015498121A}"/>
              </a:ext>
            </a:extLst>
          </p:cNvPr>
          <p:cNvCxnSpPr>
            <a:cxnSpLocks/>
          </p:cNvCxnSpPr>
          <p:nvPr/>
        </p:nvCxnSpPr>
        <p:spPr>
          <a:xfrm>
            <a:off x="11073628" y="4003118"/>
            <a:ext cx="0" cy="194725"/>
          </a:xfrm>
          <a:prstGeom prst="line">
            <a:avLst/>
          </a:prstGeom>
          <a:noFill/>
          <a:ln w="19050" cap="flat" cmpd="sng" algn="ctr">
            <a:solidFill>
              <a:srgbClr val="FFFFFF"/>
            </a:solidFill>
            <a:prstDash val="solid"/>
            <a:miter lim="800000"/>
          </a:ln>
          <a:effectLst/>
        </p:spPr>
      </p:cxnSp>
      <p:sp>
        <p:nvSpPr>
          <p:cNvPr id="67" name="フリーフォーム 66">
            <a:extLst>
              <a:ext uri="{FF2B5EF4-FFF2-40B4-BE49-F238E27FC236}">
                <a16:creationId xmlns:a16="http://schemas.microsoft.com/office/drawing/2014/main" id="{9D2A65B6-9ED4-5055-254D-E3FA4626E514}"/>
              </a:ext>
            </a:extLst>
          </p:cNvPr>
          <p:cNvSpPr/>
          <p:nvPr/>
        </p:nvSpPr>
        <p:spPr>
          <a:xfrm>
            <a:off x="8597932" y="3671299"/>
            <a:ext cx="3155704" cy="263405"/>
          </a:xfrm>
          <a:custGeom>
            <a:avLst/>
            <a:gdLst>
              <a:gd name="connsiteX0" fmla="*/ 0 w 2476072"/>
              <a:gd name="connsiteY0" fmla="*/ 0 h 184935"/>
              <a:gd name="connsiteX1" fmla="*/ 2476072 w 2476072"/>
              <a:gd name="connsiteY1" fmla="*/ 0 h 184935"/>
              <a:gd name="connsiteX2" fmla="*/ 2476072 w 2476072"/>
              <a:gd name="connsiteY2" fmla="*/ 184935 h 184935"/>
            </a:gdLst>
            <a:ahLst/>
            <a:cxnLst>
              <a:cxn ang="0">
                <a:pos x="connsiteX0" y="connsiteY0"/>
              </a:cxn>
              <a:cxn ang="0">
                <a:pos x="connsiteX1" y="connsiteY1"/>
              </a:cxn>
              <a:cxn ang="0">
                <a:pos x="connsiteX2" y="connsiteY2"/>
              </a:cxn>
            </a:cxnLst>
            <a:rect l="l" t="t" r="r" b="b"/>
            <a:pathLst>
              <a:path w="2476072" h="184935">
                <a:moveTo>
                  <a:pt x="0" y="0"/>
                </a:moveTo>
                <a:lnTo>
                  <a:pt x="2476072" y="0"/>
                </a:lnTo>
                <a:lnTo>
                  <a:pt x="2476072" y="184935"/>
                </a:lnTo>
              </a:path>
            </a:pathLst>
          </a:custGeom>
          <a:noFill/>
          <a:ln w="19050">
            <a:solidFill>
              <a:schemeClr val="bg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sz="2400"/>
          </a:p>
        </p:txBody>
      </p:sp>
    </p:spTree>
    <p:extLst>
      <p:ext uri="{BB962C8B-B14F-4D97-AF65-F5344CB8AC3E}">
        <p14:creationId xmlns:p14="http://schemas.microsoft.com/office/powerpoint/2010/main" val="37785741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スライド番号プレースホルダー 2">
            <a:extLst>
              <a:ext uri="{FF2B5EF4-FFF2-40B4-BE49-F238E27FC236}">
                <a16:creationId xmlns:a16="http://schemas.microsoft.com/office/drawing/2014/main" id="{5C63F8E8-F11B-18EF-77FF-51DF8F35F052}"/>
              </a:ext>
            </a:extLst>
          </p:cNvPr>
          <p:cNvSpPr>
            <a:spLocks noGrp="1"/>
          </p:cNvSpPr>
          <p:nvPr>
            <p:ph type="sldNum" sz="quarter" idx="12"/>
          </p:nvPr>
        </p:nvSpPr>
        <p:spPr/>
        <p:txBody>
          <a:bodyPr/>
          <a:lstStyle/>
          <a:p>
            <a:fld id="{DC503246-BBCE-4F0A-BCDC-08FC4C52637D}" type="slidenum">
              <a:rPr lang="en-US" smtClean="0"/>
              <a:pPr/>
              <a:t>4</a:t>
            </a:fld>
            <a:endParaRPr lang="en-US"/>
          </a:p>
        </p:txBody>
      </p:sp>
      <p:sp>
        <p:nvSpPr>
          <p:cNvPr id="2" name="タイトル 1">
            <a:extLst>
              <a:ext uri="{FF2B5EF4-FFF2-40B4-BE49-F238E27FC236}">
                <a16:creationId xmlns:a16="http://schemas.microsoft.com/office/drawing/2014/main" id="{FA87474B-EB7B-930E-D971-BA91B2ECD278}"/>
              </a:ext>
            </a:extLst>
          </p:cNvPr>
          <p:cNvSpPr>
            <a:spLocks noGrp="1"/>
          </p:cNvSpPr>
          <p:nvPr>
            <p:ph type="title"/>
          </p:nvPr>
        </p:nvSpPr>
        <p:spPr/>
        <p:txBody>
          <a:bodyPr/>
          <a:lstStyle/>
          <a:p>
            <a:r>
              <a:rPr kumimoji="1" lang="en-US" altLang="ja-JP" dirty="0">
                <a:latin typeface="+mj-ea"/>
              </a:rPr>
              <a:t>Amazon Bedrock – </a:t>
            </a:r>
            <a:r>
              <a:rPr kumimoji="1" lang="ja-JP" altLang="en-US">
                <a:latin typeface="+mj-ea"/>
              </a:rPr>
              <a:t>概要</a:t>
            </a:r>
          </a:p>
        </p:txBody>
      </p:sp>
      <p:sp>
        <p:nvSpPr>
          <p:cNvPr id="13" name="Rectangle 5">
            <a:extLst>
              <a:ext uri="{FF2B5EF4-FFF2-40B4-BE49-F238E27FC236}">
                <a16:creationId xmlns:a16="http://schemas.microsoft.com/office/drawing/2014/main" id="{14E8FB6F-D3F7-FBBE-A720-087233AD33EA}"/>
              </a:ext>
            </a:extLst>
          </p:cNvPr>
          <p:cNvSpPr/>
          <p:nvPr/>
        </p:nvSpPr>
        <p:spPr>
          <a:xfrm>
            <a:off x="2" y="932457"/>
            <a:ext cx="12191999" cy="910632"/>
          </a:xfrm>
          <a:prstGeom prst="rect">
            <a:avLst/>
          </a:prstGeom>
          <a:solidFill>
            <a:srgbClr val="FAFAFA">
              <a:alpha val="15000"/>
            </a:srgbClr>
          </a:solidFill>
          <a:ln w="12700" cap="flat" cmpd="sng" algn="ctr">
            <a:noFill/>
            <a:prstDash val="solid"/>
            <a:miter lim="800000"/>
          </a:ln>
          <a:effectLst/>
        </p:spPr>
        <p:txBody>
          <a:bodyPr rot="0" spcFirstLastPara="0" vertOverflow="overflow" horzOverflow="overflow" vert="horz" wrap="square" lIns="121920" tIns="121920" rIns="121920" bIns="60960" numCol="1" spcCol="0" rtlCol="0" fromWordArt="0" anchor="ctr" anchorCtr="0" forceAA="0" compatLnSpc="1">
            <a:prstTxWarp prst="textNoShape">
              <a:avLst/>
            </a:prstTxWarp>
            <a:noAutofit/>
          </a:bodyPr>
          <a:lstStyle/>
          <a:p>
            <a:pPr algn="ctr" defTabSz="1219170">
              <a:defRPr/>
            </a:pPr>
            <a:r>
              <a:rPr lang="ja-JP" altLang="en-US" sz="2667" kern="0">
                <a:latin typeface="+mn-ea"/>
              </a:rPr>
              <a:t>複数の基盤モデルから</a:t>
            </a:r>
            <a:r>
              <a:rPr lang="en-US" altLang="ja-JP" sz="2667" kern="0" dirty="0">
                <a:latin typeface="+mn-ea"/>
              </a:rPr>
              <a:t> </a:t>
            </a:r>
            <a:r>
              <a:rPr lang="ja-JP" altLang="en-US" sz="2667" kern="0">
                <a:latin typeface="+mn-ea"/>
              </a:rPr>
              <a:t>用途に最適なものを選択し、</a:t>
            </a:r>
            <a:br>
              <a:rPr lang="en-US" altLang="ja-JP" sz="2667" kern="0" dirty="0">
                <a:latin typeface="+mn-ea"/>
              </a:rPr>
            </a:br>
            <a:r>
              <a:rPr lang="en-US" altLang="ja-JP" sz="2667" kern="0" dirty="0">
                <a:latin typeface="+mn-ea"/>
              </a:rPr>
              <a:t>API </a:t>
            </a:r>
            <a:r>
              <a:rPr lang="ja-JP" altLang="en-US" sz="2667" kern="0">
                <a:latin typeface="+mn-ea"/>
              </a:rPr>
              <a:t>で利用可能なサーバーレス基盤</a:t>
            </a:r>
            <a:endParaRPr lang="en-US" sz="1600" kern="0" dirty="0">
              <a:latin typeface="+mn-ea"/>
            </a:endParaRPr>
          </a:p>
        </p:txBody>
      </p:sp>
      <p:pic>
        <p:nvPicPr>
          <p:cNvPr id="14" name="Picture 2">
            <a:extLst>
              <a:ext uri="{FF2B5EF4-FFF2-40B4-BE49-F238E27FC236}">
                <a16:creationId xmlns:a16="http://schemas.microsoft.com/office/drawing/2014/main" id="{D806BD88-AF4D-2918-F902-1B2A257EBF0A}"/>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49051" y="2182212"/>
            <a:ext cx="6498520" cy="3937297"/>
          </a:xfrm>
          <a:prstGeom prst="roundRect">
            <a:avLst>
              <a:gd name="adj" fmla="val 2392"/>
            </a:avLst>
          </a:prstGeom>
          <a:solidFill>
            <a:schemeClr val="bg1"/>
          </a:solidFill>
          <a:ln w="19050" cap="rnd">
            <a:gradFill flip="none" rotWithShape="1">
              <a:gsLst>
                <a:gs pos="0">
                  <a:schemeClr val="accent2"/>
                </a:gs>
                <a:gs pos="100000">
                  <a:srgbClr val="38EF7D"/>
                </a:gs>
              </a:gsLst>
              <a:lin ang="2700000" scaled="0"/>
              <a:tileRect/>
            </a:gradFill>
            <a:round/>
          </a:ln>
          <a:effectLst>
            <a:outerShdw blurRad="88900" dist="38100" dir="2700000" algn="tl" rotWithShape="0">
              <a:prstClr val="black">
                <a:alpha val="30000"/>
              </a:prstClr>
            </a:outerShdw>
          </a:effectLst>
        </p:spPr>
      </p:pic>
      <p:sp>
        <p:nvSpPr>
          <p:cNvPr id="15" name="Text Placeholder 3">
            <a:extLst>
              <a:ext uri="{FF2B5EF4-FFF2-40B4-BE49-F238E27FC236}">
                <a16:creationId xmlns:a16="http://schemas.microsoft.com/office/drawing/2014/main" id="{E802A9CE-2DAC-C6C6-223C-287177660E46}"/>
              </a:ext>
            </a:extLst>
          </p:cNvPr>
          <p:cNvSpPr txBox="1">
            <a:spLocks/>
          </p:cNvSpPr>
          <p:nvPr/>
        </p:nvSpPr>
        <p:spPr>
          <a:xfrm>
            <a:off x="7157156" y="2582005"/>
            <a:ext cx="4854221" cy="3748403"/>
          </a:xfrm>
          <a:prstGeom prst="rect">
            <a:avLst/>
          </a:prstGeom>
        </p:spPr>
        <p:txBody>
          <a:bodyPr anchor="t" anchorCtr="0"/>
          <a:lstStyle>
            <a:lvl1pPr marL="177800" indent="-177800" algn="l" defTabSz="457200" rtl="0" eaLnBrk="1" latinLnBrk="0" hangingPunct="1">
              <a:spcBef>
                <a:spcPct val="20000"/>
              </a:spcBef>
              <a:buSzPct val="50000"/>
              <a:buFont typeface="Wingdings" pitchFamily="2" charset="2"/>
              <a:buChar char="l"/>
              <a:tabLst/>
              <a:defRPr kumimoji="1" sz="2400" b="0" i="0" kern="1200">
                <a:solidFill>
                  <a:schemeClr val="bg1"/>
                </a:solidFill>
                <a:latin typeface="+mn-ea"/>
                <a:ea typeface="+mn-ea"/>
                <a:cs typeface="Amazon Ember Regular" charset="0"/>
              </a:defRPr>
            </a:lvl1pPr>
            <a:lvl2pPr marL="538163" indent="-244475" algn="l" defTabSz="457200" rtl="0" eaLnBrk="1" latinLnBrk="0" hangingPunct="1">
              <a:spcBef>
                <a:spcPct val="20000"/>
              </a:spcBef>
              <a:buFont typeface="Arial"/>
              <a:buChar char="•"/>
              <a:tabLst/>
              <a:defRPr kumimoji="1" sz="2000" b="0" i="0" kern="1200">
                <a:solidFill>
                  <a:schemeClr val="bg1"/>
                </a:solidFill>
                <a:latin typeface="+mn-ea"/>
                <a:ea typeface="+mn-ea"/>
                <a:cs typeface="Amazon Ember Regular" charset="0"/>
              </a:defRPr>
            </a:lvl2pPr>
            <a:lvl3pPr marL="895350" indent="-223838" algn="l" defTabSz="457200" rtl="0" eaLnBrk="1" latinLnBrk="0" hangingPunct="1">
              <a:spcBef>
                <a:spcPct val="20000"/>
              </a:spcBef>
              <a:buFont typeface="Arial"/>
              <a:buChar char="•"/>
              <a:tabLst/>
              <a:defRPr kumimoji="1" sz="1800" b="0" i="0" kern="1200">
                <a:solidFill>
                  <a:schemeClr val="bg1"/>
                </a:solidFill>
                <a:latin typeface="+mn-ea"/>
                <a:ea typeface="+mn-ea"/>
                <a:cs typeface="Amazon Ember Regular" charset="0"/>
              </a:defRPr>
            </a:lvl3pPr>
            <a:lvl4pPr marL="1162050" indent="-225425" algn="l" defTabSz="457200" rtl="0" eaLnBrk="1" latinLnBrk="0" hangingPunct="1">
              <a:spcBef>
                <a:spcPct val="20000"/>
              </a:spcBef>
              <a:buFont typeface="Arial"/>
              <a:buChar char="–"/>
              <a:tabLst/>
              <a:defRPr kumimoji="1" sz="1600" b="0" i="0" kern="1200">
                <a:solidFill>
                  <a:schemeClr val="bg1"/>
                </a:solidFill>
                <a:latin typeface="+mn-ea"/>
                <a:ea typeface="+mn-ea"/>
                <a:cs typeface="Amazon Ember Regular" charset="0"/>
              </a:defRPr>
            </a:lvl4pPr>
            <a:lvl5pPr marL="1474788" indent="-223838" algn="l" defTabSz="457200" rtl="0" eaLnBrk="1" latinLnBrk="0" hangingPunct="1">
              <a:spcBef>
                <a:spcPct val="20000"/>
              </a:spcBef>
              <a:buFont typeface="Arial"/>
              <a:buChar char="»"/>
              <a:tabLst/>
              <a:defRPr kumimoji="1" sz="1600" b="0" i="0" kern="1200">
                <a:solidFill>
                  <a:schemeClr val="bg1"/>
                </a:solidFill>
                <a:latin typeface="+mn-ea"/>
                <a:ea typeface="+mn-ea"/>
                <a:cs typeface="Amazon Ember Regular" charset="0"/>
              </a:defRPr>
            </a:lvl5pPr>
            <a:lvl6pPr marL="2514600" indent="-228600" algn="l" defTabSz="457200" rtl="0" eaLnBrk="1" latinLnBrk="0" hangingPunct="1">
              <a:spcBef>
                <a:spcPct val="20000"/>
              </a:spcBef>
              <a:buFont typeface="Arial"/>
              <a:buChar char="•"/>
              <a:defRPr kumimoji="1"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kumimoji="1"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kumimoji="1"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kumimoji="1" sz="2000" kern="1200">
                <a:solidFill>
                  <a:schemeClr val="tx1"/>
                </a:solidFill>
                <a:latin typeface="+mn-lt"/>
                <a:ea typeface="+mn-ea"/>
                <a:cs typeface="+mn-cs"/>
              </a:defRPr>
            </a:lvl9pPr>
          </a:lstStyle>
          <a:p>
            <a:pPr>
              <a:defRPr sz="2400"/>
            </a:pPr>
            <a:r>
              <a:rPr lang="ja-JP" altLang="en-US" sz="2133">
                <a:solidFill>
                  <a:schemeClr val="tx1"/>
                </a:solidFill>
              </a:rPr>
              <a:t>単一の </a:t>
            </a:r>
            <a:r>
              <a:rPr lang="en" sz="2133" dirty="0">
                <a:solidFill>
                  <a:schemeClr val="tx1"/>
                </a:solidFill>
              </a:rPr>
              <a:t>API </a:t>
            </a:r>
            <a:r>
              <a:rPr lang="ja-JP" altLang="en-US" sz="2133">
                <a:solidFill>
                  <a:schemeClr val="tx1"/>
                </a:solidFill>
              </a:rPr>
              <a:t>を使用して </a:t>
            </a:r>
            <a:br>
              <a:rPr lang="ja-JP" altLang="en-US" sz="2133">
                <a:solidFill>
                  <a:schemeClr val="tx1"/>
                </a:solidFill>
              </a:rPr>
            </a:br>
            <a:r>
              <a:rPr lang="en" sz="2133" dirty="0">
                <a:solidFill>
                  <a:schemeClr val="tx1"/>
                </a:solidFill>
              </a:rPr>
              <a:t>Amazon </a:t>
            </a:r>
            <a:r>
              <a:rPr lang="ja-JP" altLang="en-US" sz="2133">
                <a:solidFill>
                  <a:schemeClr val="tx1"/>
                </a:solidFill>
              </a:rPr>
              <a:t>や主要な </a:t>
            </a:r>
            <a:r>
              <a:rPr lang="en" sz="2133" dirty="0">
                <a:solidFill>
                  <a:schemeClr val="tx1"/>
                </a:solidFill>
              </a:rPr>
              <a:t>AI </a:t>
            </a:r>
            <a:r>
              <a:rPr lang="ja-JP" altLang="en-US" sz="2133">
                <a:solidFill>
                  <a:schemeClr val="tx1"/>
                </a:solidFill>
              </a:rPr>
              <a:t>企業の</a:t>
            </a:r>
            <a:br>
              <a:rPr lang="en-US" altLang="ja-JP" sz="2133" dirty="0">
                <a:solidFill>
                  <a:schemeClr val="tx1"/>
                </a:solidFill>
              </a:rPr>
            </a:br>
            <a:r>
              <a:rPr lang="ja-JP" altLang="en-US" sz="2133">
                <a:solidFill>
                  <a:schemeClr val="tx1"/>
                </a:solidFill>
              </a:rPr>
              <a:t>基盤モデル にアクセス可能</a:t>
            </a:r>
          </a:p>
          <a:p>
            <a:endParaRPr lang="ja-JP" altLang="en-US" sz="2133">
              <a:solidFill>
                <a:schemeClr val="tx1"/>
              </a:solidFill>
            </a:endParaRPr>
          </a:p>
          <a:p>
            <a:pPr>
              <a:defRPr sz="2400"/>
            </a:pPr>
            <a:r>
              <a:rPr lang="ja-JP" altLang="en-US" sz="2133">
                <a:solidFill>
                  <a:schemeClr val="tx1"/>
                </a:solidFill>
              </a:rPr>
              <a:t>特定のタスクに対応するため基盤モデルを追加学習</a:t>
            </a:r>
            <a:r>
              <a:rPr lang="en-US" altLang="ja-JP" sz="2133" dirty="0">
                <a:solidFill>
                  <a:schemeClr val="tx1"/>
                </a:solidFill>
              </a:rPr>
              <a:t>(Fine-Tuning)</a:t>
            </a:r>
            <a:r>
              <a:rPr lang="ja-JP" altLang="en-US" sz="2133">
                <a:solidFill>
                  <a:schemeClr val="tx1"/>
                </a:solidFill>
              </a:rPr>
              <a:t>可能</a:t>
            </a:r>
          </a:p>
          <a:p>
            <a:endParaRPr lang="ja-JP" altLang="en-US" sz="2133">
              <a:solidFill>
                <a:schemeClr val="tx1"/>
              </a:solidFill>
            </a:endParaRPr>
          </a:p>
          <a:p>
            <a:pPr>
              <a:defRPr sz="2400"/>
            </a:pPr>
            <a:r>
              <a:rPr lang="ja-JP" altLang="en-US" sz="2133">
                <a:solidFill>
                  <a:schemeClr val="tx1"/>
                </a:solidFill>
              </a:rPr>
              <a:t>マネージドインフラストラクチャによるスケーリング</a:t>
            </a:r>
            <a:endParaRPr lang="en-US" altLang="ja-JP" sz="2133" dirty="0">
              <a:solidFill>
                <a:schemeClr val="tx1"/>
              </a:solidFill>
            </a:endParaRPr>
          </a:p>
        </p:txBody>
      </p:sp>
      <p:sp>
        <p:nvSpPr>
          <p:cNvPr id="5" name="角丸四角形 92">
            <a:extLst>
              <a:ext uri="{FF2B5EF4-FFF2-40B4-BE49-F238E27FC236}">
                <a16:creationId xmlns:a16="http://schemas.microsoft.com/office/drawing/2014/main" id="{C690F8FC-2E01-D9D8-FC28-D84A6B6862BB}"/>
              </a:ext>
            </a:extLst>
          </p:cNvPr>
          <p:cNvSpPr/>
          <p:nvPr/>
        </p:nvSpPr>
        <p:spPr>
          <a:xfrm>
            <a:off x="6443451" y="1916252"/>
            <a:ext cx="5080170" cy="642115"/>
          </a:xfrm>
          <a:prstGeom prst="wedgeRectCallout">
            <a:avLst>
              <a:gd name="adj1" fmla="val -29238"/>
              <a:gd name="adj2" fmla="val -75314"/>
            </a:avLst>
          </a:prstGeom>
          <a:solidFill>
            <a:srgbClr val="002D43">
              <a:lumMod val="10000"/>
              <a:lumOff val="90000"/>
            </a:srgbClr>
          </a:solidFill>
          <a:ln w="28575" cap="flat" cmpd="sng" algn="ctr">
            <a:solidFill>
              <a:srgbClr val="00B0F0"/>
            </a:solidFill>
            <a:prstDash val="solid"/>
          </a:ln>
          <a:effectLst/>
        </p:spPr>
        <p:txBody>
          <a:bodyPr vert="horz" wrap="none" lIns="48000" tIns="48000" rIns="48000" bIns="48000" rtlCol="0" anchor="ctr"/>
          <a:lstStyle/>
          <a:p>
            <a:pPr marL="0" marR="0" lvl="0" indent="0" algn="ctr" defTabSz="1219170" eaLnBrk="1" fontAlgn="auto" latinLnBrk="0" hangingPunct="1">
              <a:lnSpc>
                <a:spcPct val="100000"/>
              </a:lnSpc>
              <a:spcBef>
                <a:spcPts val="0"/>
              </a:spcBef>
              <a:spcAft>
                <a:spcPts val="0"/>
              </a:spcAft>
              <a:buClrTx/>
              <a:buSzTx/>
              <a:buFontTx/>
              <a:buNone/>
              <a:tabLst/>
              <a:defRPr/>
            </a:pPr>
            <a:r>
              <a:rPr kumimoji="1" lang="ja-JP" altLang="en-US" sz="1600" b="1" i="0" u="none" strike="noStrike" kern="0" cap="none" spc="0" normalizeH="0" baseline="0" noProof="0">
                <a:ln>
                  <a:noFill/>
                </a:ln>
                <a:solidFill>
                  <a:srgbClr val="0432FF"/>
                </a:solidFill>
                <a:effectLst/>
                <a:uLnTx/>
                <a:uFillTx/>
                <a:latin typeface="メイリオ"/>
                <a:cs typeface="メイリオ"/>
              </a:rPr>
              <a:t>サーバーを「気にせずに」特定機能を使える仕組み</a:t>
            </a:r>
          </a:p>
        </p:txBody>
      </p:sp>
    </p:spTree>
    <p:extLst>
      <p:ext uri="{BB962C8B-B14F-4D97-AF65-F5344CB8AC3E}">
        <p14:creationId xmlns:p14="http://schemas.microsoft.com/office/powerpoint/2010/main" val="13869093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スライド番号プレースホルダー 2">
            <a:extLst>
              <a:ext uri="{FF2B5EF4-FFF2-40B4-BE49-F238E27FC236}">
                <a16:creationId xmlns:a16="http://schemas.microsoft.com/office/drawing/2014/main" id="{DA5E2A5B-5449-3AEF-62B2-77293271DAF1}"/>
              </a:ext>
            </a:extLst>
          </p:cNvPr>
          <p:cNvSpPr>
            <a:spLocks noGrp="1"/>
          </p:cNvSpPr>
          <p:nvPr>
            <p:ph type="sldNum" sz="quarter" idx="12"/>
          </p:nvPr>
        </p:nvSpPr>
        <p:spPr/>
        <p:txBody>
          <a:bodyPr/>
          <a:lstStyle/>
          <a:p>
            <a:fld id="{DC503246-BBCE-4F0A-BCDC-08FC4C52637D}" type="slidenum">
              <a:rPr lang="en-US" smtClean="0"/>
              <a:pPr/>
              <a:t>5</a:t>
            </a:fld>
            <a:endParaRPr lang="en-US"/>
          </a:p>
        </p:txBody>
      </p:sp>
      <p:sp>
        <p:nvSpPr>
          <p:cNvPr id="2" name="タイトル 1">
            <a:extLst>
              <a:ext uri="{FF2B5EF4-FFF2-40B4-BE49-F238E27FC236}">
                <a16:creationId xmlns:a16="http://schemas.microsoft.com/office/drawing/2014/main" id="{3A530E32-E0BA-FCA6-9232-A58A4DB1B27F}"/>
              </a:ext>
            </a:extLst>
          </p:cNvPr>
          <p:cNvSpPr>
            <a:spLocks noGrp="1"/>
          </p:cNvSpPr>
          <p:nvPr>
            <p:ph type="title"/>
          </p:nvPr>
        </p:nvSpPr>
        <p:spPr/>
        <p:txBody>
          <a:bodyPr/>
          <a:lstStyle/>
          <a:p>
            <a:r>
              <a:rPr kumimoji="1" lang="en" altLang="ja-JP" sz="2800" dirty="0">
                <a:latin typeface="+mj-ea"/>
              </a:rPr>
              <a:t>Amazon Bedrock - </a:t>
            </a:r>
            <a:r>
              <a:rPr kumimoji="1" lang="ja-JP" altLang="en-US" sz="2800">
                <a:latin typeface="+mj-ea"/>
              </a:rPr>
              <a:t>様々なモデルプロバイダーの基盤モデル</a:t>
            </a:r>
          </a:p>
        </p:txBody>
      </p:sp>
      <p:sp>
        <p:nvSpPr>
          <p:cNvPr id="4" name="Rectangle 5">
            <a:extLst>
              <a:ext uri="{FF2B5EF4-FFF2-40B4-BE49-F238E27FC236}">
                <a16:creationId xmlns:a16="http://schemas.microsoft.com/office/drawing/2014/main" id="{E634E2F1-1369-5224-96F0-97597F859F1B}"/>
              </a:ext>
            </a:extLst>
          </p:cNvPr>
          <p:cNvSpPr/>
          <p:nvPr/>
        </p:nvSpPr>
        <p:spPr>
          <a:xfrm>
            <a:off x="2" y="932457"/>
            <a:ext cx="12191999" cy="910632"/>
          </a:xfrm>
          <a:prstGeom prst="rect">
            <a:avLst/>
          </a:prstGeom>
          <a:solidFill>
            <a:srgbClr val="FAFAFA">
              <a:alpha val="15000"/>
            </a:srgbClr>
          </a:solidFill>
          <a:ln w="12700" cap="flat" cmpd="sng" algn="ctr">
            <a:noFill/>
            <a:prstDash val="solid"/>
            <a:miter lim="800000"/>
          </a:ln>
          <a:effectLst/>
        </p:spPr>
        <p:txBody>
          <a:bodyPr rot="0" spcFirstLastPara="0" vertOverflow="overflow" horzOverflow="overflow" vert="horz" wrap="square" lIns="121920" tIns="121920" rIns="121920" bIns="60960" numCol="1" spcCol="0" rtlCol="0" fromWordArt="0" anchor="ctr" anchorCtr="0" forceAA="0" compatLnSpc="1">
            <a:prstTxWarp prst="textNoShape">
              <a:avLst/>
            </a:prstTxWarp>
            <a:noAutofit/>
          </a:bodyPr>
          <a:lstStyle/>
          <a:p>
            <a:pPr lvl="0" algn="ctr" defTabSz="914400">
              <a:defRPr/>
            </a:pPr>
            <a:r>
              <a:rPr kumimoji="0" lang="ja-JP" altLang="en-US" sz="2800" b="0" i="0" u="none" strike="noStrike" kern="0" cap="none" spc="0" normalizeH="0" baseline="0" noProof="0">
                <a:ln>
                  <a:noFill/>
                </a:ln>
                <a:effectLst/>
                <a:uLnTx/>
                <a:uFillTx/>
                <a:latin typeface="+mn-ea"/>
                <a:cs typeface="+mn-cs"/>
              </a:rPr>
              <a:t>様々な</a:t>
            </a:r>
            <a:r>
              <a:rPr kumimoji="0" lang="en-US" altLang="ja-JP" sz="2800" b="0" i="0" u="none" strike="noStrike" kern="0" cap="none" spc="0" normalizeH="0" baseline="0" noProof="0" dirty="0">
                <a:ln>
                  <a:noFill/>
                </a:ln>
                <a:effectLst/>
                <a:uLnTx/>
                <a:uFillTx/>
                <a:latin typeface="+mn-ea"/>
                <a:cs typeface="+mn-cs"/>
              </a:rPr>
              <a:t> AI </a:t>
            </a:r>
            <a:r>
              <a:rPr kumimoji="0" lang="ja-JP" altLang="en-US" sz="2800" b="0" i="0" u="none" strike="noStrike" kern="0" cap="none" spc="0" normalizeH="0" baseline="0" noProof="0">
                <a:ln>
                  <a:noFill/>
                </a:ln>
                <a:effectLst/>
                <a:uLnTx/>
                <a:uFillTx/>
                <a:latin typeface="+mn-ea"/>
                <a:cs typeface="+mn-cs"/>
              </a:rPr>
              <a:t>企業の基盤モデルを 共通の</a:t>
            </a:r>
            <a:r>
              <a:rPr kumimoji="0" lang="en-US" altLang="ja-JP" sz="2800" b="0" i="0" u="none" strike="noStrike" kern="0" cap="none" spc="0" normalizeH="0" baseline="0" noProof="0" dirty="0">
                <a:ln>
                  <a:noFill/>
                </a:ln>
                <a:effectLst/>
                <a:uLnTx/>
                <a:uFillTx/>
                <a:latin typeface="+mn-ea"/>
                <a:cs typeface="+mn-cs"/>
              </a:rPr>
              <a:t> Amazon Bedrock</a:t>
            </a:r>
            <a:r>
              <a:rPr kumimoji="0" lang="ja-JP" altLang="en-US" sz="2800" b="0" i="0" u="none" strike="noStrike" kern="0" cap="none" spc="0" normalizeH="0" baseline="0" noProof="0">
                <a:ln>
                  <a:noFill/>
                </a:ln>
                <a:effectLst/>
                <a:uLnTx/>
                <a:uFillTx/>
                <a:latin typeface="+mn-ea"/>
                <a:cs typeface="+mn-cs"/>
              </a:rPr>
              <a:t> </a:t>
            </a:r>
            <a:r>
              <a:rPr kumimoji="0" lang="en-US" altLang="ja-JP" sz="2800" b="0" i="0" u="none" strike="noStrike" kern="0" cap="none" spc="0" normalizeH="0" baseline="0" noProof="0" dirty="0">
                <a:ln>
                  <a:noFill/>
                </a:ln>
                <a:effectLst/>
                <a:uLnTx/>
                <a:uFillTx/>
                <a:latin typeface="+mn-ea"/>
                <a:cs typeface="+mn-cs"/>
              </a:rPr>
              <a:t>API </a:t>
            </a:r>
            <a:r>
              <a:rPr kumimoji="0" lang="ja-JP" altLang="en-US" sz="2800" b="0" i="0" u="none" strike="noStrike" kern="0" cap="none" spc="0" normalizeH="0" baseline="0" noProof="0">
                <a:ln>
                  <a:noFill/>
                </a:ln>
                <a:effectLst/>
                <a:uLnTx/>
                <a:uFillTx/>
                <a:latin typeface="+mn-ea"/>
                <a:cs typeface="+mn-cs"/>
              </a:rPr>
              <a:t>で利用可能</a:t>
            </a:r>
          </a:p>
        </p:txBody>
      </p:sp>
      <p:sp>
        <p:nvSpPr>
          <p:cNvPr id="5" name="Freeform 19">
            <a:extLst>
              <a:ext uri="{FF2B5EF4-FFF2-40B4-BE49-F238E27FC236}">
                <a16:creationId xmlns:a16="http://schemas.microsoft.com/office/drawing/2014/main" id="{EFC9AD57-D12A-EBAD-CE79-EFBB805250CF}"/>
              </a:ext>
            </a:extLst>
          </p:cNvPr>
          <p:cNvSpPr/>
          <p:nvPr/>
        </p:nvSpPr>
        <p:spPr>
          <a:xfrm>
            <a:off x="280395" y="2039230"/>
            <a:ext cx="11605220" cy="3995893"/>
          </a:xfrm>
          <a:custGeom>
            <a:avLst/>
            <a:gdLst>
              <a:gd name="connsiteX0" fmla="*/ 16982014 w 18841664"/>
              <a:gd name="connsiteY0" fmla="*/ 0 h 4800600"/>
              <a:gd name="connsiteX1" fmla="*/ 18707416 w 18841664"/>
              <a:gd name="connsiteY1" fmla="*/ 0 h 4800600"/>
              <a:gd name="connsiteX2" fmla="*/ 18841664 w 18841664"/>
              <a:gd name="connsiteY2" fmla="*/ 134249 h 4800600"/>
              <a:gd name="connsiteX3" fmla="*/ 18841664 w 18841664"/>
              <a:gd name="connsiteY3" fmla="*/ 4666351 h 4800600"/>
              <a:gd name="connsiteX4" fmla="*/ 18707416 w 18841664"/>
              <a:gd name="connsiteY4" fmla="*/ 4800600 h 4800600"/>
              <a:gd name="connsiteX5" fmla="*/ 16982014 w 18841664"/>
              <a:gd name="connsiteY5" fmla="*/ 4800600 h 4800600"/>
              <a:gd name="connsiteX6" fmla="*/ 16847764 w 18841664"/>
              <a:gd name="connsiteY6" fmla="*/ 4666351 h 4800600"/>
              <a:gd name="connsiteX7" fmla="*/ 16847764 w 18841664"/>
              <a:gd name="connsiteY7" fmla="*/ 134249 h 4800600"/>
              <a:gd name="connsiteX8" fmla="*/ 16982014 w 18841664"/>
              <a:gd name="connsiteY8" fmla="*/ 0 h 4800600"/>
              <a:gd name="connsiteX9" fmla="*/ 14876046 w 18841664"/>
              <a:gd name="connsiteY9" fmla="*/ 0 h 4800600"/>
              <a:gd name="connsiteX10" fmla="*/ 16601448 w 18841664"/>
              <a:gd name="connsiteY10" fmla="*/ 0 h 4800600"/>
              <a:gd name="connsiteX11" fmla="*/ 16735696 w 18841664"/>
              <a:gd name="connsiteY11" fmla="*/ 134249 h 4800600"/>
              <a:gd name="connsiteX12" fmla="*/ 16735696 w 18841664"/>
              <a:gd name="connsiteY12" fmla="*/ 4666351 h 4800600"/>
              <a:gd name="connsiteX13" fmla="*/ 16601448 w 18841664"/>
              <a:gd name="connsiteY13" fmla="*/ 4800600 h 4800600"/>
              <a:gd name="connsiteX14" fmla="*/ 14876046 w 18841664"/>
              <a:gd name="connsiteY14" fmla="*/ 4800600 h 4800600"/>
              <a:gd name="connsiteX15" fmla="*/ 14741797 w 18841664"/>
              <a:gd name="connsiteY15" fmla="*/ 4666351 h 4800600"/>
              <a:gd name="connsiteX16" fmla="*/ 14741797 w 18841664"/>
              <a:gd name="connsiteY16" fmla="*/ 134249 h 4800600"/>
              <a:gd name="connsiteX17" fmla="*/ 14876046 w 18841664"/>
              <a:gd name="connsiteY17" fmla="*/ 0 h 4800600"/>
              <a:gd name="connsiteX18" fmla="*/ 12770075 w 18841664"/>
              <a:gd name="connsiteY18" fmla="*/ 0 h 4800600"/>
              <a:gd name="connsiteX19" fmla="*/ 14495477 w 18841664"/>
              <a:gd name="connsiteY19" fmla="*/ 0 h 4800600"/>
              <a:gd name="connsiteX20" fmla="*/ 14629726 w 18841664"/>
              <a:gd name="connsiteY20" fmla="*/ 134249 h 4800600"/>
              <a:gd name="connsiteX21" fmla="*/ 14629726 w 18841664"/>
              <a:gd name="connsiteY21" fmla="*/ 4666351 h 4800600"/>
              <a:gd name="connsiteX22" fmla="*/ 14495477 w 18841664"/>
              <a:gd name="connsiteY22" fmla="*/ 4800600 h 4800600"/>
              <a:gd name="connsiteX23" fmla="*/ 12770075 w 18841664"/>
              <a:gd name="connsiteY23" fmla="*/ 4800600 h 4800600"/>
              <a:gd name="connsiteX24" fmla="*/ 12635826 w 18841664"/>
              <a:gd name="connsiteY24" fmla="*/ 4666351 h 4800600"/>
              <a:gd name="connsiteX25" fmla="*/ 12635826 w 18841664"/>
              <a:gd name="connsiteY25" fmla="*/ 134249 h 4800600"/>
              <a:gd name="connsiteX26" fmla="*/ 12770075 w 18841664"/>
              <a:gd name="connsiteY26" fmla="*/ 0 h 4800600"/>
              <a:gd name="connsiteX27" fmla="*/ 10664104 w 18841664"/>
              <a:gd name="connsiteY27" fmla="*/ 0 h 4800600"/>
              <a:gd name="connsiteX28" fmla="*/ 12389506 w 18841664"/>
              <a:gd name="connsiteY28" fmla="*/ 0 h 4800600"/>
              <a:gd name="connsiteX29" fmla="*/ 12523755 w 18841664"/>
              <a:gd name="connsiteY29" fmla="*/ 134249 h 4800600"/>
              <a:gd name="connsiteX30" fmla="*/ 12523755 w 18841664"/>
              <a:gd name="connsiteY30" fmla="*/ 4666351 h 4800600"/>
              <a:gd name="connsiteX31" fmla="*/ 12389506 w 18841664"/>
              <a:gd name="connsiteY31" fmla="*/ 4800600 h 4800600"/>
              <a:gd name="connsiteX32" fmla="*/ 10664104 w 18841664"/>
              <a:gd name="connsiteY32" fmla="*/ 4800600 h 4800600"/>
              <a:gd name="connsiteX33" fmla="*/ 10529855 w 18841664"/>
              <a:gd name="connsiteY33" fmla="*/ 4666351 h 4800600"/>
              <a:gd name="connsiteX34" fmla="*/ 10529855 w 18841664"/>
              <a:gd name="connsiteY34" fmla="*/ 134249 h 4800600"/>
              <a:gd name="connsiteX35" fmla="*/ 10664104 w 18841664"/>
              <a:gd name="connsiteY35" fmla="*/ 0 h 4800600"/>
              <a:gd name="connsiteX36" fmla="*/ 8558133 w 18841664"/>
              <a:gd name="connsiteY36" fmla="*/ 0 h 4800600"/>
              <a:gd name="connsiteX37" fmla="*/ 10283535 w 18841664"/>
              <a:gd name="connsiteY37" fmla="*/ 0 h 4800600"/>
              <a:gd name="connsiteX38" fmla="*/ 10417784 w 18841664"/>
              <a:gd name="connsiteY38" fmla="*/ 134249 h 4800600"/>
              <a:gd name="connsiteX39" fmla="*/ 10417784 w 18841664"/>
              <a:gd name="connsiteY39" fmla="*/ 4666351 h 4800600"/>
              <a:gd name="connsiteX40" fmla="*/ 10283535 w 18841664"/>
              <a:gd name="connsiteY40" fmla="*/ 4800600 h 4800600"/>
              <a:gd name="connsiteX41" fmla="*/ 8558133 w 18841664"/>
              <a:gd name="connsiteY41" fmla="*/ 4800600 h 4800600"/>
              <a:gd name="connsiteX42" fmla="*/ 8423884 w 18841664"/>
              <a:gd name="connsiteY42" fmla="*/ 4666351 h 4800600"/>
              <a:gd name="connsiteX43" fmla="*/ 8423884 w 18841664"/>
              <a:gd name="connsiteY43" fmla="*/ 134249 h 4800600"/>
              <a:gd name="connsiteX44" fmla="*/ 8558133 w 18841664"/>
              <a:gd name="connsiteY44" fmla="*/ 0 h 4800600"/>
              <a:gd name="connsiteX45" fmla="*/ 6452163 w 18841664"/>
              <a:gd name="connsiteY45" fmla="*/ 0 h 4800600"/>
              <a:gd name="connsiteX46" fmla="*/ 8177564 w 18841664"/>
              <a:gd name="connsiteY46" fmla="*/ 0 h 4800600"/>
              <a:gd name="connsiteX47" fmla="*/ 8311813 w 18841664"/>
              <a:gd name="connsiteY47" fmla="*/ 134249 h 4800600"/>
              <a:gd name="connsiteX48" fmla="*/ 8311813 w 18841664"/>
              <a:gd name="connsiteY48" fmla="*/ 4666351 h 4800600"/>
              <a:gd name="connsiteX49" fmla="*/ 8177564 w 18841664"/>
              <a:gd name="connsiteY49" fmla="*/ 4800600 h 4800600"/>
              <a:gd name="connsiteX50" fmla="*/ 6452163 w 18841664"/>
              <a:gd name="connsiteY50" fmla="*/ 4800600 h 4800600"/>
              <a:gd name="connsiteX51" fmla="*/ 6317913 w 18841664"/>
              <a:gd name="connsiteY51" fmla="*/ 4666351 h 4800600"/>
              <a:gd name="connsiteX52" fmla="*/ 6317913 w 18841664"/>
              <a:gd name="connsiteY52" fmla="*/ 134249 h 4800600"/>
              <a:gd name="connsiteX53" fmla="*/ 6452163 w 18841664"/>
              <a:gd name="connsiteY53" fmla="*/ 0 h 4800600"/>
              <a:gd name="connsiteX54" fmla="*/ 4346191 w 18841664"/>
              <a:gd name="connsiteY54" fmla="*/ 0 h 4800600"/>
              <a:gd name="connsiteX55" fmla="*/ 6071594 w 18841664"/>
              <a:gd name="connsiteY55" fmla="*/ 0 h 4800600"/>
              <a:gd name="connsiteX56" fmla="*/ 6205842 w 18841664"/>
              <a:gd name="connsiteY56" fmla="*/ 134249 h 4800600"/>
              <a:gd name="connsiteX57" fmla="*/ 6205842 w 18841664"/>
              <a:gd name="connsiteY57" fmla="*/ 4666351 h 4800600"/>
              <a:gd name="connsiteX58" fmla="*/ 6071594 w 18841664"/>
              <a:gd name="connsiteY58" fmla="*/ 4800600 h 4800600"/>
              <a:gd name="connsiteX59" fmla="*/ 4346191 w 18841664"/>
              <a:gd name="connsiteY59" fmla="*/ 4800600 h 4800600"/>
              <a:gd name="connsiteX60" fmla="*/ 4211942 w 18841664"/>
              <a:gd name="connsiteY60" fmla="*/ 4666351 h 4800600"/>
              <a:gd name="connsiteX61" fmla="*/ 4211942 w 18841664"/>
              <a:gd name="connsiteY61" fmla="*/ 134249 h 4800600"/>
              <a:gd name="connsiteX62" fmla="*/ 4346191 w 18841664"/>
              <a:gd name="connsiteY62" fmla="*/ 0 h 4800600"/>
              <a:gd name="connsiteX63" fmla="*/ 2240220 w 18841664"/>
              <a:gd name="connsiteY63" fmla="*/ 0 h 4800600"/>
              <a:gd name="connsiteX64" fmla="*/ 3965623 w 18841664"/>
              <a:gd name="connsiteY64" fmla="*/ 0 h 4800600"/>
              <a:gd name="connsiteX65" fmla="*/ 4099872 w 18841664"/>
              <a:gd name="connsiteY65" fmla="*/ 134249 h 4800600"/>
              <a:gd name="connsiteX66" fmla="*/ 4099872 w 18841664"/>
              <a:gd name="connsiteY66" fmla="*/ 4666351 h 4800600"/>
              <a:gd name="connsiteX67" fmla="*/ 3965623 w 18841664"/>
              <a:gd name="connsiteY67" fmla="*/ 4800600 h 4800600"/>
              <a:gd name="connsiteX68" fmla="*/ 2240220 w 18841664"/>
              <a:gd name="connsiteY68" fmla="*/ 4800600 h 4800600"/>
              <a:gd name="connsiteX69" fmla="*/ 2105972 w 18841664"/>
              <a:gd name="connsiteY69" fmla="*/ 4666351 h 4800600"/>
              <a:gd name="connsiteX70" fmla="*/ 2105972 w 18841664"/>
              <a:gd name="connsiteY70" fmla="*/ 134249 h 4800600"/>
              <a:gd name="connsiteX71" fmla="*/ 2240220 w 18841664"/>
              <a:gd name="connsiteY71" fmla="*/ 0 h 4800600"/>
              <a:gd name="connsiteX72" fmla="*/ 134249 w 18841664"/>
              <a:gd name="connsiteY72" fmla="*/ 0 h 4800600"/>
              <a:gd name="connsiteX73" fmla="*/ 1859651 w 18841664"/>
              <a:gd name="connsiteY73" fmla="*/ 0 h 4800600"/>
              <a:gd name="connsiteX74" fmla="*/ 1993900 w 18841664"/>
              <a:gd name="connsiteY74" fmla="*/ 134249 h 4800600"/>
              <a:gd name="connsiteX75" fmla="*/ 1993900 w 18841664"/>
              <a:gd name="connsiteY75" fmla="*/ 4666351 h 4800600"/>
              <a:gd name="connsiteX76" fmla="*/ 1859651 w 18841664"/>
              <a:gd name="connsiteY76" fmla="*/ 4800600 h 4800600"/>
              <a:gd name="connsiteX77" fmla="*/ 134249 w 18841664"/>
              <a:gd name="connsiteY77" fmla="*/ 4800600 h 4800600"/>
              <a:gd name="connsiteX78" fmla="*/ 0 w 18841664"/>
              <a:gd name="connsiteY78" fmla="*/ 4666351 h 4800600"/>
              <a:gd name="connsiteX79" fmla="*/ 0 w 18841664"/>
              <a:gd name="connsiteY79" fmla="*/ 134249 h 4800600"/>
              <a:gd name="connsiteX80" fmla="*/ 134249 w 18841664"/>
              <a:gd name="connsiteY80" fmla="*/ 0 h 4800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Lst>
            <a:rect l="l" t="t" r="r" b="b"/>
            <a:pathLst>
              <a:path w="18841664" h="4800600">
                <a:moveTo>
                  <a:pt x="16982014" y="0"/>
                </a:moveTo>
                <a:lnTo>
                  <a:pt x="18707416" y="0"/>
                </a:lnTo>
                <a:cubicBezTo>
                  <a:pt x="18781560" y="0"/>
                  <a:pt x="18841664" y="60105"/>
                  <a:pt x="18841664" y="134249"/>
                </a:cubicBezTo>
                <a:lnTo>
                  <a:pt x="18841664" y="4666351"/>
                </a:lnTo>
                <a:cubicBezTo>
                  <a:pt x="18841664" y="4740495"/>
                  <a:pt x="18781560" y="4800600"/>
                  <a:pt x="18707416" y="4800600"/>
                </a:cubicBezTo>
                <a:lnTo>
                  <a:pt x="16982014" y="4800600"/>
                </a:lnTo>
                <a:cubicBezTo>
                  <a:pt x="16907870" y="4800600"/>
                  <a:pt x="16847764" y="4740495"/>
                  <a:pt x="16847764" y="4666351"/>
                </a:cubicBezTo>
                <a:lnTo>
                  <a:pt x="16847764" y="134249"/>
                </a:lnTo>
                <a:cubicBezTo>
                  <a:pt x="16847764" y="60105"/>
                  <a:pt x="16907870" y="0"/>
                  <a:pt x="16982014" y="0"/>
                </a:cubicBezTo>
                <a:close/>
                <a:moveTo>
                  <a:pt x="14876046" y="0"/>
                </a:moveTo>
                <a:lnTo>
                  <a:pt x="16601448" y="0"/>
                </a:lnTo>
                <a:cubicBezTo>
                  <a:pt x="16675592" y="0"/>
                  <a:pt x="16735696" y="60105"/>
                  <a:pt x="16735696" y="134249"/>
                </a:cubicBezTo>
                <a:lnTo>
                  <a:pt x="16735696" y="4666351"/>
                </a:lnTo>
                <a:cubicBezTo>
                  <a:pt x="16735696" y="4740495"/>
                  <a:pt x="16675592" y="4800600"/>
                  <a:pt x="16601448" y="4800600"/>
                </a:cubicBezTo>
                <a:lnTo>
                  <a:pt x="14876046" y="4800600"/>
                </a:lnTo>
                <a:cubicBezTo>
                  <a:pt x="14801902" y="4800600"/>
                  <a:pt x="14741797" y="4740495"/>
                  <a:pt x="14741797" y="4666351"/>
                </a:cubicBezTo>
                <a:lnTo>
                  <a:pt x="14741797" y="134249"/>
                </a:lnTo>
                <a:cubicBezTo>
                  <a:pt x="14741797" y="60105"/>
                  <a:pt x="14801902" y="0"/>
                  <a:pt x="14876046" y="0"/>
                </a:cubicBezTo>
                <a:close/>
                <a:moveTo>
                  <a:pt x="12770075" y="0"/>
                </a:moveTo>
                <a:lnTo>
                  <a:pt x="14495477" y="0"/>
                </a:lnTo>
                <a:cubicBezTo>
                  <a:pt x="14569621" y="0"/>
                  <a:pt x="14629726" y="60105"/>
                  <a:pt x="14629726" y="134249"/>
                </a:cubicBezTo>
                <a:lnTo>
                  <a:pt x="14629726" y="4666351"/>
                </a:lnTo>
                <a:cubicBezTo>
                  <a:pt x="14629726" y="4740495"/>
                  <a:pt x="14569621" y="4800600"/>
                  <a:pt x="14495477" y="4800600"/>
                </a:cubicBezTo>
                <a:lnTo>
                  <a:pt x="12770075" y="4800600"/>
                </a:lnTo>
                <a:cubicBezTo>
                  <a:pt x="12695931" y="4800600"/>
                  <a:pt x="12635826" y="4740495"/>
                  <a:pt x="12635826" y="4666351"/>
                </a:cubicBezTo>
                <a:lnTo>
                  <a:pt x="12635826" y="134249"/>
                </a:lnTo>
                <a:cubicBezTo>
                  <a:pt x="12635826" y="60105"/>
                  <a:pt x="12695931" y="0"/>
                  <a:pt x="12770075" y="0"/>
                </a:cubicBezTo>
                <a:close/>
                <a:moveTo>
                  <a:pt x="10664104" y="0"/>
                </a:moveTo>
                <a:lnTo>
                  <a:pt x="12389506" y="0"/>
                </a:lnTo>
                <a:cubicBezTo>
                  <a:pt x="12463650" y="0"/>
                  <a:pt x="12523755" y="60105"/>
                  <a:pt x="12523755" y="134249"/>
                </a:cubicBezTo>
                <a:lnTo>
                  <a:pt x="12523755" y="4666351"/>
                </a:lnTo>
                <a:cubicBezTo>
                  <a:pt x="12523755" y="4740495"/>
                  <a:pt x="12463650" y="4800600"/>
                  <a:pt x="12389506" y="4800600"/>
                </a:cubicBezTo>
                <a:lnTo>
                  <a:pt x="10664104" y="4800600"/>
                </a:lnTo>
                <a:cubicBezTo>
                  <a:pt x="10589960" y="4800600"/>
                  <a:pt x="10529855" y="4740495"/>
                  <a:pt x="10529855" y="4666351"/>
                </a:cubicBezTo>
                <a:lnTo>
                  <a:pt x="10529855" y="134249"/>
                </a:lnTo>
                <a:cubicBezTo>
                  <a:pt x="10529855" y="60105"/>
                  <a:pt x="10589960" y="0"/>
                  <a:pt x="10664104" y="0"/>
                </a:cubicBezTo>
                <a:close/>
                <a:moveTo>
                  <a:pt x="8558133" y="0"/>
                </a:moveTo>
                <a:lnTo>
                  <a:pt x="10283535" y="0"/>
                </a:lnTo>
                <a:cubicBezTo>
                  <a:pt x="10357679" y="0"/>
                  <a:pt x="10417784" y="60105"/>
                  <a:pt x="10417784" y="134249"/>
                </a:cubicBezTo>
                <a:lnTo>
                  <a:pt x="10417784" y="4666351"/>
                </a:lnTo>
                <a:cubicBezTo>
                  <a:pt x="10417784" y="4740495"/>
                  <a:pt x="10357679" y="4800600"/>
                  <a:pt x="10283535" y="4800600"/>
                </a:cubicBezTo>
                <a:lnTo>
                  <a:pt x="8558133" y="4800600"/>
                </a:lnTo>
                <a:cubicBezTo>
                  <a:pt x="8483989" y="4800600"/>
                  <a:pt x="8423884" y="4740495"/>
                  <a:pt x="8423884" y="4666351"/>
                </a:cubicBezTo>
                <a:lnTo>
                  <a:pt x="8423884" y="134249"/>
                </a:lnTo>
                <a:cubicBezTo>
                  <a:pt x="8423884" y="60105"/>
                  <a:pt x="8483989" y="0"/>
                  <a:pt x="8558133" y="0"/>
                </a:cubicBezTo>
                <a:close/>
                <a:moveTo>
                  <a:pt x="6452163" y="0"/>
                </a:moveTo>
                <a:lnTo>
                  <a:pt x="8177564" y="0"/>
                </a:lnTo>
                <a:cubicBezTo>
                  <a:pt x="8251708" y="0"/>
                  <a:pt x="8311813" y="60105"/>
                  <a:pt x="8311813" y="134249"/>
                </a:cubicBezTo>
                <a:lnTo>
                  <a:pt x="8311813" y="4666351"/>
                </a:lnTo>
                <a:cubicBezTo>
                  <a:pt x="8311813" y="4740495"/>
                  <a:pt x="8251708" y="4800600"/>
                  <a:pt x="8177564" y="4800600"/>
                </a:cubicBezTo>
                <a:lnTo>
                  <a:pt x="6452163" y="4800600"/>
                </a:lnTo>
                <a:cubicBezTo>
                  <a:pt x="6378019" y="4800600"/>
                  <a:pt x="6317913" y="4740495"/>
                  <a:pt x="6317913" y="4666351"/>
                </a:cubicBezTo>
                <a:lnTo>
                  <a:pt x="6317913" y="134249"/>
                </a:lnTo>
                <a:cubicBezTo>
                  <a:pt x="6317913" y="60105"/>
                  <a:pt x="6378019" y="0"/>
                  <a:pt x="6452163" y="0"/>
                </a:cubicBezTo>
                <a:close/>
                <a:moveTo>
                  <a:pt x="4346191" y="0"/>
                </a:moveTo>
                <a:lnTo>
                  <a:pt x="6071594" y="0"/>
                </a:lnTo>
                <a:cubicBezTo>
                  <a:pt x="6145737" y="0"/>
                  <a:pt x="6205842" y="60105"/>
                  <a:pt x="6205842" y="134249"/>
                </a:cubicBezTo>
                <a:lnTo>
                  <a:pt x="6205842" y="4666351"/>
                </a:lnTo>
                <a:cubicBezTo>
                  <a:pt x="6205842" y="4740495"/>
                  <a:pt x="6145737" y="4800600"/>
                  <a:pt x="6071594" y="4800600"/>
                </a:cubicBezTo>
                <a:lnTo>
                  <a:pt x="4346191" y="4800600"/>
                </a:lnTo>
                <a:cubicBezTo>
                  <a:pt x="4272048" y="4800600"/>
                  <a:pt x="4211942" y="4740495"/>
                  <a:pt x="4211942" y="4666351"/>
                </a:cubicBezTo>
                <a:lnTo>
                  <a:pt x="4211942" y="134249"/>
                </a:lnTo>
                <a:cubicBezTo>
                  <a:pt x="4211942" y="60105"/>
                  <a:pt x="4272048" y="0"/>
                  <a:pt x="4346191" y="0"/>
                </a:cubicBezTo>
                <a:close/>
                <a:moveTo>
                  <a:pt x="2240220" y="0"/>
                </a:moveTo>
                <a:lnTo>
                  <a:pt x="3965623" y="0"/>
                </a:lnTo>
                <a:cubicBezTo>
                  <a:pt x="4039766" y="0"/>
                  <a:pt x="4099872" y="60105"/>
                  <a:pt x="4099872" y="134249"/>
                </a:cubicBezTo>
                <a:lnTo>
                  <a:pt x="4099872" y="4666351"/>
                </a:lnTo>
                <a:cubicBezTo>
                  <a:pt x="4099872" y="4740495"/>
                  <a:pt x="4039766" y="4800600"/>
                  <a:pt x="3965623" y="4800600"/>
                </a:cubicBezTo>
                <a:lnTo>
                  <a:pt x="2240220" y="4800600"/>
                </a:lnTo>
                <a:cubicBezTo>
                  <a:pt x="2166076" y="4800600"/>
                  <a:pt x="2105972" y="4740495"/>
                  <a:pt x="2105972" y="4666351"/>
                </a:cubicBezTo>
                <a:lnTo>
                  <a:pt x="2105972" y="134249"/>
                </a:lnTo>
                <a:cubicBezTo>
                  <a:pt x="2105972" y="60105"/>
                  <a:pt x="2166076" y="0"/>
                  <a:pt x="2240220" y="0"/>
                </a:cubicBezTo>
                <a:close/>
                <a:moveTo>
                  <a:pt x="134249" y="0"/>
                </a:moveTo>
                <a:lnTo>
                  <a:pt x="1859651" y="0"/>
                </a:lnTo>
                <a:cubicBezTo>
                  <a:pt x="1933795" y="0"/>
                  <a:pt x="1993900" y="60105"/>
                  <a:pt x="1993900" y="134249"/>
                </a:cubicBezTo>
                <a:lnTo>
                  <a:pt x="1993900" y="4666351"/>
                </a:lnTo>
                <a:cubicBezTo>
                  <a:pt x="1993900" y="4740495"/>
                  <a:pt x="1933795" y="4800600"/>
                  <a:pt x="1859651" y="4800600"/>
                </a:cubicBezTo>
                <a:lnTo>
                  <a:pt x="134249" y="4800600"/>
                </a:lnTo>
                <a:cubicBezTo>
                  <a:pt x="60105" y="4800600"/>
                  <a:pt x="0" y="4740495"/>
                  <a:pt x="0" y="4666351"/>
                </a:cubicBezTo>
                <a:lnTo>
                  <a:pt x="0" y="134249"/>
                </a:lnTo>
                <a:cubicBezTo>
                  <a:pt x="0" y="60105"/>
                  <a:pt x="60105" y="0"/>
                  <a:pt x="134249" y="0"/>
                </a:cubicBezTo>
                <a:close/>
              </a:path>
            </a:pathLst>
          </a:custGeom>
          <a:blipFill>
            <a:blip r:embed="rId3">
              <a:alphaModFix amt="50000"/>
            </a:blip>
            <a:stretch>
              <a:fillRect l="-3407" t="-81392" r="-11271" b="-98968"/>
            </a:stretch>
          </a:bli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defTabSz="609585"/>
            <a:endParaRPr lang="en-US" sz="1400" dirty="0">
              <a:solidFill>
                <a:srgbClr val="FFFFFF"/>
              </a:solidFill>
              <a:latin typeface="メイリオ"/>
              <a:ea typeface="メイリオ"/>
            </a:endParaRPr>
          </a:p>
        </p:txBody>
      </p:sp>
      <p:sp>
        <p:nvSpPr>
          <p:cNvPr id="6" name="Text Placeholder 3">
            <a:extLst>
              <a:ext uri="{FF2B5EF4-FFF2-40B4-BE49-F238E27FC236}">
                <a16:creationId xmlns:a16="http://schemas.microsoft.com/office/drawing/2014/main" id="{FF071FF8-1726-DA81-624C-BCBABFAB9599}"/>
              </a:ext>
            </a:extLst>
          </p:cNvPr>
          <p:cNvSpPr txBox="1">
            <a:spLocks/>
          </p:cNvSpPr>
          <p:nvPr/>
        </p:nvSpPr>
        <p:spPr>
          <a:xfrm>
            <a:off x="9701615" y="2519494"/>
            <a:ext cx="1497307" cy="507875"/>
          </a:xfrm>
          <a:prstGeom prst="rect">
            <a:avLst/>
          </a:prstGeom>
        </p:spPr>
        <p:txBody>
          <a:bodyPr/>
          <a:lstStyle>
            <a:lvl1pPr marL="228600" indent="-228600" algn="l" defTabSz="914400" rtl="0" eaLnBrk="1" latinLnBrk="0" hangingPunct="1">
              <a:lnSpc>
                <a:spcPct val="90000"/>
              </a:lnSpc>
              <a:spcBef>
                <a:spcPts val="0"/>
              </a:spcBef>
              <a:spcAft>
                <a:spcPts val="1200"/>
              </a:spcAft>
              <a:buClr>
                <a:schemeClr val="tx1"/>
              </a:buClr>
              <a:buSzPct val="90000"/>
              <a:buFont typeface="Amazon Ember Display" panose="020F0603020204020204" pitchFamily="34" charset="0"/>
              <a:buChar char="•"/>
              <a:defRPr sz="2800" kern="1200">
                <a:solidFill>
                  <a:schemeClr val="tx1"/>
                </a:solidFill>
                <a:latin typeface="+mn-lt"/>
                <a:ea typeface="+mn-ea"/>
                <a:cs typeface="+mn-cs"/>
              </a:defRPr>
            </a:lvl1pPr>
            <a:lvl2pPr marL="457200" indent="-228600" algn="l" defTabSz="914400" rtl="0" eaLnBrk="1" latinLnBrk="0" hangingPunct="1">
              <a:lnSpc>
                <a:spcPct val="90000"/>
              </a:lnSpc>
              <a:spcBef>
                <a:spcPts val="0"/>
              </a:spcBef>
              <a:spcAft>
                <a:spcPts val="1200"/>
              </a:spcAft>
              <a:buClr>
                <a:schemeClr val="tx1"/>
              </a:buClr>
              <a:buSzPct val="90000"/>
              <a:buFont typeface="Wingdings" panose="05000000000000000000" pitchFamily="2" charset="2"/>
              <a:buChar char="§"/>
              <a:defRPr sz="2400" kern="1200">
                <a:solidFill>
                  <a:schemeClr val="tx1"/>
                </a:solidFill>
                <a:latin typeface="+mn-lt"/>
                <a:ea typeface="+mn-ea"/>
                <a:cs typeface="+mn-cs"/>
              </a:defRPr>
            </a:lvl2pPr>
            <a:lvl3pPr marL="685800" indent="-228600" algn="l" defTabSz="914400" rtl="0" eaLnBrk="1" latinLnBrk="0" hangingPunct="1">
              <a:lnSpc>
                <a:spcPct val="90000"/>
              </a:lnSpc>
              <a:spcBef>
                <a:spcPts val="0"/>
              </a:spcBef>
              <a:spcAft>
                <a:spcPts val="600"/>
              </a:spcAft>
              <a:buClr>
                <a:schemeClr val="tx1"/>
              </a:buClr>
              <a:buFont typeface="Amazon Ember Display" panose="020F0603020204020204" pitchFamily="34" charset="0"/>
              <a:buChar char="–"/>
              <a:defRPr sz="2000" kern="1200">
                <a:solidFill>
                  <a:schemeClr val="tx1"/>
                </a:solidFill>
                <a:latin typeface="+mn-lt"/>
                <a:ea typeface="+mn-ea"/>
                <a:cs typeface="+mn-cs"/>
              </a:defRPr>
            </a:lvl3pPr>
            <a:lvl4pPr marL="914400" indent="-228600" algn="l" defTabSz="914400" rtl="0" eaLnBrk="1" latinLnBrk="0" hangingPunct="1">
              <a:lnSpc>
                <a:spcPct val="90000"/>
              </a:lnSpc>
              <a:spcBef>
                <a:spcPts val="0"/>
              </a:spcBef>
              <a:spcAft>
                <a:spcPts val="600"/>
              </a:spcAft>
              <a:buClr>
                <a:schemeClr val="tx1"/>
              </a:buClr>
              <a:buFont typeface="Amazon Ember Display" panose="020F0603020204020204" pitchFamily="34" charset="0"/>
              <a:buChar char="•"/>
              <a:defRPr sz="1800" kern="1200">
                <a:solidFill>
                  <a:schemeClr val="tx1"/>
                </a:solidFill>
                <a:latin typeface="+mn-lt"/>
                <a:ea typeface="+mn-ea"/>
                <a:cs typeface="+mn-cs"/>
              </a:defRPr>
            </a:lvl4pPr>
            <a:lvl5pPr marL="914400" indent="-228600" algn="l" defTabSz="914400" rtl="0" eaLnBrk="1" latinLnBrk="0" hangingPunct="1">
              <a:lnSpc>
                <a:spcPct val="90000"/>
              </a:lnSpc>
              <a:spcBef>
                <a:spcPts val="0"/>
              </a:spcBef>
              <a:buClr>
                <a:schemeClr val="tx1"/>
              </a:buClr>
              <a:buFont typeface="Amazon Ember Display" panose="020F0603020204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mazon Ember Display" panose="020F0603020204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mazon Ember Display" panose="020F0603020204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mazon Ember Display" panose="020F0603020204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mazon Ember Display" panose="020F0603020204020204" pitchFamily="34" charset="0"/>
              <a:buChar char="•"/>
              <a:defRPr sz="1800" kern="1200">
                <a:solidFill>
                  <a:schemeClr val="tx1"/>
                </a:solidFill>
                <a:latin typeface="+mn-lt"/>
                <a:ea typeface="+mn-ea"/>
                <a:cs typeface="+mn-cs"/>
              </a:defRPr>
            </a:lvl9pPr>
          </a:lstStyle>
          <a:p>
            <a:pPr marL="0" indent="0" defTabSz="722479">
              <a:spcAft>
                <a:spcPts val="1580"/>
              </a:spcAft>
              <a:buClr>
                <a:srgbClr val="FFFFFF"/>
              </a:buClr>
              <a:buNone/>
              <a:defRPr/>
            </a:pPr>
            <a:endParaRPr lang="en-US" sz="1467">
              <a:solidFill>
                <a:srgbClr val="FFFFFF"/>
              </a:solidFill>
              <a:latin typeface="Amazon Ember Display Light" panose="020F0403020204020204" pitchFamily="34" charset="0"/>
              <a:ea typeface="Amazon Ember Display Light" panose="020F0403020204020204" pitchFamily="34" charset="0"/>
              <a:cs typeface="Amazon Ember Display Light" panose="020F0403020204020204" pitchFamily="34" charset="0"/>
            </a:endParaRPr>
          </a:p>
        </p:txBody>
      </p:sp>
      <p:sp>
        <p:nvSpPr>
          <p:cNvPr id="7" name="Text Placeholder 3">
            <a:extLst>
              <a:ext uri="{FF2B5EF4-FFF2-40B4-BE49-F238E27FC236}">
                <a16:creationId xmlns:a16="http://schemas.microsoft.com/office/drawing/2014/main" id="{F4A188BF-837E-2919-A413-12D37482DC63}"/>
              </a:ext>
            </a:extLst>
          </p:cNvPr>
          <p:cNvSpPr txBox="1">
            <a:spLocks/>
          </p:cNvSpPr>
          <p:nvPr/>
        </p:nvSpPr>
        <p:spPr>
          <a:xfrm>
            <a:off x="6798359" y="2757050"/>
            <a:ext cx="1099192" cy="902016"/>
          </a:xfrm>
          <a:prstGeom prst="rect">
            <a:avLst/>
          </a:prstGeom>
        </p:spPr>
        <p:txBody>
          <a:bodyPr/>
          <a:lstStyle>
            <a:lvl1pPr marL="228600" indent="-228600" algn="l" defTabSz="914400" rtl="0" eaLnBrk="1" latinLnBrk="0" hangingPunct="1">
              <a:lnSpc>
                <a:spcPct val="90000"/>
              </a:lnSpc>
              <a:spcBef>
                <a:spcPts val="0"/>
              </a:spcBef>
              <a:spcAft>
                <a:spcPts val="1200"/>
              </a:spcAft>
              <a:buClr>
                <a:schemeClr val="tx1"/>
              </a:buClr>
              <a:buSzPct val="90000"/>
              <a:buFont typeface="Amazon Ember Display" panose="020F0603020204020204" pitchFamily="34" charset="0"/>
              <a:buChar char="•"/>
              <a:defRPr sz="2800" kern="1200">
                <a:solidFill>
                  <a:schemeClr val="tx1"/>
                </a:solidFill>
                <a:latin typeface="+mn-lt"/>
                <a:ea typeface="+mn-ea"/>
                <a:cs typeface="+mn-cs"/>
              </a:defRPr>
            </a:lvl1pPr>
            <a:lvl2pPr marL="457200" indent="-228600" algn="l" defTabSz="914400" rtl="0" eaLnBrk="1" latinLnBrk="0" hangingPunct="1">
              <a:lnSpc>
                <a:spcPct val="90000"/>
              </a:lnSpc>
              <a:spcBef>
                <a:spcPts val="0"/>
              </a:spcBef>
              <a:spcAft>
                <a:spcPts val="1200"/>
              </a:spcAft>
              <a:buClr>
                <a:schemeClr val="tx1"/>
              </a:buClr>
              <a:buSzPct val="90000"/>
              <a:buFont typeface="Wingdings" panose="05000000000000000000" pitchFamily="2" charset="2"/>
              <a:buChar char="§"/>
              <a:defRPr sz="2400" kern="1200">
                <a:solidFill>
                  <a:schemeClr val="tx1"/>
                </a:solidFill>
                <a:latin typeface="+mn-lt"/>
                <a:ea typeface="+mn-ea"/>
                <a:cs typeface="+mn-cs"/>
              </a:defRPr>
            </a:lvl2pPr>
            <a:lvl3pPr marL="685800" indent="-228600" algn="l" defTabSz="914400" rtl="0" eaLnBrk="1" latinLnBrk="0" hangingPunct="1">
              <a:lnSpc>
                <a:spcPct val="90000"/>
              </a:lnSpc>
              <a:spcBef>
                <a:spcPts val="0"/>
              </a:spcBef>
              <a:spcAft>
                <a:spcPts val="600"/>
              </a:spcAft>
              <a:buClr>
                <a:schemeClr val="tx1"/>
              </a:buClr>
              <a:buFont typeface="Amazon Ember Display" panose="020F0603020204020204" pitchFamily="34" charset="0"/>
              <a:buChar char="–"/>
              <a:defRPr sz="2000" kern="1200">
                <a:solidFill>
                  <a:schemeClr val="tx1"/>
                </a:solidFill>
                <a:latin typeface="+mn-lt"/>
                <a:ea typeface="+mn-ea"/>
                <a:cs typeface="+mn-cs"/>
              </a:defRPr>
            </a:lvl3pPr>
            <a:lvl4pPr marL="914400" indent="-228600" algn="l" defTabSz="914400" rtl="0" eaLnBrk="1" latinLnBrk="0" hangingPunct="1">
              <a:lnSpc>
                <a:spcPct val="90000"/>
              </a:lnSpc>
              <a:spcBef>
                <a:spcPts val="0"/>
              </a:spcBef>
              <a:spcAft>
                <a:spcPts val="600"/>
              </a:spcAft>
              <a:buClr>
                <a:schemeClr val="tx1"/>
              </a:buClr>
              <a:buFont typeface="Amazon Ember Display" panose="020F0603020204020204" pitchFamily="34" charset="0"/>
              <a:buChar char="•"/>
              <a:defRPr sz="1800" kern="1200">
                <a:solidFill>
                  <a:schemeClr val="tx1"/>
                </a:solidFill>
                <a:latin typeface="+mn-lt"/>
                <a:ea typeface="+mn-ea"/>
                <a:cs typeface="+mn-cs"/>
              </a:defRPr>
            </a:lvl4pPr>
            <a:lvl5pPr marL="914400" indent="-228600" algn="l" defTabSz="914400" rtl="0" eaLnBrk="1" latinLnBrk="0" hangingPunct="1">
              <a:lnSpc>
                <a:spcPct val="90000"/>
              </a:lnSpc>
              <a:spcBef>
                <a:spcPts val="0"/>
              </a:spcBef>
              <a:buClr>
                <a:schemeClr val="tx1"/>
              </a:buClr>
              <a:buFont typeface="Amazon Ember Display" panose="020F0603020204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mazon Ember Display" panose="020F0603020204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mazon Ember Display" panose="020F0603020204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mazon Ember Display" panose="020F0603020204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mazon Ember Display" panose="020F0603020204020204" pitchFamily="34" charset="0"/>
              <a:buChar char="•"/>
              <a:defRPr sz="1800" kern="1200">
                <a:solidFill>
                  <a:schemeClr val="tx1"/>
                </a:solidFill>
                <a:latin typeface="+mn-lt"/>
                <a:ea typeface="+mn-ea"/>
                <a:cs typeface="+mn-cs"/>
              </a:defRPr>
            </a:lvl9pPr>
          </a:lstStyle>
          <a:p>
            <a:pPr marL="0" indent="0" defTabSz="722479">
              <a:lnSpc>
                <a:spcPct val="110000"/>
              </a:lnSpc>
              <a:spcAft>
                <a:spcPts val="948"/>
              </a:spcAft>
              <a:buClr>
                <a:srgbClr val="FFFFFF"/>
              </a:buClr>
              <a:buNone/>
              <a:defRPr/>
            </a:pPr>
            <a:r>
              <a:rPr lang="ja-JP" altLang="en-US" sz="1200">
                <a:solidFill>
                  <a:srgbClr val="FFFFFF"/>
                </a:solidFill>
                <a:latin typeface="Meiryo" panose="020B0604030504040204" pitchFamily="34" charset="-128"/>
                <a:ea typeface="Meiryo" panose="020B0604030504040204" pitchFamily="34" charset="-128"/>
                <a:cs typeface="Amazon Ember Display Light" panose="020F0403020204020204" pitchFamily="34" charset="0"/>
              </a:rPr>
              <a:t>高度な画像</a:t>
            </a:r>
            <a:r>
              <a:rPr lang="en-US" altLang="ja-JP" sz="1200" dirty="0">
                <a:solidFill>
                  <a:srgbClr val="FFFFFF"/>
                </a:solidFill>
                <a:latin typeface="Meiryo" panose="020B0604030504040204" pitchFamily="34" charset="-128"/>
                <a:ea typeface="Meiryo" panose="020B0604030504040204" pitchFamily="34" charset="-128"/>
                <a:cs typeface="Amazon Ember Display Light" panose="020F0403020204020204" pitchFamily="34" charset="0"/>
              </a:rPr>
              <a:t> &amp; </a:t>
            </a:r>
            <a:r>
              <a:rPr lang="ja-JP" altLang="en-US" sz="1200">
                <a:solidFill>
                  <a:srgbClr val="FFFFFF"/>
                </a:solidFill>
                <a:latin typeface="Meiryo" panose="020B0604030504040204" pitchFamily="34" charset="-128"/>
                <a:ea typeface="Meiryo" panose="020B0604030504040204" pitchFamily="34" charset="-128"/>
                <a:cs typeface="Amazon Ember Display Light" panose="020F0403020204020204" pitchFamily="34" charset="0"/>
              </a:rPr>
              <a:t>言語論理推論</a:t>
            </a:r>
            <a:endParaRPr lang="en-US" sz="1200" dirty="0">
              <a:solidFill>
                <a:srgbClr val="FFFFFF"/>
              </a:solidFill>
              <a:latin typeface="Meiryo" panose="020B0604030504040204" pitchFamily="34" charset="-128"/>
              <a:ea typeface="Meiryo" panose="020B0604030504040204" pitchFamily="34" charset="-128"/>
              <a:cs typeface="Amazon Ember Display Light" panose="020F0403020204020204" pitchFamily="34" charset="0"/>
            </a:endParaRPr>
          </a:p>
        </p:txBody>
      </p:sp>
      <p:pic>
        <p:nvPicPr>
          <p:cNvPr id="8" name="Picture 2">
            <a:extLst>
              <a:ext uri="{FF2B5EF4-FFF2-40B4-BE49-F238E27FC236}">
                <a16:creationId xmlns:a16="http://schemas.microsoft.com/office/drawing/2014/main" id="{BFCEE63E-C0F6-C3B0-2707-A8227DB029B9}"/>
              </a:ext>
            </a:extLst>
          </p:cNvPr>
          <p:cNvPicPr>
            <a:picLocks noChangeAspect="1" noChangeArrowheads="1"/>
          </p:cNvPicPr>
          <p:nvPr/>
        </p:nvPicPr>
        <p:blipFill>
          <a:blip r:embed="rId4">
            <a:extLst>
              <a:ext uri="{BEBA8EAE-BF5A-486C-A8C5-ECC9F3942E4B}">
                <a14:imgProps xmlns:a14="http://schemas.microsoft.com/office/drawing/2010/main">
                  <a14:imgLayer r:embed="rId5">
                    <a14:imgEffect>
                      <a14:brightnessContrast bright="100000"/>
                    </a14:imgEffect>
                  </a14:imgLayer>
                </a14:imgProps>
              </a:ext>
              <a:ext uri="{28A0092B-C50C-407E-A947-70E740481C1C}">
                <a14:useLocalDpi xmlns:a14="http://schemas.microsoft.com/office/drawing/2010/main" val="0"/>
              </a:ext>
            </a:extLst>
          </a:blip>
          <a:srcRect/>
          <a:stretch>
            <a:fillRect/>
          </a:stretch>
        </p:blipFill>
        <p:spPr bwMode="auto">
          <a:xfrm>
            <a:off x="6924986" y="2279440"/>
            <a:ext cx="697805" cy="140591"/>
          </a:xfrm>
          <a:prstGeom prst="rect">
            <a:avLst/>
          </a:prstGeom>
          <a:noFill/>
          <a:extLst>
            <a:ext uri="{909E8E84-426E-40DD-AFC4-6F175D3DCCD1}">
              <a14:hiddenFill xmlns:a14="http://schemas.microsoft.com/office/drawing/2010/main">
                <a:solidFill>
                  <a:srgbClr val="FFFFFF"/>
                </a:solidFill>
              </a14:hiddenFill>
            </a:ext>
          </a:extLst>
        </p:spPr>
      </p:pic>
      <p:sp>
        <p:nvSpPr>
          <p:cNvPr id="9" name="Text Placeholder 3">
            <a:extLst>
              <a:ext uri="{FF2B5EF4-FFF2-40B4-BE49-F238E27FC236}">
                <a16:creationId xmlns:a16="http://schemas.microsoft.com/office/drawing/2014/main" id="{07B6AA11-51F3-15B9-313B-6F7D19BE0443}"/>
              </a:ext>
            </a:extLst>
          </p:cNvPr>
          <p:cNvSpPr txBox="1">
            <a:spLocks/>
          </p:cNvSpPr>
          <p:nvPr/>
        </p:nvSpPr>
        <p:spPr>
          <a:xfrm>
            <a:off x="288604" y="2757050"/>
            <a:ext cx="1214705" cy="1307296"/>
          </a:xfrm>
          <a:prstGeom prst="rect">
            <a:avLst/>
          </a:prstGeom>
        </p:spPr>
        <p:txBody>
          <a:bodyPr/>
          <a:lstStyle>
            <a:lvl1pPr marL="228600" indent="-228600" algn="l" defTabSz="914400" rtl="0" eaLnBrk="1" latinLnBrk="0" hangingPunct="1">
              <a:lnSpc>
                <a:spcPct val="90000"/>
              </a:lnSpc>
              <a:spcBef>
                <a:spcPts val="0"/>
              </a:spcBef>
              <a:spcAft>
                <a:spcPts val="1200"/>
              </a:spcAft>
              <a:buClr>
                <a:schemeClr val="tx1"/>
              </a:buClr>
              <a:buSzPct val="90000"/>
              <a:buFont typeface="Amazon Ember Display" panose="020F0603020204020204" pitchFamily="34" charset="0"/>
              <a:buChar char="•"/>
              <a:defRPr sz="2800" kern="1200">
                <a:solidFill>
                  <a:schemeClr val="tx1"/>
                </a:solidFill>
                <a:latin typeface="+mn-lt"/>
                <a:ea typeface="+mn-ea"/>
                <a:cs typeface="+mn-cs"/>
              </a:defRPr>
            </a:lvl1pPr>
            <a:lvl2pPr marL="457200" indent="-228600" algn="l" defTabSz="914400" rtl="0" eaLnBrk="1" latinLnBrk="0" hangingPunct="1">
              <a:lnSpc>
                <a:spcPct val="90000"/>
              </a:lnSpc>
              <a:spcBef>
                <a:spcPts val="0"/>
              </a:spcBef>
              <a:spcAft>
                <a:spcPts val="1200"/>
              </a:spcAft>
              <a:buClr>
                <a:schemeClr val="tx1"/>
              </a:buClr>
              <a:buSzPct val="90000"/>
              <a:buFont typeface="Wingdings" panose="05000000000000000000" pitchFamily="2" charset="2"/>
              <a:buChar char="§"/>
              <a:defRPr sz="2400" kern="1200">
                <a:solidFill>
                  <a:schemeClr val="tx1"/>
                </a:solidFill>
                <a:latin typeface="+mn-lt"/>
                <a:ea typeface="+mn-ea"/>
                <a:cs typeface="+mn-cs"/>
              </a:defRPr>
            </a:lvl2pPr>
            <a:lvl3pPr marL="685800" indent="-228600" algn="l" defTabSz="914400" rtl="0" eaLnBrk="1" latinLnBrk="0" hangingPunct="1">
              <a:lnSpc>
                <a:spcPct val="90000"/>
              </a:lnSpc>
              <a:spcBef>
                <a:spcPts val="0"/>
              </a:spcBef>
              <a:spcAft>
                <a:spcPts val="600"/>
              </a:spcAft>
              <a:buClr>
                <a:schemeClr val="tx1"/>
              </a:buClr>
              <a:buFont typeface="Amazon Ember Display" panose="020F0603020204020204" pitchFamily="34" charset="0"/>
              <a:buChar char="–"/>
              <a:defRPr sz="2000" kern="1200">
                <a:solidFill>
                  <a:schemeClr val="tx1"/>
                </a:solidFill>
                <a:latin typeface="+mn-lt"/>
                <a:ea typeface="+mn-ea"/>
                <a:cs typeface="+mn-cs"/>
              </a:defRPr>
            </a:lvl3pPr>
            <a:lvl4pPr marL="914400" indent="-228600" algn="l" defTabSz="914400" rtl="0" eaLnBrk="1" latinLnBrk="0" hangingPunct="1">
              <a:lnSpc>
                <a:spcPct val="90000"/>
              </a:lnSpc>
              <a:spcBef>
                <a:spcPts val="0"/>
              </a:spcBef>
              <a:spcAft>
                <a:spcPts val="600"/>
              </a:spcAft>
              <a:buClr>
                <a:schemeClr val="tx1"/>
              </a:buClr>
              <a:buFont typeface="Amazon Ember Display" panose="020F0603020204020204" pitchFamily="34" charset="0"/>
              <a:buChar char="•"/>
              <a:defRPr sz="1800" kern="1200">
                <a:solidFill>
                  <a:schemeClr val="tx1"/>
                </a:solidFill>
                <a:latin typeface="+mn-lt"/>
                <a:ea typeface="+mn-ea"/>
                <a:cs typeface="+mn-cs"/>
              </a:defRPr>
            </a:lvl4pPr>
            <a:lvl5pPr marL="914400" indent="-228600" algn="l" defTabSz="914400" rtl="0" eaLnBrk="1" latinLnBrk="0" hangingPunct="1">
              <a:lnSpc>
                <a:spcPct val="90000"/>
              </a:lnSpc>
              <a:spcBef>
                <a:spcPts val="0"/>
              </a:spcBef>
              <a:buClr>
                <a:schemeClr val="tx1"/>
              </a:buClr>
              <a:buFont typeface="Amazon Ember Display" panose="020F0603020204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mazon Ember Display" panose="020F0603020204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mazon Ember Display" panose="020F0603020204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mazon Ember Display" panose="020F0603020204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mazon Ember Display" panose="020F0603020204020204" pitchFamily="34" charset="0"/>
              <a:buChar char="•"/>
              <a:defRPr sz="1800" kern="1200">
                <a:solidFill>
                  <a:schemeClr val="tx1"/>
                </a:solidFill>
                <a:latin typeface="+mn-lt"/>
                <a:ea typeface="+mn-ea"/>
                <a:cs typeface="+mn-cs"/>
              </a:defRPr>
            </a:lvl9pPr>
          </a:lstStyle>
          <a:p>
            <a:pPr marL="0" indent="0" defTabSz="722479">
              <a:lnSpc>
                <a:spcPct val="110000"/>
              </a:lnSpc>
              <a:spcAft>
                <a:spcPts val="948"/>
              </a:spcAft>
              <a:buClr>
                <a:srgbClr val="FFFFFF"/>
              </a:buClr>
              <a:buNone/>
              <a:defRPr/>
            </a:pPr>
            <a:r>
              <a:rPr lang="en-US" sz="1200" dirty="0" err="1">
                <a:solidFill>
                  <a:srgbClr val="FFFFFF"/>
                </a:solidFill>
                <a:latin typeface="Meiryo" panose="020B0604030504040204" pitchFamily="34" charset="-128"/>
                <a:ea typeface="Meiryo" panose="020B0604030504040204" pitchFamily="34" charset="-128"/>
                <a:cs typeface="Amazon Ember Display Light" panose="020F0403020204020204" pitchFamily="34" charset="0"/>
              </a:rPr>
              <a:t>効果的な論理推論</a:t>
            </a:r>
            <a:r>
              <a:rPr lang="en-US" sz="1200" dirty="0">
                <a:solidFill>
                  <a:srgbClr val="FFFFFF"/>
                </a:solidFill>
                <a:latin typeface="Meiryo" panose="020B0604030504040204" pitchFamily="34" charset="-128"/>
                <a:ea typeface="Meiryo" panose="020B0604030504040204" pitchFamily="34" charset="-128"/>
                <a:cs typeface="Amazon Ember Display Light" panose="020F0403020204020204" pitchFamily="34" charset="0"/>
              </a:rPr>
              <a:t> &amp; </a:t>
            </a:r>
            <a:r>
              <a:rPr lang="en-US" sz="1200" dirty="0" err="1">
                <a:solidFill>
                  <a:srgbClr val="FFFFFF"/>
                </a:solidFill>
                <a:latin typeface="Meiryo" panose="020B0604030504040204" pitchFamily="34" charset="-128"/>
                <a:ea typeface="Meiryo" panose="020B0604030504040204" pitchFamily="34" charset="-128"/>
                <a:cs typeface="Amazon Ember Display Light" panose="020F0403020204020204" pitchFamily="34" charset="0"/>
              </a:rPr>
              <a:t>大きなコンテキストウィンドウの迅速な分析</a:t>
            </a:r>
            <a:endParaRPr lang="en-US" sz="1200" dirty="0">
              <a:solidFill>
                <a:srgbClr val="FFFFFF"/>
              </a:solidFill>
              <a:latin typeface="Meiryo" panose="020B0604030504040204" pitchFamily="34" charset="-128"/>
              <a:ea typeface="Meiryo" panose="020B0604030504040204" pitchFamily="34" charset="-128"/>
              <a:cs typeface="Amazon Ember Display Light" panose="020F0403020204020204" pitchFamily="34" charset="0"/>
            </a:endParaRPr>
          </a:p>
        </p:txBody>
      </p:sp>
      <p:pic>
        <p:nvPicPr>
          <p:cNvPr id="10" name="Picture 34">
            <a:extLst>
              <a:ext uri="{FF2B5EF4-FFF2-40B4-BE49-F238E27FC236}">
                <a16:creationId xmlns:a16="http://schemas.microsoft.com/office/drawing/2014/main" id="{B92FD05D-0153-E9F1-004F-C756CBA4B9B7}"/>
              </a:ext>
            </a:extLst>
          </p:cNvPr>
          <p:cNvPicPr>
            <a:picLocks noChangeAspect="1"/>
          </p:cNvPicPr>
          <p:nvPr/>
        </p:nvPicPr>
        <p:blipFill>
          <a:blip r:embed="rId6"/>
          <a:stretch>
            <a:fillRect/>
          </a:stretch>
        </p:blipFill>
        <p:spPr>
          <a:xfrm>
            <a:off x="393875" y="2265307"/>
            <a:ext cx="797373" cy="168856"/>
          </a:xfrm>
          <a:prstGeom prst="rect">
            <a:avLst/>
          </a:prstGeom>
        </p:spPr>
      </p:pic>
      <p:sp>
        <p:nvSpPr>
          <p:cNvPr id="11" name="Text Placeholder 3">
            <a:extLst>
              <a:ext uri="{FF2B5EF4-FFF2-40B4-BE49-F238E27FC236}">
                <a16:creationId xmlns:a16="http://schemas.microsoft.com/office/drawing/2014/main" id="{82BD3584-D972-1826-0604-D2EFC9EDBEC2}"/>
              </a:ext>
            </a:extLst>
          </p:cNvPr>
          <p:cNvSpPr txBox="1">
            <a:spLocks/>
          </p:cNvSpPr>
          <p:nvPr/>
        </p:nvSpPr>
        <p:spPr>
          <a:xfrm>
            <a:off x="5479464" y="2757050"/>
            <a:ext cx="1214705" cy="892640"/>
          </a:xfrm>
          <a:prstGeom prst="rect">
            <a:avLst/>
          </a:prstGeom>
        </p:spPr>
        <p:txBody>
          <a:bodyPr/>
          <a:lstStyle>
            <a:lvl1pPr marL="228600" indent="-228600" algn="l" defTabSz="914400" rtl="0" eaLnBrk="1" latinLnBrk="0" hangingPunct="1">
              <a:lnSpc>
                <a:spcPct val="90000"/>
              </a:lnSpc>
              <a:spcBef>
                <a:spcPts val="0"/>
              </a:spcBef>
              <a:spcAft>
                <a:spcPts val="1200"/>
              </a:spcAft>
              <a:buClr>
                <a:schemeClr val="tx1"/>
              </a:buClr>
              <a:buSzPct val="90000"/>
              <a:buFont typeface="Amazon Ember Display" panose="020F0603020204020204" pitchFamily="34" charset="0"/>
              <a:buChar char="•"/>
              <a:defRPr sz="2800" kern="1200">
                <a:solidFill>
                  <a:schemeClr val="tx1"/>
                </a:solidFill>
                <a:latin typeface="+mn-lt"/>
                <a:ea typeface="+mn-ea"/>
                <a:cs typeface="+mn-cs"/>
              </a:defRPr>
            </a:lvl1pPr>
            <a:lvl2pPr marL="457200" indent="-228600" algn="l" defTabSz="914400" rtl="0" eaLnBrk="1" latinLnBrk="0" hangingPunct="1">
              <a:lnSpc>
                <a:spcPct val="90000"/>
              </a:lnSpc>
              <a:spcBef>
                <a:spcPts val="0"/>
              </a:spcBef>
              <a:spcAft>
                <a:spcPts val="1200"/>
              </a:spcAft>
              <a:buClr>
                <a:schemeClr val="tx1"/>
              </a:buClr>
              <a:buSzPct val="90000"/>
              <a:buFont typeface="Wingdings" panose="05000000000000000000" pitchFamily="2" charset="2"/>
              <a:buChar char="§"/>
              <a:defRPr sz="2400" kern="1200">
                <a:solidFill>
                  <a:schemeClr val="tx1"/>
                </a:solidFill>
                <a:latin typeface="+mn-lt"/>
                <a:ea typeface="+mn-ea"/>
                <a:cs typeface="+mn-cs"/>
              </a:defRPr>
            </a:lvl2pPr>
            <a:lvl3pPr marL="685800" indent="-228600" algn="l" defTabSz="914400" rtl="0" eaLnBrk="1" latinLnBrk="0" hangingPunct="1">
              <a:lnSpc>
                <a:spcPct val="90000"/>
              </a:lnSpc>
              <a:spcBef>
                <a:spcPts val="0"/>
              </a:spcBef>
              <a:spcAft>
                <a:spcPts val="600"/>
              </a:spcAft>
              <a:buClr>
                <a:schemeClr val="tx1"/>
              </a:buClr>
              <a:buFont typeface="Amazon Ember Display" panose="020F0603020204020204" pitchFamily="34" charset="0"/>
              <a:buChar char="–"/>
              <a:defRPr sz="2000" kern="1200">
                <a:solidFill>
                  <a:schemeClr val="tx1"/>
                </a:solidFill>
                <a:latin typeface="+mn-lt"/>
                <a:ea typeface="+mn-ea"/>
                <a:cs typeface="+mn-cs"/>
              </a:defRPr>
            </a:lvl3pPr>
            <a:lvl4pPr marL="914400" indent="-228600" algn="l" defTabSz="914400" rtl="0" eaLnBrk="1" latinLnBrk="0" hangingPunct="1">
              <a:lnSpc>
                <a:spcPct val="90000"/>
              </a:lnSpc>
              <a:spcBef>
                <a:spcPts val="0"/>
              </a:spcBef>
              <a:spcAft>
                <a:spcPts val="600"/>
              </a:spcAft>
              <a:buClr>
                <a:schemeClr val="tx1"/>
              </a:buClr>
              <a:buFont typeface="Amazon Ember Display" panose="020F0603020204020204" pitchFamily="34" charset="0"/>
              <a:buChar char="•"/>
              <a:defRPr sz="1800" kern="1200">
                <a:solidFill>
                  <a:schemeClr val="tx1"/>
                </a:solidFill>
                <a:latin typeface="+mn-lt"/>
                <a:ea typeface="+mn-ea"/>
                <a:cs typeface="+mn-cs"/>
              </a:defRPr>
            </a:lvl4pPr>
            <a:lvl5pPr marL="914400" indent="-228600" algn="l" defTabSz="914400" rtl="0" eaLnBrk="1" latinLnBrk="0" hangingPunct="1">
              <a:lnSpc>
                <a:spcPct val="90000"/>
              </a:lnSpc>
              <a:spcBef>
                <a:spcPts val="0"/>
              </a:spcBef>
              <a:buClr>
                <a:schemeClr val="tx1"/>
              </a:buClr>
              <a:buFont typeface="Amazon Ember Display" panose="020F0603020204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mazon Ember Display" panose="020F0603020204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mazon Ember Display" panose="020F0603020204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mazon Ember Display" panose="020F0603020204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mazon Ember Display" panose="020F0603020204020204" pitchFamily="34" charset="0"/>
              <a:buChar char="•"/>
              <a:defRPr sz="1800" kern="1200">
                <a:solidFill>
                  <a:schemeClr val="tx1"/>
                </a:solidFill>
                <a:latin typeface="+mn-lt"/>
                <a:ea typeface="+mn-ea"/>
                <a:cs typeface="+mn-cs"/>
              </a:defRPr>
            </a:lvl9pPr>
          </a:lstStyle>
          <a:p>
            <a:pPr marL="0" indent="0" defTabSz="722479">
              <a:lnSpc>
                <a:spcPct val="110000"/>
              </a:lnSpc>
              <a:spcAft>
                <a:spcPts val="948"/>
              </a:spcAft>
              <a:buClr>
                <a:srgbClr val="FFFFFF"/>
              </a:buClr>
              <a:buNone/>
              <a:defRPr/>
            </a:pPr>
            <a:r>
              <a:rPr lang="ja-JP" altLang="en-US" sz="1200">
                <a:solidFill>
                  <a:srgbClr val="FFFFFF"/>
                </a:solidFill>
                <a:latin typeface="Meiryo" panose="020B0604030504040204" pitchFamily="34" charset="-128"/>
                <a:ea typeface="Meiryo" panose="020B0604030504040204" pitchFamily="34" charset="-128"/>
                <a:cs typeface="Amazon Ember Display Light" panose="020F0403020204020204" pitchFamily="34" charset="0"/>
              </a:rPr>
              <a:t>テキスト</a:t>
            </a:r>
            <a:r>
              <a:rPr lang="en-US" altLang="ja-JP" sz="1200" dirty="0">
                <a:solidFill>
                  <a:srgbClr val="FFFFFF"/>
                </a:solidFill>
                <a:latin typeface="Meiryo" panose="020B0604030504040204" pitchFamily="34" charset="-128"/>
                <a:ea typeface="Meiryo" panose="020B0604030504040204" pitchFamily="34" charset="-128"/>
                <a:cs typeface="Amazon Ember Display Light" panose="020F0403020204020204" pitchFamily="34" charset="0"/>
              </a:rPr>
              <a:t> &amp; </a:t>
            </a:r>
            <a:r>
              <a:rPr lang="ja-JP" altLang="en-US" sz="1200">
                <a:solidFill>
                  <a:srgbClr val="FFFFFF"/>
                </a:solidFill>
                <a:latin typeface="Meiryo" panose="020B0604030504040204" pitchFamily="34" charset="-128"/>
                <a:ea typeface="Meiryo" panose="020B0604030504040204" pitchFamily="34" charset="-128"/>
                <a:cs typeface="Amazon Ember Display Light" panose="020F0403020204020204" pitchFamily="34" charset="0"/>
              </a:rPr>
              <a:t>画像から</a:t>
            </a:r>
            <a:br>
              <a:rPr lang="en-US" altLang="ja-JP" sz="1200" dirty="0">
                <a:solidFill>
                  <a:srgbClr val="FFFFFF"/>
                </a:solidFill>
                <a:latin typeface="Meiryo" panose="020B0604030504040204" pitchFamily="34" charset="-128"/>
                <a:ea typeface="Meiryo" panose="020B0604030504040204" pitchFamily="34" charset="-128"/>
                <a:cs typeface="Amazon Ember Display Light" panose="020F0403020204020204" pitchFamily="34" charset="0"/>
              </a:rPr>
            </a:br>
            <a:r>
              <a:rPr lang="ja-JP" altLang="en-US" sz="1200">
                <a:solidFill>
                  <a:srgbClr val="FFFFFF"/>
                </a:solidFill>
                <a:latin typeface="Meiryo" panose="020B0604030504040204" pitchFamily="34" charset="-128"/>
                <a:ea typeface="Meiryo" panose="020B0604030504040204" pitchFamily="34" charset="-128"/>
                <a:cs typeface="Amazon Ember Display Light" panose="020F0403020204020204" pitchFamily="34" charset="0"/>
              </a:rPr>
              <a:t>高画質ビデオ生成</a:t>
            </a:r>
            <a:endParaRPr lang="en-US" sz="1200" dirty="0">
              <a:solidFill>
                <a:srgbClr val="FFFFFF"/>
              </a:solidFill>
              <a:latin typeface="Meiryo" panose="020B0604030504040204" pitchFamily="34" charset="-128"/>
              <a:ea typeface="Meiryo" panose="020B0604030504040204" pitchFamily="34" charset="-128"/>
              <a:cs typeface="Amazon Ember Display Light" panose="020F0403020204020204" pitchFamily="34" charset="0"/>
            </a:endParaRPr>
          </a:p>
        </p:txBody>
      </p:sp>
      <p:pic>
        <p:nvPicPr>
          <p:cNvPr id="12" name="Graphic 108">
            <a:extLst>
              <a:ext uri="{FF2B5EF4-FFF2-40B4-BE49-F238E27FC236}">
                <a16:creationId xmlns:a16="http://schemas.microsoft.com/office/drawing/2014/main" id="{F9F2C388-B480-4CEA-2D09-79FB86B78420}"/>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5505780" y="2140544"/>
            <a:ext cx="914864" cy="418383"/>
          </a:xfrm>
          <a:prstGeom prst="rect">
            <a:avLst/>
          </a:prstGeom>
        </p:spPr>
      </p:pic>
      <p:sp>
        <p:nvSpPr>
          <p:cNvPr id="13" name="Text Placeholder 3">
            <a:extLst>
              <a:ext uri="{FF2B5EF4-FFF2-40B4-BE49-F238E27FC236}">
                <a16:creationId xmlns:a16="http://schemas.microsoft.com/office/drawing/2014/main" id="{72AB74BB-BBE5-3F77-7472-27BD510CBD1B}"/>
              </a:ext>
            </a:extLst>
          </p:cNvPr>
          <p:cNvSpPr txBox="1">
            <a:spLocks/>
          </p:cNvSpPr>
          <p:nvPr/>
        </p:nvSpPr>
        <p:spPr>
          <a:xfrm>
            <a:off x="10651073" y="2757051"/>
            <a:ext cx="1260531" cy="1167172"/>
          </a:xfrm>
          <a:prstGeom prst="rect">
            <a:avLst/>
          </a:prstGeom>
        </p:spPr>
        <p:txBody>
          <a:bodyPr/>
          <a:lstStyle>
            <a:lvl1pPr marL="228600" indent="-228600" algn="l" defTabSz="914400" rtl="0" eaLnBrk="1" latinLnBrk="0" hangingPunct="1">
              <a:lnSpc>
                <a:spcPct val="90000"/>
              </a:lnSpc>
              <a:spcBef>
                <a:spcPts val="0"/>
              </a:spcBef>
              <a:spcAft>
                <a:spcPts val="1200"/>
              </a:spcAft>
              <a:buClr>
                <a:schemeClr val="tx1"/>
              </a:buClr>
              <a:buSzPct val="90000"/>
              <a:buFont typeface="Amazon Ember Display" panose="020F0603020204020204" pitchFamily="34" charset="0"/>
              <a:buChar char="•"/>
              <a:defRPr sz="2800" kern="1200">
                <a:solidFill>
                  <a:schemeClr val="tx1"/>
                </a:solidFill>
                <a:latin typeface="+mn-lt"/>
                <a:ea typeface="+mn-ea"/>
                <a:cs typeface="+mn-cs"/>
              </a:defRPr>
            </a:lvl1pPr>
            <a:lvl2pPr marL="457200" indent="-228600" algn="l" defTabSz="914400" rtl="0" eaLnBrk="1" latinLnBrk="0" hangingPunct="1">
              <a:lnSpc>
                <a:spcPct val="90000"/>
              </a:lnSpc>
              <a:spcBef>
                <a:spcPts val="0"/>
              </a:spcBef>
              <a:spcAft>
                <a:spcPts val="1200"/>
              </a:spcAft>
              <a:buClr>
                <a:schemeClr val="tx1"/>
              </a:buClr>
              <a:buSzPct val="90000"/>
              <a:buFont typeface="Wingdings" panose="05000000000000000000" pitchFamily="2" charset="2"/>
              <a:buChar char="§"/>
              <a:defRPr sz="2400" kern="1200">
                <a:solidFill>
                  <a:schemeClr val="tx1"/>
                </a:solidFill>
                <a:latin typeface="+mn-lt"/>
                <a:ea typeface="+mn-ea"/>
                <a:cs typeface="+mn-cs"/>
              </a:defRPr>
            </a:lvl2pPr>
            <a:lvl3pPr marL="685800" indent="-228600" algn="l" defTabSz="914400" rtl="0" eaLnBrk="1" latinLnBrk="0" hangingPunct="1">
              <a:lnSpc>
                <a:spcPct val="90000"/>
              </a:lnSpc>
              <a:spcBef>
                <a:spcPts val="0"/>
              </a:spcBef>
              <a:spcAft>
                <a:spcPts val="600"/>
              </a:spcAft>
              <a:buClr>
                <a:schemeClr val="tx1"/>
              </a:buClr>
              <a:buFont typeface="Amazon Ember Display" panose="020F0603020204020204" pitchFamily="34" charset="0"/>
              <a:buChar char="–"/>
              <a:defRPr sz="2000" kern="1200">
                <a:solidFill>
                  <a:schemeClr val="tx1"/>
                </a:solidFill>
                <a:latin typeface="+mn-lt"/>
                <a:ea typeface="+mn-ea"/>
                <a:cs typeface="+mn-cs"/>
              </a:defRPr>
            </a:lvl3pPr>
            <a:lvl4pPr marL="914400" indent="-228600" algn="l" defTabSz="914400" rtl="0" eaLnBrk="1" latinLnBrk="0" hangingPunct="1">
              <a:lnSpc>
                <a:spcPct val="90000"/>
              </a:lnSpc>
              <a:spcBef>
                <a:spcPts val="0"/>
              </a:spcBef>
              <a:spcAft>
                <a:spcPts val="600"/>
              </a:spcAft>
              <a:buClr>
                <a:schemeClr val="tx1"/>
              </a:buClr>
              <a:buFont typeface="Amazon Ember Display" panose="020F0603020204020204" pitchFamily="34" charset="0"/>
              <a:buChar char="•"/>
              <a:defRPr sz="1800" kern="1200">
                <a:solidFill>
                  <a:schemeClr val="tx1"/>
                </a:solidFill>
                <a:latin typeface="+mn-lt"/>
                <a:ea typeface="+mn-ea"/>
                <a:cs typeface="+mn-cs"/>
              </a:defRPr>
            </a:lvl4pPr>
            <a:lvl5pPr marL="914400" indent="-228600" algn="l" defTabSz="914400" rtl="0" eaLnBrk="1" latinLnBrk="0" hangingPunct="1">
              <a:lnSpc>
                <a:spcPct val="90000"/>
              </a:lnSpc>
              <a:spcBef>
                <a:spcPts val="0"/>
              </a:spcBef>
              <a:buClr>
                <a:schemeClr val="tx1"/>
              </a:buClr>
              <a:buFont typeface="Amazon Ember Display" panose="020F0603020204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mazon Ember Display" panose="020F0603020204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mazon Ember Display" panose="020F0603020204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mazon Ember Display" panose="020F0603020204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mazon Ember Display" panose="020F0603020204020204" pitchFamily="34" charset="0"/>
              <a:buChar char="•"/>
              <a:defRPr sz="1800" kern="1200">
                <a:solidFill>
                  <a:schemeClr val="tx1"/>
                </a:solidFill>
                <a:latin typeface="+mn-lt"/>
                <a:ea typeface="+mn-ea"/>
                <a:cs typeface="+mn-cs"/>
              </a:defRPr>
            </a:lvl9pPr>
          </a:lstStyle>
          <a:p>
            <a:pPr marL="0" indent="0" defTabSz="722479">
              <a:lnSpc>
                <a:spcPct val="110000"/>
              </a:lnSpc>
              <a:spcAft>
                <a:spcPts val="948"/>
              </a:spcAft>
              <a:buClr>
                <a:srgbClr val="FFFFFF"/>
              </a:buClr>
              <a:buNone/>
              <a:defRPr/>
            </a:pPr>
            <a:r>
              <a:rPr lang="ja-JP" altLang="en-US" sz="1200">
                <a:solidFill>
                  <a:srgbClr val="FFFFFF"/>
                </a:solidFill>
                <a:latin typeface="Meiryo" panose="020B0604030504040204" pitchFamily="34" charset="-128"/>
                <a:ea typeface="Meiryo" panose="020B0604030504040204" pitchFamily="34" charset="-128"/>
                <a:cs typeface="Amazon Ember Display Light" panose="020F0403020204020204" pitchFamily="34" charset="0"/>
              </a:rPr>
              <a:t>高品質な</a:t>
            </a:r>
            <a:r>
              <a:rPr lang="en-US" altLang="ja-JP" sz="1200" dirty="0">
                <a:solidFill>
                  <a:srgbClr val="FFFFFF"/>
                </a:solidFill>
                <a:latin typeface="Meiryo" panose="020B0604030504040204" pitchFamily="34" charset="-128"/>
                <a:ea typeface="Meiryo" panose="020B0604030504040204" pitchFamily="34" charset="-128"/>
                <a:cs typeface="Amazon Ember Display Light" panose="020F0403020204020204" pitchFamily="34" charset="0"/>
              </a:rPr>
              <a:t> </a:t>
            </a:r>
            <a:r>
              <a:rPr lang="en-US" sz="1200" dirty="0">
                <a:solidFill>
                  <a:srgbClr val="FFFFFF"/>
                </a:solidFill>
                <a:latin typeface="Amazon Ember" panose="020B0603020204020204" pitchFamily="34" charset="0"/>
                <a:ea typeface="Amazon Ember" panose="020B0603020204020204" pitchFamily="34" charset="0"/>
                <a:cs typeface="Amazon Ember" panose="020B0603020204020204" pitchFamily="34" charset="0"/>
              </a:rPr>
              <a:t>AI</a:t>
            </a:r>
            <a:r>
              <a:rPr lang="en-US" sz="1200" dirty="0">
                <a:solidFill>
                  <a:srgbClr val="FFFFFF"/>
                </a:solidFill>
                <a:latin typeface="Meiryo" panose="020B0604030504040204" pitchFamily="34" charset="-128"/>
                <a:ea typeface="Meiryo" panose="020B0604030504040204" pitchFamily="34" charset="-128"/>
                <a:cs typeface="Amazon Ember Display Light" panose="020F0403020204020204" pitchFamily="34" charset="0"/>
              </a:rPr>
              <a:t> </a:t>
            </a:r>
            <a:r>
              <a:rPr lang="ja-JP" altLang="en-US" sz="1200">
                <a:solidFill>
                  <a:srgbClr val="FFFFFF"/>
                </a:solidFill>
                <a:latin typeface="Meiryo" panose="020B0604030504040204" pitchFamily="34" charset="-128"/>
                <a:ea typeface="Meiryo" panose="020B0604030504040204" pitchFamily="34" charset="-128"/>
                <a:cs typeface="Amazon Ember Display Light" panose="020F0403020204020204" pitchFamily="34" charset="0"/>
              </a:rPr>
              <a:t>画像生成、容易に大規模展開可能</a:t>
            </a:r>
            <a:endParaRPr lang="en-US" sz="1200" dirty="0">
              <a:solidFill>
                <a:srgbClr val="FFFFFF"/>
              </a:solidFill>
              <a:latin typeface="Meiryo" panose="020B0604030504040204" pitchFamily="34" charset="-128"/>
              <a:ea typeface="Meiryo" panose="020B0604030504040204" pitchFamily="34" charset="-128"/>
              <a:cs typeface="Amazon Ember Display Light" panose="020F0403020204020204" pitchFamily="34" charset="0"/>
            </a:endParaRPr>
          </a:p>
        </p:txBody>
      </p:sp>
      <p:pic>
        <p:nvPicPr>
          <p:cNvPr id="14" name="Picture 36">
            <a:extLst>
              <a:ext uri="{FF2B5EF4-FFF2-40B4-BE49-F238E27FC236}">
                <a16:creationId xmlns:a16="http://schemas.microsoft.com/office/drawing/2014/main" id="{466DB59A-FE73-D7E4-A2FA-0309602FB6C9}"/>
              </a:ext>
            </a:extLst>
          </p:cNvPr>
          <p:cNvPicPr>
            <a:picLocks noChangeAspect="1"/>
          </p:cNvPicPr>
          <p:nvPr/>
        </p:nvPicPr>
        <p:blipFill>
          <a:blip r:embed="rId9"/>
          <a:stretch>
            <a:fillRect/>
          </a:stretch>
        </p:blipFill>
        <p:spPr>
          <a:xfrm>
            <a:off x="10757677" y="2249914"/>
            <a:ext cx="971833" cy="199640"/>
          </a:xfrm>
          <a:prstGeom prst="rect">
            <a:avLst/>
          </a:prstGeom>
        </p:spPr>
      </p:pic>
      <p:sp>
        <p:nvSpPr>
          <p:cNvPr id="15" name="TextBox 115">
            <a:extLst>
              <a:ext uri="{FF2B5EF4-FFF2-40B4-BE49-F238E27FC236}">
                <a16:creationId xmlns:a16="http://schemas.microsoft.com/office/drawing/2014/main" id="{04C287D1-DD82-77A4-52D2-2734E602DD9F}"/>
              </a:ext>
            </a:extLst>
          </p:cNvPr>
          <p:cNvSpPr txBox="1"/>
          <p:nvPr/>
        </p:nvSpPr>
        <p:spPr>
          <a:xfrm>
            <a:off x="10725134" y="4973373"/>
            <a:ext cx="1148732" cy="779700"/>
          </a:xfrm>
          <a:prstGeom prst="rect">
            <a:avLst/>
          </a:prstGeom>
          <a:noFill/>
        </p:spPr>
        <p:txBody>
          <a:bodyPr wrap="square" lIns="0" rIns="0" rtlCol="0" anchor="t">
            <a:noAutofit/>
          </a:bodyPr>
          <a:lstStyle/>
          <a:p>
            <a:pPr algn="ctr" defTabSz="722462">
              <a:spcAft>
                <a:spcPts val="791"/>
              </a:spcAft>
              <a:defRPr/>
            </a:pPr>
            <a:r>
              <a:rPr lang="en-US" sz="1200" b="1" dirty="0">
                <a:solidFill>
                  <a:srgbClr val="FFFFFF"/>
                </a:solidFill>
                <a:latin typeface="メイリオ"/>
                <a:ea typeface="メイリオ"/>
                <a:cs typeface="Amazon Ember Display" panose="020F0603020204020204" pitchFamily="34" charset="0"/>
              </a:rPr>
              <a:t>Stable Diffusion</a:t>
            </a:r>
          </a:p>
          <a:p>
            <a:pPr algn="ctr" defTabSz="722462">
              <a:spcAft>
                <a:spcPts val="791"/>
              </a:spcAft>
              <a:defRPr/>
            </a:pPr>
            <a:r>
              <a:rPr lang="en-US" sz="1200" b="1" dirty="0">
                <a:solidFill>
                  <a:srgbClr val="FFFFFF"/>
                </a:solidFill>
                <a:latin typeface="メイリオ"/>
                <a:ea typeface="メイリオ"/>
                <a:cs typeface="Amazon Ember Display" panose="020F0603020204020204" pitchFamily="34" charset="0"/>
              </a:rPr>
              <a:t>Stable Image</a:t>
            </a:r>
          </a:p>
        </p:txBody>
      </p:sp>
      <p:sp>
        <p:nvSpPr>
          <p:cNvPr id="16" name="Text Placeholder 3">
            <a:extLst>
              <a:ext uri="{FF2B5EF4-FFF2-40B4-BE49-F238E27FC236}">
                <a16:creationId xmlns:a16="http://schemas.microsoft.com/office/drawing/2014/main" id="{0F818F2F-25A8-938B-2594-B28693BF4560}"/>
              </a:ext>
            </a:extLst>
          </p:cNvPr>
          <p:cNvSpPr txBox="1">
            <a:spLocks/>
          </p:cNvSpPr>
          <p:nvPr/>
        </p:nvSpPr>
        <p:spPr>
          <a:xfrm>
            <a:off x="9385062" y="2757051"/>
            <a:ext cx="1212196" cy="1167172"/>
          </a:xfrm>
          <a:prstGeom prst="rect">
            <a:avLst/>
          </a:prstGeom>
        </p:spPr>
        <p:txBody>
          <a:bodyPr/>
          <a:lstStyle>
            <a:lvl1pPr marL="228600" indent="-228600" algn="l" defTabSz="914400" rtl="0" eaLnBrk="1" latinLnBrk="0" hangingPunct="1">
              <a:lnSpc>
                <a:spcPct val="90000"/>
              </a:lnSpc>
              <a:spcBef>
                <a:spcPts val="0"/>
              </a:spcBef>
              <a:spcAft>
                <a:spcPts val="1200"/>
              </a:spcAft>
              <a:buClr>
                <a:schemeClr val="tx1"/>
              </a:buClr>
              <a:buSzPct val="90000"/>
              <a:buFont typeface="Amazon Ember Display" panose="020F0603020204020204" pitchFamily="34" charset="0"/>
              <a:buChar char="•"/>
              <a:defRPr sz="2800" kern="1200">
                <a:solidFill>
                  <a:schemeClr val="tx1"/>
                </a:solidFill>
                <a:latin typeface="+mn-lt"/>
                <a:ea typeface="+mn-ea"/>
                <a:cs typeface="+mn-cs"/>
              </a:defRPr>
            </a:lvl1pPr>
            <a:lvl2pPr marL="457200" indent="-228600" algn="l" defTabSz="914400" rtl="0" eaLnBrk="1" latinLnBrk="0" hangingPunct="1">
              <a:lnSpc>
                <a:spcPct val="90000"/>
              </a:lnSpc>
              <a:spcBef>
                <a:spcPts val="0"/>
              </a:spcBef>
              <a:spcAft>
                <a:spcPts val="1200"/>
              </a:spcAft>
              <a:buClr>
                <a:schemeClr val="tx1"/>
              </a:buClr>
              <a:buSzPct val="90000"/>
              <a:buFont typeface="Wingdings" panose="05000000000000000000" pitchFamily="2" charset="2"/>
              <a:buChar char="§"/>
              <a:defRPr sz="2400" kern="1200">
                <a:solidFill>
                  <a:schemeClr val="tx1"/>
                </a:solidFill>
                <a:latin typeface="+mn-lt"/>
                <a:ea typeface="+mn-ea"/>
                <a:cs typeface="+mn-cs"/>
              </a:defRPr>
            </a:lvl2pPr>
            <a:lvl3pPr marL="685800" indent="-228600" algn="l" defTabSz="914400" rtl="0" eaLnBrk="1" latinLnBrk="0" hangingPunct="1">
              <a:lnSpc>
                <a:spcPct val="90000"/>
              </a:lnSpc>
              <a:spcBef>
                <a:spcPts val="0"/>
              </a:spcBef>
              <a:spcAft>
                <a:spcPts val="600"/>
              </a:spcAft>
              <a:buClr>
                <a:schemeClr val="tx1"/>
              </a:buClr>
              <a:buFont typeface="Amazon Ember Display" panose="020F0603020204020204" pitchFamily="34" charset="0"/>
              <a:buChar char="–"/>
              <a:defRPr sz="2000" kern="1200">
                <a:solidFill>
                  <a:schemeClr val="tx1"/>
                </a:solidFill>
                <a:latin typeface="+mn-lt"/>
                <a:ea typeface="+mn-ea"/>
                <a:cs typeface="+mn-cs"/>
              </a:defRPr>
            </a:lvl3pPr>
            <a:lvl4pPr marL="914400" indent="-228600" algn="l" defTabSz="914400" rtl="0" eaLnBrk="1" latinLnBrk="0" hangingPunct="1">
              <a:lnSpc>
                <a:spcPct val="90000"/>
              </a:lnSpc>
              <a:spcBef>
                <a:spcPts val="0"/>
              </a:spcBef>
              <a:spcAft>
                <a:spcPts val="600"/>
              </a:spcAft>
              <a:buClr>
                <a:schemeClr val="tx1"/>
              </a:buClr>
              <a:buFont typeface="Amazon Ember Display" panose="020F0603020204020204" pitchFamily="34" charset="0"/>
              <a:buChar char="•"/>
              <a:defRPr sz="1800" kern="1200">
                <a:solidFill>
                  <a:schemeClr val="tx1"/>
                </a:solidFill>
                <a:latin typeface="+mn-lt"/>
                <a:ea typeface="+mn-ea"/>
                <a:cs typeface="+mn-cs"/>
              </a:defRPr>
            </a:lvl4pPr>
            <a:lvl5pPr marL="914400" indent="-228600" algn="l" defTabSz="914400" rtl="0" eaLnBrk="1" latinLnBrk="0" hangingPunct="1">
              <a:lnSpc>
                <a:spcPct val="90000"/>
              </a:lnSpc>
              <a:spcBef>
                <a:spcPts val="0"/>
              </a:spcBef>
              <a:buClr>
                <a:schemeClr val="tx1"/>
              </a:buClr>
              <a:buFont typeface="Amazon Ember Display" panose="020F0603020204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mazon Ember Display" panose="020F0603020204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mazon Ember Display" panose="020F0603020204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mazon Ember Display" panose="020F0603020204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mazon Ember Display" panose="020F0603020204020204" pitchFamily="34" charset="0"/>
              <a:buChar char="•"/>
              <a:defRPr sz="1800" kern="1200">
                <a:solidFill>
                  <a:schemeClr val="tx1"/>
                </a:solidFill>
                <a:latin typeface="+mn-lt"/>
                <a:ea typeface="+mn-ea"/>
                <a:cs typeface="+mn-cs"/>
              </a:defRPr>
            </a:lvl9pPr>
          </a:lstStyle>
          <a:p>
            <a:pPr marL="0" indent="0" defTabSz="722479">
              <a:lnSpc>
                <a:spcPct val="110000"/>
              </a:lnSpc>
              <a:spcAft>
                <a:spcPts val="948"/>
              </a:spcAft>
              <a:buClr>
                <a:srgbClr val="FFFFFF"/>
              </a:buClr>
              <a:buNone/>
              <a:defRPr/>
            </a:pPr>
            <a:r>
              <a:rPr lang="ja-JP" altLang="en-US" sz="1200">
                <a:solidFill>
                  <a:srgbClr val="FFFFFF"/>
                </a:solidFill>
                <a:latin typeface="Meiryo" panose="020B0604030504040204" pitchFamily="34" charset="-128"/>
                <a:ea typeface="Meiryo" panose="020B0604030504040204" pitchFamily="34" charset="-128"/>
                <a:cs typeface="Amazon Ember Display Light" panose="020F0403020204020204" pitchFamily="34" charset="0"/>
              </a:rPr>
              <a:t>エンタープライズ向けソフトウェアエンジニアリング</a:t>
            </a:r>
            <a:r>
              <a:rPr lang="en-US" altLang="ja-JP" sz="1200" dirty="0">
                <a:solidFill>
                  <a:srgbClr val="FFFFFF"/>
                </a:solidFill>
                <a:latin typeface="Meiryo" panose="020B0604030504040204" pitchFamily="34" charset="-128"/>
                <a:ea typeface="Meiryo" panose="020B0604030504040204" pitchFamily="34" charset="-128"/>
                <a:cs typeface="Amazon Ember Display Light" panose="020F0403020204020204" pitchFamily="34" charset="0"/>
              </a:rPr>
              <a:t> </a:t>
            </a:r>
            <a:r>
              <a:rPr lang="en-US" sz="1200" dirty="0">
                <a:solidFill>
                  <a:srgbClr val="FFFFFF"/>
                </a:solidFill>
                <a:latin typeface="Amazon Ember" panose="020B0603020204020204" pitchFamily="34" charset="0"/>
                <a:ea typeface="Amazon Ember" panose="020B0603020204020204" pitchFamily="34" charset="0"/>
                <a:cs typeface="Amazon Ember" panose="020B0603020204020204" pitchFamily="34" charset="0"/>
              </a:rPr>
              <a:t>AI</a:t>
            </a:r>
          </a:p>
        </p:txBody>
      </p:sp>
      <p:pic>
        <p:nvPicPr>
          <p:cNvPr id="17" name="Picture 109" descr="A black background with white text&#10;&#10;Description automatically generated">
            <a:extLst>
              <a:ext uri="{FF2B5EF4-FFF2-40B4-BE49-F238E27FC236}">
                <a16:creationId xmlns:a16="http://schemas.microsoft.com/office/drawing/2014/main" id="{140690D0-092C-65CF-ED52-BBB0D41382FA}"/>
              </a:ext>
            </a:extLst>
          </p:cNvPr>
          <p:cNvPicPr>
            <a:picLocks noChangeAspect="1"/>
          </p:cNvPicPr>
          <p:nvPr/>
        </p:nvPicPr>
        <p:blipFill>
          <a:blip r:embed="rId10"/>
          <a:srcRect l="48766" t="32984" r="3844" b="28631"/>
          <a:stretch/>
        </p:blipFill>
        <p:spPr>
          <a:xfrm>
            <a:off x="9420435" y="2225009"/>
            <a:ext cx="1024215" cy="249453"/>
          </a:xfrm>
          <a:prstGeom prst="rect">
            <a:avLst/>
          </a:prstGeom>
        </p:spPr>
      </p:pic>
      <p:sp>
        <p:nvSpPr>
          <p:cNvPr id="18" name="TextBox 118">
            <a:extLst>
              <a:ext uri="{FF2B5EF4-FFF2-40B4-BE49-F238E27FC236}">
                <a16:creationId xmlns:a16="http://schemas.microsoft.com/office/drawing/2014/main" id="{FE1CFE5F-1DA2-EC4C-F2A9-78C5BAC21DDF}"/>
              </a:ext>
            </a:extLst>
          </p:cNvPr>
          <p:cNvSpPr txBox="1"/>
          <p:nvPr/>
        </p:nvSpPr>
        <p:spPr>
          <a:xfrm>
            <a:off x="9617599" y="4973373"/>
            <a:ext cx="747120" cy="595035"/>
          </a:xfrm>
          <a:prstGeom prst="rect">
            <a:avLst/>
          </a:prstGeom>
          <a:noFill/>
        </p:spPr>
        <p:txBody>
          <a:bodyPr wrap="square" lIns="0" rIns="0" rtlCol="0" anchor="t">
            <a:noAutofit/>
          </a:bodyPr>
          <a:lstStyle/>
          <a:p>
            <a:pPr algn="ctr" defTabSz="722462">
              <a:spcAft>
                <a:spcPts val="791"/>
              </a:spcAft>
              <a:defRPr/>
            </a:pPr>
            <a:r>
              <a:rPr lang="en-US" sz="1200" b="1" dirty="0">
                <a:solidFill>
                  <a:srgbClr val="FFFFFF"/>
                </a:solidFill>
                <a:latin typeface="メイリオ"/>
                <a:ea typeface="メイリオ"/>
                <a:cs typeface="Amazon Ember Display" panose="020F0603020204020204" pitchFamily="34" charset="0"/>
              </a:rPr>
              <a:t>Malibu</a:t>
            </a:r>
          </a:p>
          <a:p>
            <a:pPr algn="ctr" defTabSz="722462">
              <a:spcAft>
                <a:spcPts val="791"/>
              </a:spcAft>
              <a:defRPr/>
            </a:pPr>
            <a:r>
              <a:rPr lang="en-US" sz="1200" b="1" dirty="0">
                <a:solidFill>
                  <a:srgbClr val="FFFFFF"/>
                </a:solidFill>
                <a:latin typeface="メイリオ"/>
                <a:ea typeface="メイリオ"/>
                <a:cs typeface="Amazon Ember Display" panose="020F0603020204020204" pitchFamily="34" charset="0"/>
              </a:rPr>
              <a:t>Point</a:t>
            </a:r>
          </a:p>
        </p:txBody>
      </p:sp>
      <p:sp>
        <p:nvSpPr>
          <p:cNvPr id="19" name="TextBox 110">
            <a:extLst>
              <a:ext uri="{FF2B5EF4-FFF2-40B4-BE49-F238E27FC236}">
                <a16:creationId xmlns:a16="http://schemas.microsoft.com/office/drawing/2014/main" id="{54A31AF3-DC02-F3AF-81B6-19E99599C7B5}"/>
              </a:ext>
            </a:extLst>
          </p:cNvPr>
          <p:cNvSpPr txBox="1"/>
          <p:nvPr/>
        </p:nvSpPr>
        <p:spPr>
          <a:xfrm>
            <a:off x="1672261" y="4973373"/>
            <a:ext cx="1066951" cy="964367"/>
          </a:xfrm>
          <a:prstGeom prst="rect">
            <a:avLst/>
          </a:prstGeom>
          <a:noFill/>
        </p:spPr>
        <p:txBody>
          <a:bodyPr wrap="square" lIns="0" rIns="0" rtlCol="0" anchor="t">
            <a:noAutofit/>
          </a:bodyPr>
          <a:lstStyle/>
          <a:p>
            <a:pPr algn="ctr" defTabSz="722462">
              <a:spcAft>
                <a:spcPts val="791"/>
              </a:spcAft>
              <a:defRPr/>
            </a:pPr>
            <a:r>
              <a:rPr lang="en-US" sz="1200" b="1" dirty="0">
                <a:solidFill>
                  <a:srgbClr val="FFFFFF"/>
                </a:solidFill>
                <a:latin typeface="メイリオ"/>
                <a:ea typeface="メイリオ"/>
                <a:cs typeface="Amazon Ember Display" panose="020F0603020204020204" pitchFamily="34" charset="0"/>
              </a:rPr>
              <a:t>Amazon Nova</a:t>
            </a:r>
          </a:p>
          <a:p>
            <a:pPr algn="ctr" defTabSz="722462">
              <a:spcAft>
                <a:spcPts val="791"/>
              </a:spcAft>
              <a:defRPr/>
            </a:pPr>
            <a:r>
              <a:rPr lang="en-US" sz="1200" b="1" dirty="0">
                <a:solidFill>
                  <a:srgbClr val="FFFFFF"/>
                </a:solidFill>
                <a:latin typeface="メイリオ"/>
                <a:ea typeface="メイリオ"/>
                <a:cs typeface="Amazon Ember Display" panose="020F0603020204020204" pitchFamily="34" charset="0"/>
              </a:rPr>
              <a:t>Amazon Titan</a:t>
            </a:r>
          </a:p>
        </p:txBody>
      </p:sp>
      <p:pic>
        <p:nvPicPr>
          <p:cNvPr id="20" name="Picture 35">
            <a:extLst>
              <a:ext uri="{FF2B5EF4-FFF2-40B4-BE49-F238E27FC236}">
                <a16:creationId xmlns:a16="http://schemas.microsoft.com/office/drawing/2014/main" id="{7D0FE51B-D6AB-DD9D-7E34-0FA7564710B1}"/>
              </a:ext>
            </a:extLst>
          </p:cNvPr>
          <p:cNvPicPr>
            <a:picLocks noChangeAspect="1"/>
          </p:cNvPicPr>
          <p:nvPr/>
        </p:nvPicPr>
        <p:blipFill>
          <a:blip r:embed="rId11"/>
          <a:stretch>
            <a:fillRect/>
          </a:stretch>
        </p:blipFill>
        <p:spPr>
          <a:xfrm>
            <a:off x="1758606" y="2228922"/>
            <a:ext cx="797373" cy="241627"/>
          </a:xfrm>
          <a:prstGeom prst="rect">
            <a:avLst/>
          </a:prstGeom>
        </p:spPr>
      </p:pic>
      <p:sp>
        <p:nvSpPr>
          <p:cNvPr id="21" name="Text Placeholder 3">
            <a:extLst>
              <a:ext uri="{FF2B5EF4-FFF2-40B4-BE49-F238E27FC236}">
                <a16:creationId xmlns:a16="http://schemas.microsoft.com/office/drawing/2014/main" id="{CFF6CA99-98E8-315D-1020-619D2EB47232}"/>
              </a:ext>
            </a:extLst>
          </p:cNvPr>
          <p:cNvSpPr txBox="1">
            <a:spLocks/>
          </p:cNvSpPr>
          <p:nvPr/>
        </p:nvSpPr>
        <p:spPr>
          <a:xfrm>
            <a:off x="1570337" y="2757051"/>
            <a:ext cx="1248497" cy="522919"/>
          </a:xfrm>
          <a:prstGeom prst="rect">
            <a:avLst/>
          </a:prstGeom>
        </p:spPr>
        <p:txBody>
          <a:bodyPr/>
          <a:lstStyle>
            <a:lvl1pPr marL="228600" indent="-228600" algn="l" defTabSz="914400" rtl="0" eaLnBrk="1" latinLnBrk="0" hangingPunct="1">
              <a:lnSpc>
                <a:spcPct val="90000"/>
              </a:lnSpc>
              <a:spcBef>
                <a:spcPts val="0"/>
              </a:spcBef>
              <a:spcAft>
                <a:spcPts val="1200"/>
              </a:spcAft>
              <a:buClr>
                <a:schemeClr val="tx1"/>
              </a:buClr>
              <a:buSzPct val="90000"/>
              <a:buFont typeface="Amazon Ember Display" panose="020F0603020204020204" pitchFamily="34" charset="0"/>
              <a:buChar char="•"/>
              <a:defRPr sz="2800" kern="1200">
                <a:solidFill>
                  <a:schemeClr val="tx1"/>
                </a:solidFill>
                <a:latin typeface="+mn-lt"/>
                <a:ea typeface="+mn-ea"/>
                <a:cs typeface="+mn-cs"/>
              </a:defRPr>
            </a:lvl1pPr>
            <a:lvl2pPr marL="457200" indent="-228600" algn="l" defTabSz="914400" rtl="0" eaLnBrk="1" latinLnBrk="0" hangingPunct="1">
              <a:lnSpc>
                <a:spcPct val="90000"/>
              </a:lnSpc>
              <a:spcBef>
                <a:spcPts val="0"/>
              </a:spcBef>
              <a:spcAft>
                <a:spcPts val="1200"/>
              </a:spcAft>
              <a:buClr>
                <a:schemeClr val="tx1"/>
              </a:buClr>
              <a:buSzPct val="90000"/>
              <a:buFont typeface="Wingdings" panose="05000000000000000000" pitchFamily="2" charset="2"/>
              <a:buChar char="§"/>
              <a:defRPr sz="2400" kern="1200">
                <a:solidFill>
                  <a:schemeClr val="tx1"/>
                </a:solidFill>
                <a:latin typeface="+mn-lt"/>
                <a:ea typeface="+mn-ea"/>
                <a:cs typeface="+mn-cs"/>
              </a:defRPr>
            </a:lvl2pPr>
            <a:lvl3pPr marL="685800" indent="-228600" algn="l" defTabSz="914400" rtl="0" eaLnBrk="1" latinLnBrk="0" hangingPunct="1">
              <a:lnSpc>
                <a:spcPct val="90000"/>
              </a:lnSpc>
              <a:spcBef>
                <a:spcPts val="0"/>
              </a:spcBef>
              <a:spcAft>
                <a:spcPts val="600"/>
              </a:spcAft>
              <a:buClr>
                <a:schemeClr val="tx1"/>
              </a:buClr>
              <a:buFont typeface="Amazon Ember Display" panose="020F0603020204020204" pitchFamily="34" charset="0"/>
              <a:buChar char="–"/>
              <a:defRPr sz="2000" kern="1200">
                <a:solidFill>
                  <a:schemeClr val="tx1"/>
                </a:solidFill>
                <a:latin typeface="+mn-lt"/>
                <a:ea typeface="+mn-ea"/>
                <a:cs typeface="+mn-cs"/>
              </a:defRPr>
            </a:lvl3pPr>
            <a:lvl4pPr marL="914400" indent="-228600" algn="l" defTabSz="914400" rtl="0" eaLnBrk="1" latinLnBrk="0" hangingPunct="1">
              <a:lnSpc>
                <a:spcPct val="90000"/>
              </a:lnSpc>
              <a:spcBef>
                <a:spcPts val="0"/>
              </a:spcBef>
              <a:spcAft>
                <a:spcPts val="600"/>
              </a:spcAft>
              <a:buClr>
                <a:schemeClr val="tx1"/>
              </a:buClr>
              <a:buFont typeface="Amazon Ember Display" panose="020F0603020204020204" pitchFamily="34" charset="0"/>
              <a:buChar char="•"/>
              <a:defRPr sz="1800" kern="1200">
                <a:solidFill>
                  <a:schemeClr val="tx1"/>
                </a:solidFill>
                <a:latin typeface="+mn-lt"/>
                <a:ea typeface="+mn-ea"/>
                <a:cs typeface="+mn-cs"/>
              </a:defRPr>
            </a:lvl4pPr>
            <a:lvl5pPr marL="914400" indent="-228600" algn="l" defTabSz="914400" rtl="0" eaLnBrk="1" latinLnBrk="0" hangingPunct="1">
              <a:lnSpc>
                <a:spcPct val="90000"/>
              </a:lnSpc>
              <a:spcBef>
                <a:spcPts val="0"/>
              </a:spcBef>
              <a:buClr>
                <a:schemeClr val="tx1"/>
              </a:buClr>
              <a:buFont typeface="Amazon Ember Display" panose="020F0603020204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mazon Ember Display" panose="020F0603020204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mazon Ember Display" panose="020F0603020204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mazon Ember Display" panose="020F0603020204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mazon Ember Display" panose="020F0603020204020204" pitchFamily="34" charset="0"/>
              <a:buChar char="•"/>
              <a:defRPr sz="1800" kern="1200">
                <a:solidFill>
                  <a:schemeClr val="tx1"/>
                </a:solidFill>
                <a:latin typeface="+mn-lt"/>
                <a:ea typeface="+mn-ea"/>
                <a:cs typeface="+mn-cs"/>
              </a:defRPr>
            </a:lvl9pPr>
          </a:lstStyle>
          <a:p>
            <a:pPr marL="0" indent="0" defTabSz="722479">
              <a:lnSpc>
                <a:spcPct val="110000"/>
              </a:lnSpc>
              <a:spcAft>
                <a:spcPts val="948"/>
              </a:spcAft>
              <a:buClr>
                <a:srgbClr val="FFFFFF"/>
              </a:buClr>
              <a:buNone/>
              <a:defRPr/>
            </a:pPr>
            <a:r>
              <a:rPr lang="ja-JP" altLang="en-US" sz="1200">
                <a:solidFill>
                  <a:srgbClr val="FFFFFF"/>
                </a:solidFill>
                <a:latin typeface="Meiryo" panose="020B0604030504040204" pitchFamily="34" charset="-128"/>
                <a:ea typeface="Meiryo" panose="020B0604030504040204" pitchFamily="34" charset="-128"/>
                <a:cs typeface="Amazon Ember Display Light" panose="020F0403020204020204" pitchFamily="34" charset="0"/>
              </a:rPr>
              <a:t>低レイテンシーでの最先端のマルチモーダルインテリジェンス、エージェント</a:t>
            </a:r>
            <a:r>
              <a:rPr lang="en-US" altLang="ja-JP" sz="1200" dirty="0">
                <a:solidFill>
                  <a:srgbClr val="FFFFFF"/>
                </a:solidFill>
                <a:latin typeface="Meiryo" panose="020B0604030504040204" pitchFamily="34" charset="-128"/>
                <a:ea typeface="Meiryo" panose="020B0604030504040204" pitchFamily="34" charset="-128"/>
                <a:cs typeface="Amazon Ember Display Light" panose="020F0403020204020204" pitchFamily="34" charset="0"/>
              </a:rPr>
              <a:t> </a:t>
            </a:r>
            <a:r>
              <a:rPr lang="ja-JP" altLang="en-US" sz="1200">
                <a:solidFill>
                  <a:srgbClr val="FFFFFF"/>
                </a:solidFill>
                <a:latin typeface="Meiryo" panose="020B0604030504040204" pitchFamily="34" charset="-128"/>
                <a:ea typeface="Meiryo" panose="020B0604030504040204" pitchFamily="34" charset="-128"/>
                <a:cs typeface="Amazon Ember Display Light" panose="020F0403020204020204" pitchFamily="34" charset="0"/>
              </a:rPr>
              <a:t>＆</a:t>
            </a:r>
            <a:r>
              <a:rPr lang="en-US" altLang="ja-JP" sz="1200" dirty="0">
                <a:solidFill>
                  <a:srgbClr val="FFFFFF"/>
                </a:solidFill>
                <a:latin typeface="Meiryo" panose="020B0604030504040204" pitchFamily="34" charset="-128"/>
                <a:ea typeface="Meiryo" panose="020B0604030504040204" pitchFamily="34" charset="-128"/>
                <a:cs typeface="Amazon Ember Display Light" panose="020F0403020204020204" pitchFamily="34" charset="0"/>
              </a:rPr>
              <a:t> </a:t>
            </a:r>
            <a:r>
              <a:rPr lang="en-US" sz="1200" dirty="0">
                <a:solidFill>
                  <a:srgbClr val="FFFFFF"/>
                </a:solidFill>
                <a:latin typeface="メイリオ"/>
                <a:ea typeface="Meiryo" panose="020B0604030504040204" pitchFamily="34" charset="-128"/>
                <a:cs typeface="Amazon Ember Display Light" panose="020F0403020204020204" pitchFamily="34" charset="0"/>
              </a:rPr>
              <a:t>RAG</a:t>
            </a:r>
            <a:r>
              <a:rPr lang="en-US" sz="1200" dirty="0">
                <a:solidFill>
                  <a:srgbClr val="FFFFFF"/>
                </a:solidFill>
                <a:latin typeface="Meiryo" panose="020B0604030504040204" pitchFamily="34" charset="-128"/>
                <a:ea typeface="Meiryo" panose="020B0604030504040204" pitchFamily="34" charset="-128"/>
                <a:cs typeface="Amazon Ember Display Light" panose="020F0403020204020204" pitchFamily="34" charset="0"/>
              </a:rPr>
              <a:t> </a:t>
            </a:r>
            <a:r>
              <a:rPr lang="ja-JP" altLang="en-US" sz="1200">
                <a:solidFill>
                  <a:srgbClr val="FFFFFF"/>
                </a:solidFill>
                <a:latin typeface="Meiryo" panose="020B0604030504040204" pitchFamily="34" charset="-128"/>
                <a:ea typeface="Meiryo" panose="020B0604030504040204" pitchFamily="34" charset="-128"/>
                <a:cs typeface="Amazon Ember Display Light" panose="020F0403020204020204" pitchFamily="34" charset="0"/>
              </a:rPr>
              <a:t>アプリケーション、高画質画像</a:t>
            </a:r>
            <a:r>
              <a:rPr lang="en-US" altLang="ja-JP" sz="1200" dirty="0">
                <a:solidFill>
                  <a:srgbClr val="FFFFFF"/>
                </a:solidFill>
                <a:latin typeface="Meiryo" panose="020B0604030504040204" pitchFamily="34" charset="-128"/>
                <a:ea typeface="Meiryo" panose="020B0604030504040204" pitchFamily="34" charset="-128"/>
                <a:cs typeface="Amazon Ember Display Light" panose="020F0403020204020204" pitchFamily="34" charset="0"/>
              </a:rPr>
              <a:t> </a:t>
            </a:r>
            <a:r>
              <a:rPr lang="ja-JP" altLang="en-US" sz="1200">
                <a:solidFill>
                  <a:srgbClr val="FFFFFF"/>
                </a:solidFill>
                <a:latin typeface="Meiryo" panose="020B0604030504040204" pitchFamily="34" charset="-128"/>
                <a:ea typeface="Meiryo" panose="020B0604030504040204" pitchFamily="34" charset="-128"/>
                <a:cs typeface="Amazon Ember Display Light" panose="020F0403020204020204" pitchFamily="34" charset="0"/>
              </a:rPr>
              <a:t>＆</a:t>
            </a:r>
            <a:r>
              <a:rPr lang="en-US" altLang="ja-JP" sz="1200" dirty="0">
                <a:solidFill>
                  <a:srgbClr val="FFFFFF"/>
                </a:solidFill>
                <a:latin typeface="Meiryo" panose="020B0604030504040204" pitchFamily="34" charset="-128"/>
                <a:ea typeface="Meiryo" panose="020B0604030504040204" pitchFamily="34" charset="-128"/>
                <a:cs typeface="Amazon Ember Display Light" panose="020F0403020204020204" pitchFamily="34" charset="0"/>
              </a:rPr>
              <a:t> </a:t>
            </a:r>
            <a:br>
              <a:rPr lang="en-US" altLang="ja-JP" sz="1200" dirty="0">
                <a:solidFill>
                  <a:srgbClr val="FFFFFF"/>
                </a:solidFill>
                <a:latin typeface="Meiryo" panose="020B0604030504040204" pitchFamily="34" charset="-128"/>
                <a:ea typeface="Meiryo" panose="020B0604030504040204" pitchFamily="34" charset="-128"/>
                <a:cs typeface="Amazon Ember Display Light" panose="020F0403020204020204" pitchFamily="34" charset="0"/>
              </a:rPr>
            </a:br>
            <a:r>
              <a:rPr lang="ja-JP" altLang="en-US" sz="1200">
                <a:solidFill>
                  <a:srgbClr val="FFFFFF"/>
                </a:solidFill>
                <a:latin typeface="Meiryo" panose="020B0604030504040204" pitchFamily="34" charset="-128"/>
                <a:ea typeface="Meiryo" panose="020B0604030504040204" pitchFamily="34" charset="-128"/>
                <a:cs typeface="Amazon Ember Display Light" panose="020F0403020204020204" pitchFamily="34" charset="0"/>
              </a:rPr>
              <a:t>ビデオ生成</a:t>
            </a:r>
            <a:endParaRPr lang="en-US" sz="1200" dirty="0">
              <a:solidFill>
                <a:srgbClr val="FFFFFF"/>
              </a:solidFill>
              <a:latin typeface="Meiryo" panose="020B0604030504040204" pitchFamily="34" charset="-128"/>
              <a:ea typeface="Meiryo" panose="020B0604030504040204" pitchFamily="34" charset="-128"/>
              <a:cs typeface="Amazon Ember Display Light" panose="020F0403020204020204" pitchFamily="34" charset="0"/>
            </a:endParaRPr>
          </a:p>
        </p:txBody>
      </p:sp>
      <p:pic>
        <p:nvPicPr>
          <p:cNvPr id="22" name="Picture 20">
            <a:extLst>
              <a:ext uri="{FF2B5EF4-FFF2-40B4-BE49-F238E27FC236}">
                <a16:creationId xmlns:a16="http://schemas.microsoft.com/office/drawing/2014/main" id="{F1D03C5C-CAA5-783B-D46F-1301F2B77018}"/>
              </a:ext>
            </a:extLst>
          </p:cNvPr>
          <p:cNvPicPr>
            <a:picLocks noChangeAspect="1"/>
          </p:cNvPicPr>
          <p:nvPr/>
        </p:nvPicPr>
        <p:blipFill>
          <a:blip r:embed="rId12"/>
          <a:stretch>
            <a:fillRect/>
          </a:stretch>
        </p:blipFill>
        <p:spPr>
          <a:xfrm>
            <a:off x="2973652" y="2290823"/>
            <a:ext cx="1036376" cy="117824"/>
          </a:xfrm>
          <a:prstGeom prst="rect">
            <a:avLst/>
          </a:prstGeom>
        </p:spPr>
      </p:pic>
      <p:sp>
        <p:nvSpPr>
          <p:cNvPr id="23" name="Text Placeholder 3">
            <a:extLst>
              <a:ext uri="{FF2B5EF4-FFF2-40B4-BE49-F238E27FC236}">
                <a16:creationId xmlns:a16="http://schemas.microsoft.com/office/drawing/2014/main" id="{3E70002F-609B-D9C3-0B8D-55F205B20C46}"/>
              </a:ext>
            </a:extLst>
          </p:cNvPr>
          <p:cNvSpPr txBox="1">
            <a:spLocks/>
          </p:cNvSpPr>
          <p:nvPr/>
        </p:nvSpPr>
        <p:spPr>
          <a:xfrm>
            <a:off x="2907853" y="2757050"/>
            <a:ext cx="1195919" cy="507875"/>
          </a:xfrm>
          <a:prstGeom prst="rect">
            <a:avLst/>
          </a:prstGeom>
        </p:spPr>
        <p:txBody>
          <a:bodyPr/>
          <a:lstStyle>
            <a:lvl1pPr marL="228600" indent="-228600" algn="l" defTabSz="914400" rtl="0" eaLnBrk="1" latinLnBrk="0" hangingPunct="1">
              <a:lnSpc>
                <a:spcPct val="90000"/>
              </a:lnSpc>
              <a:spcBef>
                <a:spcPts val="0"/>
              </a:spcBef>
              <a:spcAft>
                <a:spcPts val="1200"/>
              </a:spcAft>
              <a:buClr>
                <a:schemeClr val="tx1"/>
              </a:buClr>
              <a:buSzPct val="90000"/>
              <a:buFont typeface="Amazon Ember Display" panose="020F0603020204020204" pitchFamily="34" charset="0"/>
              <a:buChar char="•"/>
              <a:defRPr sz="2800" kern="1200">
                <a:solidFill>
                  <a:schemeClr val="tx1"/>
                </a:solidFill>
                <a:latin typeface="+mn-lt"/>
                <a:ea typeface="+mn-ea"/>
                <a:cs typeface="+mn-cs"/>
              </a:defRPr>
            </a:lvl1pPr>
            <a:lvl2pPr marL="457200" indent="-228600" algn="l" defTabSz="914400" rtl="0" eaLnBrk="1" latinLnBrk="0" hangingPunct="1">
              <a:lnSpc>
                <a:spcPct val="90000"/>
              </a:lnSpc>
              <a:spcBef>
                <a:spcPts val="0"/>
              </a:spcBef>
              <a:spcAft>
                <a:spcPts val="1200"/>
              </a:spcAft>
              <a:buClr>
                <a:schemeClr val="tx1"/>
              </a:buClr>
              <a:buSzPct val="90000"/>
              <a:buFont typeface="Wingdings" panose="05000000000000000000" pitchFamily="2" charset="2"/>
              <a:buChar char="§"/>
              <a:defRPr sz="2400" kern="1200">
                <a:solidFill>
                  <a:schemeClr val="tx1"/>
                </a:solidFill>
                <a:latin typeface="+mn-lt"/>
                <a:ea typeface="+mn-ea"/>
                <a:cs typeface="+mn-cs"/>
              </a:defRPr>
            </a:lvl2pPr>
            <a:lvl3pPr marL="685800" indent="-228600" algn="l" defTabSz="914400" rtl="0" eaLnBrk="1" latinLnBrk="0" hangingPunct="1">
              <a:lnSpc>
                <a:spcPct val="90000"/>
              </a:lnSpc>
              <a:spcBef>
                <a:spcPts val="0"/>
              </a:spcBef>
              <a:spcAft>
                <a:spcPts val="600"/>
              </a:spcAft>
              <a:buClr>
                <a:schemeClr val="tx1"/>
              </a:buClr>
              <a:buFont typeface="Amazon Ember Display" panose="020F0603020204020204" pitchFamily="34" charset="0"/>
              <a:buChar char="–"/>
              <a:defRPr sz="2000" kern="1200">
                <a:solidFill>
                  <a:schemeClr val="tx1"/>
                </a:solidFill>
                <a:latin typeface="+mn-lt"/>
                <a:ea typeface="+mn-ea"/>
                <a:cs typeface="+mn-cs"/>
              </a:defRPr>
            </a:lvl3pPr>
            <a:lvl4pPr marL="914400" indent="-228600" algn="l" defTabSz="914400" rtl="0" eaLnBrk="1" latinLnBrk="0" hangingPunct="1">
              <a:lnSpc>
                <a:spcPct val="90000"/>
              </a:lnSpc>
              <a:spcBef>
                <a:spcPts val="0"/>
              </a:spcBef>
              <a:spcAft>
                <a:spcPts val="600"/>
              </a:spcAft>
              <a:buClr>
                <a:schemeClr val="tx1"/>
              </a:buClr>
              <a:buFont typeface="Amazon Ember Display" panose="020F0603020204020204" pitchFamily="34" charset="0"/>
              <a:buChar char="•"/>
              <a:defRPr sz="1800" kern="1200">
                <a:solidFill>
                  <a:schemeClr val="tx1"/>
                </a:solidFill>
                <a:latin typeface="+mn-lt"/>
                <a:ea typeface="+mn-ea"/>
                <a:cs typeface="+mn-cs"/>
              </a:defRPr>
            </a:lvl4pPr>
            <a:lvl5pPr marL="914400" indent="-228600" algn="l" defTabSz="914400" rtl="0" eaLnBrk="1" latinLnBrk="0" hangingPunct="1">
              <a:lnSpc>
                <a:spcPct val="90000"/>
              </a:lnSpc>
              <a:spcBef>
                <a:spcPts val="0"/>
              </a:spcBef>
              <a:buClr>
                <a:schemeClr val="tx1"/>
              </a:buClr>
              <a:buFont typeface="Amazon Ember Display" panose="020F0603020204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mazon Ember Display" panose="020F0603020204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mazon Ember Display" panose="020F0603020204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mazon Ember Display" panose="020F0603020204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mazon Ember Display" panose="020F0603020204020204" pitchFamily="34" charset="0"/>
              <a:buChar char="•"/>
              <a:defRPr sz="1800" kern="1200">
                <a:solidFill>
                  <a:schemeClr val="tx1"/>
                </a:solidFill>
                <a:latin typeface="+mn-lt"/>
                <a:ea typeface="+mn-ea"/>
                <a:cs typeface="+mn-cs"/>
              </a:defRPr>
            </a:lvl9pPr>
          </a:lstStyle>
          <a:p>
            <a:pPr marL="0" indent="0" defTabSz="722479">
              <a:lnSpc>
                <a:spcPct val="110000"/>
              </a:lnSpc>
              <a:spcAft>
                <a:spcPts val="948"/>
              </a:spcAft>
              <a:buClr>
                <a:srgbClr val="FFFFFF"/>
              </a:buClr>
              <a:buNone/>
              <a:defRPr/>
            </a:pPr>
            <a:r>
              <a:rPr lang="ja-JP" altLang="en-US" sz="1200">
                <a:solidFill>
                  <a:srgbClr val="FFFFFF"/>
                </a:solidFill>
                <a:latin typeface="Meiryo" panose="020B0604030504040204" pitchFamily="34" charset="-128"/>
                <a:ea typeface="Meiryo" panose="020B0604030504040204" pitchFamily="34" charset="-128"/>
                <a:cs typeface="Amazon Ember Display Light" panose="020F0403020204020204" pitchFamily="34" charset="0"/>
              </a:rPr>
              <a:t>高度な論理推論</a:t>
            </a:r>
            <a:r>
              <a:rPr lang="en-US" altLang="ja-JP" sz="1200" dirty="0">
                <a:solidFill>
                  <a:srgbClr val="FFFFFF"/>
                </a:solidFill>
                <a:latin typeface="Meiryo" panose="020B0604030504040204" pitchFamily="34" charset="-128"/>
                <a:ea typeface="Meiryo" panose="020B0604030504040204" pitchFamily="34" charset="-128"/>
                <a:cs typeface="Amazon Ember Display Light" panose="020F0403020204020204" pitchFamily="34" charset="0"/>
              </a:rPr>
              <a:t> &amp; </a:t>
            </a:r>
            <a:br>
              <a:rPr lang="en-US" altLang="ja-JP" sz="1200" dirty="0">
                <a:solidFill>
                  <a:srgbClr val="FFFFFF"/>
                </a:solidFill>
                <a:latin typeface="Meiryo" panose="020B0604030504040204" pitchFamily="34" charset="-128"/>
                <a:ea typeface="Meiryo" panose="020B0604030504040204" pitchFamily="34" charset="-128"/>
                <a:cs typeface="Amazon Ember Display Light" panose="020F0403020204020204" pitchFamily="34" charset="0"/>
              </a:rPr>
            </a:br>
            <a:r>
              <a:rPr lang="ja-JP" altLang="en-US" sz="1200">
                <a:solidFill>
                  <a:srgbClr val="FFFFFF"/>
                </a:solidFill>
                <a:latin typeface="Meiryo" panose="020B0604030504040204" pitchFamily="34" charset="-128"/>
                <a:ea typeface="Meiryo" panose="020B0604030504040204" pitchFamily="34" charset="-128"/>
                <a:cs typeface="Amazon Ember Display Light" panose="020F0403020204020204" pitchFamily="34" charset="0"/>
              </a:rPr>
              <a:t>コーディング能力</a:t>
            </a:r>
            <a:br>
              <a:rPr lang="en-US" altLang="ja-JP" sz="1200" dirty="0">
                <a:solidFill>
                  <a:srgbClr val="FFFFFF"/>
                </a:solidFill>
                <a:latin typeface="Meiryo" panose="020B0604030504040204" pitchFamily="34" charset="-128"/>
                <a:ea typeface="Meiryo" panose="020B0604030504040204" pitchFamily="34" charset="-128"/>
                <a:cs typeface="Amazon Ember Display Light" panose="020F0403020204020204" pitchFamily="34" charset="0"/>
              </a:rPr>
            </a:br>
            <a:r>
              <a:rPr lang="en-US" altLang="ja-JP" sz="1200" dirty="0">
                <a:solidFill>
                  <a:srgbClr val="FFFFFF"/>
                </a:solidFill>
                <a:latin typeface="Meiryo" panose="020B0604030504040204" pitchFamily="34" charset="-128"/>
                <a:ea typeface="Meiryo" panose="020B0604030504040204" pitchFamily="34" charset="-128"/>
                <a:cs typeface="Amazon Ember Display Light" panose="020F0403020204020204" pitchFamily="34" charset="0"/>
              </a:rPr>
              <a:t>(</a:t>
            </a:r>
            <a:r>
              <a:rPr lang="ja-JP" altLang="en-US" sz="1200">
                <a:solidFill>
                  <a:srgbClr val="FFFFFF"/>
                </a:solidFill>
                <a:latin typeface="Meiryo" panose="020B0604030504040204" pitchFamily="34" charset="-128"/>
                <a:ea typeface="Meiryo" panose="020B0604030504040204" pitchFamily="34" charset="-128"/>
                <a:cs typeface="Amazon Ember Display Light" panose="020F0403020204020204" pitchFamily="34" charset="0"/>
              </a:rPr>
              <a:t>コンピュータの使用</a:t>
            </a:r>
            <a:br>
              <a:rPr lang="en-US" altLang="ja-JP" sz="1200" dirty="0">
                <a:solidFill>
                  <a:srgbClr val="FFFFFF"/>
                </a:solidFill>
                <a:latin typeface="Meiryo" panose="020B0604030504040204" pitchFamily="34" charset="-128"/>
                <a:ea typeface="Meiryo" panose="020B0604030504040204" pitchFamily="34" charset="-128"/>
                <a:cs typeface="Amazon Ember Display Light" panose="020F0403020204020204" pitchFamily="34" charset="0"/>
              </a:rPr>
            </a:br>
            <a:r>
              <a:rPr lang="ja-JP" altLang="en-US" sz="1200">
                <a:solidFill>
                  <a:srgbClr val="FFFFFF"/>
                </a:solidFill>
                <a:latin typeface="Meiryo" panose="020B0604030504040204" pitchFamily="34" charset="-128"/>
                <a:ea typeface="Meiryo" panose="020B0604030504040204" pitchFamily="34" charset="-128"/>
                <a:cs typeface="Amazon Ember Display Light" panose="020F0403020204020204" pitchFamily="34" charset="0"/>
              </a:rPr>
              <a:t>スキル含む</a:t>
            </a:r>
            <a:r>
              <a:rPr lang="en-US" altLang="ja-JP" sz="1200" dirty="0">
                <a:solidFill>
                  <a:srgbClr val="FFFFFF"/>
                </a:solidFill>
                <a:latin typeface="Meiryo" panose="020B0604030504040204" pitchFamily="34" charset="-128"/>
                <a:ea typeface="Meiryo" panose="020B0604030504040204" pitchFamily="34" charset="-128"/>
                <a:cs typeface="Amazon Ember Display Light" panose="020F0403020204020204" pitchFamily="34" charset="0"/>
              </a:rPr>
              <a:t>)</a:t>
            </a:r>
            <a:endParaRPr lang="en-US" sz="1200" dirty="0">
              <a:solidFill>
                <a:srgbClr val="FFFFFF"/>
              </a:solidFill>
              <a:latin typeface="Meiryo" panose="020B0604030504040204" pitchFamily="34" charset="-128"/>
              <a:ea typeface="Meiryo" panose="020B0604030504040204" pitchFamily="34" charset="-128"/>
              <a:cs typeface="Amazon Ember Display Light" panose="020F0403020204020204" pitchFamily="34" charset="0"/>
            </a:endParaRPr>
          </a:p>
        </p:txBody>
      </p:sp>
      <p:sp>
        <p:nvSpPr>
          <p:cNvPr id="24" name="TextBox 113">
            <a:extLst>
              <a:ext uri="{FF2B5EF4-FFF2-40B4-BE49-F238E27FC236}">
                <a16:creationId xmlns:a16="http://schemas.microsoft.com/office/drawing/2014/main" id="{4C803584-388E-E13C-C421-F1A68B9941B2}"/>
              </a:ext>
            </a:extLst>
          </p:cNvPr>
          <p:cNvSpPr txBox="1"/>
          <p:nvPr/>
        </p:nvSpPr>
        <p:spPr>
          <a:xfrm>
            <a:off x="4341240" y="4973373"/>
            <a:ext cx="847601" cy="882293"/>
          </a:xfrm>
          <a:prstGeom prst="rect">
            <a:avLst/>
          </a:prstGeom>
          <a:noFill/>
        </p:spPr>
        <p:txBody>
          <a:bodyPr wrap="square" lIns="0" rIns="0" rtlCol="0" anchor="t">
            <a:noAutofit/>
          </a:bodyPr>
          <a:lstStyle/>
          <a:p>
            <a:pPr algn="ctr" defTabSz="722462">
              <a:spcAft>
                <a:spcPts val="791"/>
              </a:spcAft>
              <a:defRPr/>
            </a:pPr>
            <a:r>
              <a:rPr lang="en-US" sz="1200" b="1" dirty="0">
                <a:solidFill>
                  <a:srgbClr val="FFFFFF"/>
                </a:solidFill>
                <a:latin typeface="メイリオ"/>
                <a:ea typeface="メイリオ"/>
                <a:cs typeface="Amazon Ember Display" panose="020F0603020204020204" pitchFamily="34" charset="0"/>
              </a:rPr>
              <a:t>Command</a:t>
            </a:r>
          </a:p>
          <a:p>
            <a:pPr algn="ctr" defTabSz="722462">
              <a:spcAft>
                <a:spcPts val="791"/>
              </a:spcAft>
              <a:defRPr/>
            </a:pPr>
            <a:r>
              <a:rPr lang="en-US" sz="1200" b="1" dirty="0">
                <a:solidFill>
                  <a:srgbClr val="FFFFFF"/>
                </a:solidFill>
                <a:latin typeface="メイリオ"/>
                <a:ea typeface="メイリオ"/>
                <a:cs typeface="Amazon Ember Display" panose="020F0603020204020204" pitchFamily="34" charset="0"/>
              </a:rPr>
              <a:t>Embed</a:t>
            </a:r>
          </a:p>
          <a:p>
            <a:pPr algn="ctr" defTabSz="722462">
              <a:spcAft>
                <a:spcPts val="791"/>
              </a:spcAft>
              <a:defRPr/>
            </a:pPr>
            <a:r>
              <a:rPr lang="en-US" sz="1200" b="1" dirty="0" err="1">
                <a:solidFill>
                  <a:srgbClr val="FFFFFF"/>
                </a:solidFill>
                <a:latin typeface="メイリオ"/>
                <a:ea typeface="メイリオ"/>
                <a:cs typeface="Amazon Ember Display" panose="020F0603020204020204" pitchFamily="34" charset="0"/>
              </a:rPr>
              <a:t>Rerank</a:t>
            </a:r>
            <a:endParaRPr lang="en-US" sz="1200" b="1" dirty="0">
              <a:solidFill>
                <a:srgbClr val="FFFFFF"/>
              </a:solidFill>
              <a:latin typeface="メイリオ"/>
              <a:ea typeface="メイリオ"/>
              <a:cs typeface="Amazon Ember Display" panose="020F0603020204020204" pitchFamily="34" charset="0"/>
            </a:endParaRPr>
          </a:p>
        </p:txBody>
      </p:sp>
      <p:pic>
        <p:nvPicPr>
          <p:cNvPr id="25" name="Graphic 22">
            <a:extLst>
              <a:ext uri="{FF2B5EF4-FFF2-40B4-BE49-F238E27FC236}">
                <a16:creationId xmlns:a16="http://schemas.microsoft.com/office/drawing/2014/main" id="{74C25E8C-00FC-5DE0-82D7-0E7B43100017}"/>
              </a:ext>
            </a:extLst>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4323812" y="2271625"/>
            <a:ext cx="940112" cy="156220"/>
          </a:xfrm>
          <a:prstGeom prst="rect">
            <a:avLst/>
          </a:prstGeom>
        </p:spPr>
      </p:pic>
      <p:sp>
        <p:nvSpPr>
          <p:cNvPr id="26" name="Text Placeholder 3">
            <a:extLst>
              <a:ext uri="{FF2B5EF4-FFF2-40B4-BE49-F238E27FC236}">
                <a16:creationId xmlns:a16="http://schemas.microsoft.com/office/drawing/2014/main" id="{C029B8F0-1219-C060-48E2-915E44FB2683}"/>
              </a:ext>
            </a:extLst>
          </p:cNvPr>
          <p:cNvSpPr txBox="1">
            <a:spLocks/>
          </p:cNvSpPr>
          <p:nvPr/>
        </p:nvSpPr>
        <p:spPr>
          <a:xfrm>
            <a:off x="4192789" y="2757051"/>
            <a:ext cx="1235368" cy="1394889"/>
          </a:xfrm>
          <a:prstGeom prst="rect">
            <a:avLst/>
          </a:prstGeom>
        </p:spPr>
        <p:txBody>
          <a:bodyPr/>
          <a:lstStyle>
            <a:lvl1pPr marL="228600" indent="-228600" algn="l" defTabSz="914400" rtl="0" eaLnBrk="1" latinLnBrk="0" hangingPunct="1">
              <a:lnSpc>
                <a:spcPct val="90000"/>
              </a:lnSpc>
              <a:spcBef>
                <a:spcPts val="0"/>
              </a:spcBef>
              <a:spcAft>
                <a:spcPts val="1200"/>
              </a:spcAft>
              <a:buClr>
                <a:schemeClr val="tx1"/>
              </a:buClr>
              <a:buSzPct val="90000"/>
              <a:buFont typeface="Amazon Ember Display" panose="020F0603020204020204" pitchFamily="34" charset="0"/>
              <a:buChar char="•"/>
              <a:defRPr sz="2800" kern="1200">
                <a:solidFill>
                  <a:schemeClr val="tx1"/>
                </a:solidFill>
                <a:latin typeface="+mn-lt"/>
                <a:ea typeface="+mn-ea"/>
                <a:cs typeface="+mn-cs"/>
              </a:defRPr>
            </a:lvl1pPr>
            <a:lvl2pPr marL="457200" indent="-228600" algn="l" defTabSz="914400" rtl="0" eaLnBrk="1" latinLnBrk="0" hangingPunct="1">
              <a:lnSpc>
                <a:spcPct val="90000"/>
              </a:lnSpc>
              <a:spcBef>
                <a:spcPts val="0"/>
              </a:spcBef>
              <a:spcAft>
                <a:spcPts val="1200"/>
              </a:spcAft>
              <a:buClr>
                <a:schemeClr val="tx1"/>
              </a:buClr>
              <a:buSzPct val="90000"/>
              <a:buFont typeface="Wingdings" panose="05000000000000000000" pitchFamily="2" charset="2"/>
              <a:buChar char="§"/>
              <a:defRPr sz="2400" kern="1200">
                <a:solidFill>
                  <a:schemeClr val="tx1"/>
                </a:solidFill>
                <a:latin typeface="+mn-lt"/>
                <a:ea typeface="+mn-ea"/>
                <a:cs typeface="+mn-cs"/>
              </a:defRPr>
            </a:lvl2pPr>
            <a:lvl3pPr marL="685800" indent="-228600" algn="l" defTabSz="914400" rtl="0" eaLnBrk="1" latinLnBrk="0" hangingPunct="1">
              <a:lnSpc>
                <a:spcPct val="90000"/>
              </a:lnSpc>
              <a:spcBef>
                <a:spcPts val="0"/>
              </a:spcBef>
              <a:spcAft>
                <a:spcPts val="600"/>
              </a:spcAft>
              <a:buClr>
                <a:schemeClr val="tx1"/>
              </a:buClr>
              <a:buFont typeface="Amazon Ember Display" panose="020F0603020204020204" pitchFamily="34" charset="0"/>
              <a:buChar char="–"/>
              <a:defRPr sz="2000" kern="1200">
                <a:solidFill>
                  <a:schemeClr val="tx1"/>
                </a:solidFill>
                <a:latin typeface="+mn-lt"/>
                <a:ea typeface="+mn-ea"/>
                <a:cs typeface="+mn-cs"/>
              </a:defRPr>
            </a:lvl3pPr>
            <a:lvl4pPr marL="914400" indent="-228600" algn="l" defTabSz="914400" rtl="0" eaLnBrk="1" latinLnBrk="0" hangingPunct="1">
              <a:lnSpc>
                <a:spcPct val="90000"/>
              </a:lnSpc>
              <a:spcBef>
                <a:spcPts val="0"/>
              </a:spcBef>
              <a:spcAft>
                <a:spcPts val="600"/>
              </a:spcAft>
              <a:buClr>
                <a:schemeClr val="tx1"/>
              </a:buClr>
              <a:buFont typeface="Amazon Ember Display" panose="020F0603020204020204" pitchFamily="34" charset="0"/>
              <a:buChar char="•"/>
              <a:defRPr sz="1800" kern="1200">
                <a:solidFill>
                  <a:schemeClr val="tx1"/>
                </a:solidFill>
                <a:latin typeface="+mn-lt"/>
                <a:ea typeface="+mn-ea"/>
                <a:cs typeface="+mn-cs"/>
              </a:defRPr>
            </a:lvl4pPr>
            <a:lvl5pPr marL="914400" indent="-228600" algn="l" defTabSz="914400" rtl="0" eaLnBrk="1" latinLnBrk="0" hangingPunct="1">
              <a:lnSpc>
                <a:spcPct val="90000"/>
              </a:lnSpc>
              <a:spcBef>
                <a:spcPts val="0"/>
              </a:spcBef>
              <a:buClr>
                <a:schemeClr val="tx1"/>
              </a:buClr>
              <a:buFont typeface="Amazon Ember Display" panose="020F0603020204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mazon Ember Display" panose="020F0603020204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mazon Ember Display" panose="020F0603020204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mazon Ember Display" panose="020F0603020204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mazon Ember Display" panose="020F0603020204020204" pitchFamily="34" charset="0"/>
              <a:buChar char="•"/>
              <a:defRPr sz="1800" kern="1200">
                <a:solidFill>
                  <a:schemeClr val="tx1"/>
                </a:solidFill>
                <a:latin typeface="+mn-lt"/>
                <a:ea typeface="+mn-ea"/>
                <a:cs typeface="+mn-cs"/>
              </a:defRPr>
            </a:lvl9pPr>
          </a:lstStyle>
          <a:p>
            <a:pPr marL="0" indent="0" defTabSz="722479">
              <a:lnSpc>
                <a:spcPct val="110000"/>
              </a:lnSpc>
              <a:spcAft>
                <a:spcPts val="948"/>
              </a:spcAft>
              <a:buClr>
                <a:srgbClr val="FFFFFF"/>
              </a:buClr>
              <a:buNone/>
              <a:defRPr/>
            </a:pPr>
            <a:r>
              <a:rPr lang="ja-JP" altLang="en-US" sz="1200">
                <a:solidFill>
                  <a:srgbClr val="FFFFFF"/>
                </a:solidFill>
                <a:latin typeface="メイリオ"/>
                <a:ea typeface="メイリオ"/>
                <a:cs typeface="Amazon Ember Display Light" panose="020F0403020204020204" pitchFamily="34" charset="0"/>
              </a:rPr>
              <a:t>多言語知識エージェントを支えるマルチモーダル検索</a:t>
            </a:r>
            <a:r>
              <a:rPr lang="en-US" altLang="ja-JP" sz="1200" dirty="0">
                <a:solidFill>
                  <a:srgbClr val="FFFFFF"/>
                </a:solidFill>
                <a:latin typeface="メイリオ"/>
                <a:ea typeface="メイリオ"/>
                <a:cs typeface="Amazon Ember Display Light" panose="020F0403020204020204" pitchFamily="34" charset="0"/>
              </a:rPr>
              <a:t> &amp; </a:t>
            </a:r>
            <a:r>
              <a:rPr lang="ja-JP" altLang="en-US" sz="1200">
                <a:solidFill>
                  <a:srgbClr val="FFFFFF"/>
                </a:solidFill>
                <a:latin typeface="メイリオ"/>
                <a:ea typeface="メイリオ"/>
                <a:cs typeface="Amazon Ember Display Light" panose="020F0403020204020204" pitchFamily="34" charset="0"/>
              </a:rPr>
              <a:t>高度検索</a:t>
            </a:r>
            <a:endParaRPr lang="en-US" sz="1200" dirty="0">
              <a:solidFill>
                <a:srgbClr val="FFFFFF"/>
              </a:solidFill>
              <a:latin typeface="メイリオ"/>
              <a:ea typeface="メイリオ"/>
              <a:cs typeface="Amazon Ember Display Light" panose="020F0403020204020204" pitchFamily="34" charset="0"/>
            </a:endParaRPr>
          </a:p>
        </p:txBody>
      </p:sp>
      <p:sp>
        <p:nvSpPr>
          <p:cNvPr id="27" name="Text Placeholder 3">
            <a:extLst>
              <a:ext uri="{FF2B5EF4-FFF2-40B4-BE49-F238E27FC236}">
                <a16:creationId xmlns:a16="http://schemas.microsoft.com/office/drawing/2014/main" id="{777EDB62-A3CD-A1E4-C5A1-B21037F7DBDE}"/>
              </a:ext>
            </a:extLst>
          </p:cNvPr>
          <p:cNvSpPr txBox="1">
            <a:spLocks/>
          </p:cNvSpPr>
          <p:nvPr/>
        </p:nvSpPr>
        <p:spPr>
          <a:xfrm>
            <a:off x="8088228" y="2757050"/>
            <a:ext cx="1227763" cy="1145109"/>
          </a:xfrm>
          <a:prstGeom prst="rect">
            <a:avLst/>
          </a:prstGeom>
        </p:spPr>
        <p:txBody>
          <a:bodyPr/>
          <a:lstStyle>
            <a:lvl1pPr marL="228600" indent="-228600" algn="l" defTabSz="914400" rtl="0" eaLnBrk="1" latinLnBrk="0" hangingPunct="1">
              <a:lnSpc>
                <a:spcPct val="90000"/>
              </a:lnSpc>
              <a:spcBef>
                <a:spcPts val="0"/>
              </a:spcBef>
              <a:spcAft>
                <a:spcPts val="1200"/>
              </a:spcAft>
              <a:buClr>
                <a:schemeClr val="tx1"/>
              </a:buClr>
              <a:buSzPct val="90000"/>
              <a:buFont typeface="Amazon Ember Display" panose="020F0603020204020204" pitchFamily="34" charset="0"/>
              <a:buChar char="•"/>
              <a:defRPr sz="2800" kern="1200">
                <a:solidFill>
                  <a:schemeClr val="tx1"/>
                </a:solidFill>
                <a:latin typeface="+mn-lt"/>
                <a:ea typeface="+mn-ea"/>
                <a:cs typeface="+mn-cs"/>
              </a:defRPr>
            </a:lvl1pPr>
            <a:lvl2pPr marL="457200" indent="-228600" algn="l" defTabSz="914400" rtl="0" eaLnBrk="1" latinLnBrk="0" hangingPunct="1">
              <a:lnSpc>
                <a:spcPct val="90000"/>
              </a:lnSpc>
              <a:spcBef>
                <a:spcPts val="0"/>
              </a:spcBef>
              <a:spcAft>
                <a:spcPts val="1200"/>
              </a:spcAft>
              <a:buClr>
                <a:schemeClr val="tx1"/>
              </a:buClr>
              <a:buSzPct val="90000"/>
              <a:buFont typeface="Wingdings" panose="05000000000000000000" pitchFamily="2" charset="2"/>
              <a:buChar char="§"/>
              <a:defRPr sz="2400" kern="1200">
                <a:solidFill>
                  <a:schemeClr val="tx1"/>
                </a:solidFill>
                <a:latin typeface="+mn-lt"/>
                <a:ea typeface="+mn-ea"/>
                <a:cs typeface="+mn-cs"/>
              </a:defRPr>
            </a:lvl2pPr>
            <a:lvl3pPr marL="685800" indent="-228600" algn="l" defTabSz="914400" rtl="0" eaLnBrk="1" latinLnBrk="0" hangingPunct="1">
              <a:lnSpc>
                <a:spcPct val="90000"/>
              </a:lnSpc>
              <a:spcBef>
                <a:spcPts val="0"/>
              </a:spcBef>
              <a:spcAft>
                <a:spcPts val="600"/>
              </a:spcAft>
              <a:buClr>
                <a:schemeClr val="tx1"/>
              </a:buClr>
              <a:buFont typeface="Amazon Ember Display" panose="020F0603020204020204" pitchFamily="34" charset="0"/>
              <a:buChar char="–"/>
              <a:defRPr sz="2000" kern="1200">
                <a:solidFill>
                  <a:schemeClr val="tx1"/>
                </a:solidFill>
                <a:latin typeface="+mn-lt"/>
                <a:ea typeface="+mn-ea"/>
                <a:cs typeface="+mn-cs"/>
              </a:defRPr>
            </a:lvl3pPr>
            <a:lvl4pPr marL="914400" indent="-228600" algn="l" defTabSz="914400" rtl="0" eaLnBrk="1" latinLnBrk="0" hangingPunct="1">
              <a:lnSpc>
                <a:spcPct val="90000"/>
              </a:lnSpc>
              <a:spcBef>
                <a:spcPts val="0"/>
              </a:spcBef>
              <a:spcAft>
                <a:spcPts val="600"/>
              </a:spcAft>
              <a:buClr>
                <a:schemeClr val="tx1"/>
              </a:buClr>
              <a:buFont typeface="Amazon Ember Display" panose="020F0603020204020204" pitchFamily="34" charset="0"/>
              <a:buChar char="•"/>
              <a:defRPr sz="1800" kern="1200">
                <a:solidFill>
                  <a:schemeClr val="tx1"/>
                </a:solidFill>
                <a:latin typeface="+mn-lt"/>
                <a:ea typeface="+mn-ea"/>
                <a:cs typeface="+mn-cs"/>
              </a:defRPr>
            </a:lvl4pPr>
            <a:lvl5pPr marL="914400" indent="-228600" algn="l" defTabSz="914400" rtl="0" eaLnBrk="1" latinLnBrk="0" hangingPunct="1">
              <a:lnSpc>
                <a:spcPct val="90000"/>
              </a:lnSpc>
              <a:spcBef>
                <a:spcPts val="0"/>
              </a:spcBef>
              <a:buClr>
                <a:schemeClr val="tx1"/>
              </a:buClr>
              <a:buFont typeface="Amazon Ember Display" panose="020F0603020204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mazon Ember Display" panose="020F0603020204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mazon Ember Display" panose="020F0603020204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mazon Ember Display" panose="020F0603020204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mazon Ember Display" panose="020F0603020204020204" pitchFamily="34" charset="0"/>
              <a:buChar char="•"/>
              <a:defRPr sz="1800" kern="1200">
                <a:solidFill>
                  <a:schemeClr val="tx1"/>
                </a:solidFill>
                <a:latin typeface="+mn-lt"/>
                <a:ea typeface="+mn-ea"/>
                <a:cs typeface="+mn-cs"/>
              </a:defRPr>
            </a:lvl9pPr>
          </a:lstStyle>
          <a:p>
            <a:pPr marL="0" indent="0" defTabSz="722479">
              <a:lnSpc>
                <a:spcPct val="110000"/>
              </a:lnSpc>
              <a:spcAft>
                <a:spcPts val="948"/>
              </a:spcAft>
              <a:buClr>
                <a:srgbClr val="FFFFFF"/>
              </a:buClr>
              <a:buNone/>
              <a:defRPr/>
            </a:pPr>
            <a:r>
              <a:rPr lang="ja-JP" altLang="en-US" sz="1200">
                <a:solidFill>
                  <a:srgbClr val="FFFFFF"/>
                </a:solidFill>
                <a:latin typeface="Meiryo" panose="020B0604030504040204" pitchFamily="34" charset="-128"/>
                <a:ea typeface="Meiryo" panose="020B0604030504040204" pitchFamily="34" charset="-128"/>
                <a:cs typeface="Amazon Ember Display Light" panose="020F0403020204020204" pitchFamily="34" charset="0"/>
              </a:rPr>
              <a:t>知識要約、エキスパートエージェント</a:t>
            </a:r>
            <a:r>
              <a:rPr lang="en-US" altLang="ja-JP" sz="1200" dirty="0">
                <a:solidFill>
                  <a:srgbClr val="FFFFFF"/>
                </a:solidFill>
                <a:latin typeface="Meiryo" panose="020B0604030504040204" pitchFamily="34" charset="-128"/>
                <a:ea typeface="Meiryo" panose="020B0604030504040204" pitchFamily="34" charset="-128"/>
                <a:cs typeface="Amazon Ember Display Light" panose="020F0403020204020204" pitchFamily="34" charset="0"/>
              </a:rPr>
              <a:t> &amp; </a:t>
            </a:r>
            <a:r>
              <a:rPr lang="ja-JP" altLang="en-US" sz="1200">
                <a:solidFill>
                  <a:srgbClr val="FFFFFF"/>
                </a:solidFill>
                <a:latin typeface="Meiryo" panose="020B0604030504040204" pitchFamily="34" charset="-128"/>
                <a:ea typeface="Meiryo" panose="020B0604030504040204" pitchFamily="34" charset="-128"/>
                <a:cs typeface="Amazon Ember Display Light" panose="020F0403020204020204" pitchFamily="34" charset="0"/>
              </a:rPr>
              <a:t>コード補完</a:t>
            </a:r>
            <a:endParaRPr lang="en-US" sz="1200" dirty="0">
              <a:solidFill>
                <a:srgbClr val="FFFFFF"/>
              </a:solidFill>
              <a:latin typeface="Meiryo" panose="020B0604030504040204" pitchFamily="34" charset="-128"/>
              <a:ea typeface="Meiryo" panose="020B0604030504040204" pitchFamily="34" charset="-128"/>
              <a:cs typeface="Amazon Ember Display Light" panose="020F0403020204020204" pitchFamily="34" charset="0"/>
            </a:endParaRPr>
          </a:p>
        </p:txBody>
      </p:sp>
      <p:cxnSp>
        <p:nvCxnSpPr>
          <p:cNvPr id="28" name="Straight Connector 29">
            <a:extLst>
              <a:ext uri="{FF2B5EF4-FFF2-40B4-BE49-F238E27FC236}">
                <a16:creationId xmlns:a16="http://schemas.microsoft.com/office/drawing/2014/main" id="{F8F10ABC-4B88-C341-D7DC-4D41E2C898D7}"/>
              </a:ext>
            </a:extLst>
          </p:cNvPr>
          <p:cNvCxnSpPr>
            <a:cxnSpLocks/>
          </p:cNvCxnSpPr>
          <p:nvPr/>
        </p:nvCxnSpPr>
        <p:spPr>
          <a:xfrm>
            <a:off x="7130026" y="2601402"/>
            <a:ext cx="516021" cy="0"/>
          </a:xfrm>
          <a:prstGeom prst="line">
            <a:avLst/>
          </a:prstGeom>
          <a:ln w="25400" cap="rnd">
            <a:gradFill>
              <a:gsLst>
                <a:gs pos="0">
                  <a:schemeClr val="tx1">
                    <a:alpha val="0"/>
                  </a:schemeClr>
                </a:gs>
                <a:gs pos="31000">
                  <a:schemeClr val="tx1"/>
                </a:gs>
                <a:gs pos="67000">
                  <a:schemeClr val="tx1"/>
                </a:gs>
                <a:gs pos="100000">
                  <a:schemeClr val="tx1">
                    <a:alpha val="0"/>
                  </a:schemeClr>
                </a:gs>
              </a:gsLst>
              <a:lin ang="0" scaled="0"/>
            </a:gradFill>
          </a:ln>
        </p:spPr>
        <p:style>
          <a:lnRef idx="1">
            <a:schemeClr val="accent1"/>
          </a:lnRef>
          <a:fillRef idx="0">
            <a:schemeClr val="accent1"/>
          </a:fillRef>
          <a:effectRef idx="0">
            <a:schemeClr val="accent1"/>
          </a:effectRef>
          <a:fontRef idx="minor">
            <a:schemeClr val="tx1"/>
          </a:fontRef>
        </p:style>
      </p:cxnSp>
      <p:cxnSp>
        <p:nvCxnSpPr>
          <p:cNvPr id="29" name="Straight Connector 33">
            <a:extLst>
              <a:ext uri="{FF2B5EF4-FFF2-40B4-BE49-F238E27FC236}">
                <a16:creationId xmlns:a16="http://schemas.microsoft.com/office/drawing/2014/main" id="{0F8A2266-DE13-E112-1CC1-A02A4821F7E5}"/>
              </a:ext>
            </a:extLst>
          </p:cNvPr>
          <p:cNvCxnSpPr>
            <a:cxnSpLocks/>
          </p:cNvCxnSpPr>
          <p:nvPr/>
        </p:nvCxnSpPr>
        <p:spPr>
          <a:xfrm>
            <a:off x="621948" y="2601402"/>
            <a:ext cx="516021" cy="0"/>
          </a:xfrm>
          <a:prstGeom prst="line">
            <a:avLst/>
          </a:prstGeom>
          <a:ln w="25400" cap="rnd">
            <a:gradFill>
              <a:gsLst>
                <a:gs pos="0">
                  <a:schemeClr val="tx1">
                    <a:alpha val="0"/>
                  </a:schemeClr>
                </a:gs>
                <a:gs pos="31000">
                  <a:schemeClr val="tx1"/>
                </a:gs>
                <a:gs pos="67000">
                  <a:schemeClr val="tx1"/>
                </a:gs>
                <a:gs pos="100000">
                  <a:schemeClr val="tx1">
                    <a:alpha val="0"/>
                  </a:schemeClr>
                </a:gs>
              </a:gsLst>
              <a:lin ang="0" scaled="0"/>
            </a:gradFill>
          </a:ln>
        </p:spPr>
        <p:style>
          <a:lnRef idx="1">
            <a:schemeClr val="accent1"/>
          </a:lnRef>
          <a:fillRef idx="0">
            <a:schemeClr val="accent1"/>
          </a:fillRef>
          <a:effectRef idx="0">
            <a:schemeClr val="accent1"/>
          </a:effectRef>
          <a:fontRef idx="minor">
            <a:schemeClr val="tx1"/>
          </a:fontRef>
        </p:style>
      </p:cxnSp>
      <p:cxnSp>
        <p:nvCxnSpPr>
          <p:cNvPr id="30" name="Straight Connector 104">
            <a:extLst>
              <a:ext uri="{FF2B5EF4-FFF2-40B4-BE49-F238E27FC236}">
                <a16:creationId xmlns:a16="http://schemas.microsoft.com/office/drawing/2014/main" id="{9A2ECEE1-E7FB-004A-BEA5-23706B0384F1}"/>
              </a:ext>
            </a:extLst>
          </p:cNvPr>
          <p:cNvCxnSpPr>
            <a:cxnSpLocks/>
          </p:cNvCxnSpPr>
          <p:nvPr/>
        </p:nvCxnSpPr>
        <p:spPr>
          <a:xfrm>
            <a:off x="5814034" y="2601402"/>
            <a:ext cx="516021" cy="0"/>
          </a:xfrm>
          <a:prstGeom prst="line">
            <a:avLst/>
          </a:prstGeom>
          <a:ln w="25400" cap="rnd">
            <a:gradFill>
              <a:gsLst>
                <a:gs pos="0">
                  <a:schemeClr val="tx1">
                    <a:alpha val="0"/>
                  </a:schemeClr>
                </a:gs>
                <a:gs pos="31000">
                  <a:schemeClr val="tx1"/>
                </a:gs>
                <a:gs pos="67000">
                  <a:schemeClr val="tx1"/>
                </a:gs>
                <a:gs pos="100000">
                  <a:schemeClr val="tx1">
                    <a:alpha val="0"/>
                  </a:schemeClr>
                </a:gs>
              </a:gsLst>
              <a:lin ang="0" scaled="0"/>
            </a:gradFill>
          </a:ln>
        </p:spPr>
        <p:style>
          <a:lnRef idx="1">
            <a:schemeClr val="accent1"/>
          </a:lnRef>
          <a:fillRef idx="0">
            <a:schemeClr val="accent1"/>
          </a:fillRef>
          <a:effectRef idx="0">
            <a:schemeClr val="accent1"/>
          </a:effectRef>
          <a:fontRef idx="minor">
            <a:schemeClr val="tx1"/>
          </a:fontRef>
        </p:style>
      </p:cxnSp>
      <p:cxnSp>
        <p:nvCxnSpPr>
          <p:cNvPr id="31" name="Straight Connector 28">
            <a:extLst>
              <a:ext uri="{FF2B5EF4-FFF2-40B4-BE49-F238E27FC236}">
                <a16:creationId xmlns:a16="http://schemas.microsoft.com/office/drawing/2014/main" id="{F27FC473-9343-9449-6C81-03812C2D7C1F}"/>
              </a:ext>
            </a:extLst>
          </p:cNvPr>
          <p:cNvCxnSpPr>
            <a:cxnSpLocks/>
          </p:cNvCxnSpPr>
          <p:nvPr/>
        </p:nvCxnSpPr>
        <p:spPr>
          <a:xfrm>
            <a:off x="11055743" y="2601402"/>
            <a:ext cx="516021" cy="0"/>
          </a:xfrm>
          <a:prstGeom prst="line">
            <a:avLst/>
          </a:prstGeom>
          <a:ln w="25400" cap="rnd">
            <a:gradFill>
              <a:gsLst>
                <a:gs pos="0">
                  <a:schemeClr val="tx1">
                    <a:alpha val="0"/>
                  </a:schemeClr>
                </a:gs>
                <a:gs pos="31000">
                  <a:schemeClr val="tx1"/>
                </a:gs>
                <a:gs pos="67000">
                  <a:schemeClr val="tx1"/>
                </a:gs>
                <a:gs pos="100000">
                  <a:schemeClr val="tx1">
                    <a:alpha val="0"/>
                  </a:schemeClr>
                </a:gs>
              </a:gsLst>
              <a:lin ang="0" scaled="0"/>
            </a:gradFill>
          </a:ln>
        </p:spPr>
        <p:style>
          <a:lnRef idx="1">
            <a:schemeClr val="accent1"/>
          </a:lnRef>
          <a:fillRef idx="0">
            <a:schemeClr val="accent1"/>
          </a:fillRef>
          <a:effectRef idx="0">
            <a:schemeClr val="accent1"/>
          </a:effectRef>
          <a:fontRef idx="minor">
            <a:schemeClr val="tx1"/>
          </a:fontRef>
        </p:style>
      </p:cxnSp>
      <p:cxnSp>
        <p:nvCxnSpPr>
          <p:cNvPr id="32" name="Straight Connector 106">
            <a:extLst>
              <a:ext uri="{FF2B5EF4-FFF2-40B4-BE49-F238E27FC236}">
                <a16:creationId xmlns:a16="http://schemas.microsoft.com/office/drawing/2014/main" id="{B7A54869-1116-E6E1-53B7-2579B969B975}"/>
              </a:ext>
            </a:extLst>
          </p:cNvPr>
          <p:cNvCxnSpPr>
            <a:cxnSpLocks/>
          </p:cNvCxnSpPr>
          <p:nvPr/>
        </p:nvCxnSpPr>
        <p:spPr>
          <a:xfrm>
            <a:off x="9739931" y="2601402"/>
            <a:ext cx="516021" cy="0"/>
          </a:xfrm>
          <a:prstGeom prst="line">
            <a:avLst/>
          </a:prstGeom>
          <a:ln w="25400" cap="rnd">
            <a:gradFill>
              <a:gsLst>
                <a:gs pos="0">
                  <a:schemeClr val="tx1">
                    <a:alpha val="0"/>
                  </a:schemeClr>
                </a:gs>
                <a:gs pos="31000">
                  <a:schemeClr val="tx1"/>
                </a:gs>
                <a:gs pos="67000">
                  <a:schemeClr val="tx1"/>
                </a:gs>
                <a:gs pos="100000">
                  <a:schemeClr val="tx1">
                    <a:alpha val="0"/>
                  </a:schemeClr>
                </a:gs>
              </a:gsLst>
              <a:lin ang="0" scaled="0"/>
            </a:gradFill>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22CCB157-AA44-F41B-7069-529FC21F5C1F}"/>
              </a:ext>
            </a:extLst>
          </p:cNvPr>
          <p:cNvCxnSpPr>
            <a:cxnSpLocks/>
          </p:cNvCxnSpPr>
          <p:nvPr/>
        </p:nvCxnSpPr>
        <p:spPr>
          <a:xfrm>
            <a:off x="1890243" y="2601402"/>
            <a:ext cx="516021" cy="0"/>
          </a:xfrm>
          <a:prstGeom prst="line">
            <a:avLst/>
          </a:prstGeom>
          <a:ln w="25400" cap="rnd">
            <a:gradFill>
              <a:gsLst>
                <a:gs pos="0">
                  <a:schemeClr val="tx1">
                    <a:alpha val="0"/>
                  </a:schemeClr>
                </a:gs>
                <a:gs pos="31000">
                  <a:schemeClr val="tx1"/>
                </a:gs>
                <a:gs pos="67000">
                  <a:schemeClr val="tx1"/>
                </a:gs>
                <a:gs pos="100000">
                  <a:schemeClr val="tx1">
                    <a:alpha val="0"/>
                  </a:schemeClr>
                </a:gs>
              </a:gsLst>
              <a:lin ang="0" scaled="0"/>
            </a:gradFill>
          </a:ln>
        </p:spPr>
        <p:style>
          <a:lnRef idx="1">
            <a:schemeClr val="accent1"/>
          </a:lnRef>
          <a:fillRef idx="0">
            <a:schemeClr val="accent1"/>
          </a:fillRef>
          <a:effectRef idx="0">
            <a:schemeClr val="accent1"/>
          </a:effectRef>
          <a:fontRef idx="minor">
            <a:schemeClr val="tx1"/>
          </a:fontRef>
        </p:style>
      </p:cxnSp>
      <p:cxnSp>
        <p:nvCxnSpPr>
          <p:cNvPr id="34" name="Straight Connector 31">
            <a:extLst>
              <a:ext uri="{FF2B5EF4-FFF2-40B4-BE49-F238E27FC236}">
                <a16:creationId xmlns:a16="http://schemas.microsoft.com/office/drawing/2014/main" id="{445EE1F7-3A17-8F7D-6C76-D22AC713F52F}"/>
              </a:ext>
            </a:extLst>
          </p:cNvPr>
          <p:cNvCxnSpPr>
            <a:cxnSpLocks/>
          </p:cNvCxnSpPr>
          <p:nvPr/>
        </p:nvCxnSpPr>
        <p:spPr>
          <a:xfrm>
            <a:off x="3203252" y="2601402"/>
            <a:ext cx="516021" cy="0"/>
          </a:xfrm>
          <a:prstGeom prst="line">
            <a:avLst/>
          </a:prstGeom>
          <a:ln w="25400" cap="rnd">
            <a:gradFill>
              <a:gsLst>
                <a:gs pos="0">
                  <a:schemeClr val="tx1">
                    <a:alpha val="0"/>
                  </a:schemeClr>
                </a:gs>
                <a:gs pos="31000">
                  <a:schemeClr val="tx1"/>
                </a:gs>
                <a:gs pos="67000">
                  <a:schemeClr val="tx1"/>
                </a:gs>
                <a:gs pos="100000">
                  <a:schemeClr val="tx1">
                    <a:alpha val="0"/>
                  </a:schemeClr>
                </a:gs>
              </a:gsLst>
              <a:lin ang="0" scaled="0"/>
            </a:gradFill>
          </a:ln>
        </p:spPr>
        <p:style>
          <a:lnRef idx="1">
            <a:schemeClr val="accent1"/>
          </a:lnRef>
          <a:fillRef idx="0">
            <a:schemeClr val="accent1"/>
          </a:fillRef>
          <a:effectRef idx="0">
            <a:schemeClr val="accent1"/>
          </a:effectRef>
          <a:fontRef idx="minor">
            <a:schemeClr val="tx1"/>
          </a:fontRef>
        </p:style>
      </p:cxnSp>
      <p:cxnSp>
        <p:nvCxnSpPr>
          <p:cNvPr id="35" name="Straight Connector 30">
            <a:extLst>
              <a:ext uri="{FF2B5EF4-FFF2-40B4-BE49-F238E27FC236}">
                <a16:creationId xmlns:a16="http://schemas.microsoft.com/office/drawing/2014/main" id="{60354F9A-C456-78D6-CC64-32174E185A48}"/>
              </a:ext>
            </a:extLst>
          </p:cNvPr>
          <p:cNvCxnSpPr>
            <a:cxnSpLocks/>
          </p:cNvCxnSpPr>
          <p:nvPr/>
        </p:nvCxnSpPr>
        <p:spPr>
          <a:xfrm>
            <a:off x="4533743" y="2601402"/>
            <a:ext cx="516021" cy="0"/>
          </a:xfrm>
          <a:prstGeom prst="line">
            <a:avLst/>
          </a:prstGeom>
          <a:ln w="25400" cap="rnd">
            <a:gradFill>
              <a:gsLst>
                <a:gs pos="0">
                  <a:schemeClr val="tx1">
                    <a:alpha val="0"/>
                  </a:schemeClr>
                </a:gs>
                <a:gs pos="31000">
                  <a:schemeClr val="tx1"/>
                </a:gs>
                <a:gs pos="67000">
                  <a:schemeClr val="tx1"/>
                </a:gs>
                <a:gs pos="100000">
                  <a:schemeClr val="tx1">
                    <a:alpha val="0"/>
                  </a:schemeClr>
                </a:gs>
              </a:gsLst>
              <a:lin ang="0" scaled="0"/>
            </a:gradFill>
          </a:ln>
        </p:spPr>
        <p:style>
          <a:lnRef idx="1">
            <a:schemeClr val="accent1"/>
          </a:lnRef>
          <a:fillRef idx="0">
            <a:schemeClr val="accent1"/>
          </a:fillRef>
          <a:effectRef idx="0">
            <a:schemeClr val="accent1"/>
          </a:effectRef>
          <a:fontRef idx="minor">
            <a:schemeClr val="tx1"/>
          </a:fontRef>
        </p:style>
      </p:cxnSp>
      <p:cxnSp>
        <p:nvCxnSpPr>
          <p:cNvPr id="36" name="Straight Connector 27">
            <a:extLst>
              <a:ext uri="{FF2B5EF4-FFF2-40B4-BE49-F238E27FC236}">
                <a16:creationId xmlns:a16="http://schemas.microsoft.com/office/drawing/2014/main" id="{5A14F7C4-EC38-1C1A-CB54-CE1E8F4FFF53}"/>
              </a:ext>
            </a:extLst>
          </p:cNvPr>
          <p:cNvCxnSpPr>
            <a:cxnSpLocks/>
          </p:cNvCxnSpPr>
          <p:nvPr/>
        </p:nvCxnSpPr>
        <p:spPr>
          <a:xfrm>
            <a:off x="8445492" y="2601402"/>
            <a:ext cx="516021" cy="0"/>
          </a:xfrm>
          <a:prstGeom prst="line">
            <a:avLst/>
          </a:prstGeom>
          <a:ln w="25400" cap="rnd">
            <a:gradFill>
              <a:gsLst>
                <a:gs pos="0">
                  <a:schemeClr val="tx1">
                    <a:alpha val="0"/>
                  </a:schemeClr>
                </a:gs>
                <a:gs pos="31000">
                  <a:schemeClr val="tx1"/>
                </a:gs>
                <a:gs pos="67000">
                  <a:schemeClr val="tx1"/>
                </a:gs>
                <a:gs pos="100000">
                  <a:schemeClr val="tx1">
                    <a:alpha val="0"/>
                  </a:schemeClr>
                </a:gs>
              </a:gsLst>
              <a:lin ang="0" scaled="0"/>
            </a:gradFill>
          </a:ln>
        </p:spPr>
        <p:style>
          <a:lnRef idx="1">
            <a:schemeClr val="accent1"/>
          </a:lnRef>
          <a:fillRef idx="0">
            <a:schemeClr val="accent1"/>
          </a:fillRef>
          <a:effectRef idx="0">
            <a:schemeClr val="accent1"/>
          </a:effectRef>
          <a:fontRef idx="minor">
            <a:schemeClr val="tx1"/>
          </a:fontRef>
        </p:style>
      </p:cxnSp>
      <p:sp>
        <p:nvSpPr>
          <p:cNvPr id="37" name="TextBox 116">
            <a:extLst>
              <a:ext uri="{FF2B5EF4-FFF2-40B4-BE49-F238E27FC236}">
                <a16:creationId xmlns:a16="http://schemas.microsoft.com/office/drawing/2014/main" id="{5DE8A0C9-1FF8-B412-DB49-882194B5BC1A}"/>
              </a:ext>
            </a:extLst>
          </p:cNvPr>
          <p:cNvSpPr txBox="1"/>
          <p:nvPr/>
        </p:nvSpPr>
        <p:spPr>
          <a:xfrm>
            <a:off x="8287560" y="4973373"/>
            <a:ext cx="747120" cy="595035"/>
          </a:xfrm>
          <a:prstGeom prst="rect">
            <a:avLst/>
          </a:prstGeom>
          <a:noFill/>
        </p:spPr>
        <p:txBody>
          <a:bodyPr wrap="square" lIns="0" rIns="0" rtlCol="0" anchor="t">
            <a:noAutofit/>
          </a:bodyPr>
          <a:lstStyle/>
          <a:p>
            <a:pPr algn="ctr" defTabSz="722462">
              <a:spcAft>
                <a:spcPts val="800"/>
              </a:spcAft>
              <a:defRPr/>
            </a:pPr>
            <a:r>
              <a:rPr lang="en-US" sz="1200" b="1" dirty="0">
                <a:solidFill>
                  <a:srgbClr val="FFFFFF"/>
                </a:solidFill>
                <a:latin typeface="メイリオ"/>
                <a:ea typeface="メイリオ"/>
                <a:cs typeface="Amazon Ember Display" panose="020F0603020204020204" pitchFamily="34" charset="0"/>
              </a:rPr>
              <a:t>Mistral</a:t>
            </a:r>
          </a:p>
          <a:p>
            <a:pPr algn="ctr" defTabSz="722462">
              <a:spcAft>
                <a:spcPts val="800"/>
              </a:spcAft>
              <a:defRPr/>
            </a:pPr>
            <a:r>
              <a:rPr lang="en-US" sz="1200" b="1" dirty="0" err="1">
                <a:solidFill>
                  <a:srgbClr val="FFFFFF"/>
                </a:solidFill>
                <a:latin typeface="メイリオ"/>
                <a:ea typeface="メイリオ"/>
                <a:cs typeface="Amazon Ember Display" panose="020F0603020204020204" pitchFamily="34" charset="0"/>
              </a:rPr>
              <a:t>Mixtral</a:t>
            </a:r>
            <a:endParaRPr lang="en-US" sz="1200" b="1" dirty="0">
              <a:solidFill>
                <a:srgbClr val="FFFFFF"/>
              </a:solidFill>
              <a:latin typeface="メイリオ"/>
              <a:ea typeface="メイリオ"/>
              <a:cs typeface="Amazon Ember Display" panose="020F0603020204020204" pitchFamily="34" charset="0"/>
            </a:endParaRPr>
          </a:p>
        </p:txBody>
      </p:sp>
      <p:pic>
        <p:nvPicPr>
          <p:cNvPr id="38" name="Picture 7" descr="A black background with white text&#10;&#10;Description automatically generated">
            <a:extLst>
              <a:ext uri="{FF2B5EF4-FFF2-40B4-BE49-F238E27FC236}">
                <a16:creationId xmlns:a16="http://schemas.microsoft.com/office/drawing/2014/main" id="{3F512150-5C4A-7D19-4BA7-42F43C04F637}"/>
              </a:ext>
            </a:extLst>
          </p:cNvPr>
          <p:cNvPicPr>
            <a:picLocks noChangeAspect="1"/>
          </p:cNvPicPr>
          <p:nvPr/>
        </p:nvPicPr>
        <p:blipFill>
          <a:blip r:embed="rId15"/>
          <a:stretch>
            <a:fillRect/>
          </a:stretch>
        </p:blipFill>
        <p:spPr>
          <a:xfrm>
            <a:off x="8237135" y="2225009"/>
            <a:ext cx="754187" cy="249453"/>
          </a:xfrm>
          <a:prstGeom prst="rect">
            <a:avLst/>
          </a:prstGeom>
        </p:spPr>
      </p:pic>
      <p:sp>
        <p:nvSpPr>
          <p:cNvPr id="41" name="TextBox 113">
            <a:extLst>
              <a:ext uri="{FF2B5EF4-FFF2-40B4-BE49-F238E27FC236}">
                <a16:creationId xmlns:a16="http://schemas.microsoft.com/office/drawing/2014/main" id="{E1340908-7644-0014-A42F-AD841D01B01C}"/>
              </a:ext>
            </a:extLst>
          </p:cNvPr>
          <p:cNvSpPr txBox="1"/>
          <p:nvPr/>
        </p:nvSpPr>
        <p:spPr>
          <a:xfrm>
            <a:off x="3031778" y="4973373"/>
            <a:ext cx="847601" cy="307776"/>
          </a:xfrm>
          <a:prstGeom prst="rect">
            <a:avLst/>
          </a:prstGeom>
          <a:noFill/>
        </p:spPr>
        <p:txBody>
          <a:bodyPr wrap="square" lIns="0" rIns="0" rtlCol="0" anchor="t">
            <a:noAutofit/>
          </a:bodyPr>
          <a:lstStyle/>
          <a:p>
            <a:pPr algn="ctr" defTabSz="722462">
              <a:spcAft>
                <a:spcPts val="791"/>
              </a:spcAft>
              <a:defRPr/>
            </a:pPr>
            <a:r>
              <a:rPr lang="en-US" sz="1200" b="1" dirty="0">
                <a:solidFill>
                  <a:srgbClr val="FFFFFF"/>
                </a:solidFill>
                <a:latin typeface="メイリオ"/>
                <a:ea typeface="メイリオ"/>
                <a:cs typeface="Amazon Ember Display" panose="020F0603020204020204" pitchFamily="34" charset="0"/>
              </a:rPr>
              <a:t>Claude</a:t>
            </a:r>
          </a:p>
        </p:txBody>
      </p:sp>
      <p:sp>
        <p:nvSpPr>
          <p:cNvPr id="42" name="TextBox 113">
            <a:extLst>
              <a:ext uri="{FF2B5EF4-FFF2-40B4-BE49-F238E27FC236}">
                <a16:creationId xmlns:a16="http://schemas.microsoft.com/office/drawing/2014/main" id="{26B2427F-F824-2702-F302-609B86F8A7A9}"/>
              </a:ext>
            </a:extLst>
          </p:cNvPr>
          <p:cNvSpPr txBox="1"/>
          <p:nvPr/>
        </p:nvSpPr>
        <p:spPr>
          <a:xfrm>
            <a:off x="5672200" y="4957257"/>
            <a:ext cx="847601" cy="307776"/>
          </a:xfrm>
          <a:prstGeom prst="rect">
            <a:avLst/>
          </a:prstGeom>
          <a:noFill/>
        </p:spPr>
        <p:txBody>
          <a:bodyPr wrap="square" lIns="0" rIns="0" rtlCol="0" anchor="t">
            <a:noAutofit/>
          </a:bodyPr>
          <a:lstStyle/>
          <a:p>
            <a:pPr algn="ctr" defTabSz="722462">
              <a:spcAft>
                <a:spcPts val="791"/>
              </a:spcAft>
              <a:defRPr/>
            </a:pPr>
            <a:r>
              <a:rPr lang="en-US" sz="1200" b="1" dirty="0">
                <a:solidFill>
                  <a:srgbClr val="FFFFFF"/>
                </a:solidFill>
                <a:latin typeface="メイリオ"/>
                <a:ea typeface="メイリオ"/>
                <a:cs typeface="Amazon Ember Display" panose="020F0603020204020204" pitchFamily="34" charset="0"/>
              </a:rPr>
              <a:t>Luma Ray</a:t>
            </a:r>
          </a:p>
        </p:txBody>
      </p:sp>
      <p:sp>
        <p:nvSpPr>
          <p:cNvPr id="43" name="TextBox 113">
            <a:extLst>
              <a:ext uri="{FF2B5EF4-FFF2-40B4-BE49-F238E27FC236}">
                <a16:creationId xmlns:a16="http://schemas.microsoft.com/office/drawing/2014/main" id="{80F8FDFA-B82F-2E9F-1BFA-BDDEED764050}"/>
              </a:ext>
            </a:extLst>
          </p:cNvPr>
          <p:cNvSpPr txBox="1"/>
          <p:nvPr/>
        </p:nvSpPr>
        <p:spPr>
          <a:xfrm>
            <a:off x="6939505" y="4957257"/>
            <a:ext cx="847601" cy="307776"/>
          </a:xfrm>
          <a:prstGeom prst="rect">
            <a:avLst/>
          </a:prstGeom>
          <a:noFill/>
        </p:spPr>
        <p:txBody>
          <a:bodyPr wrap="square" lIns="0" rIns="0" rtlCol="0" anchor="t">
            <a:noAutofit/>
          </a:bodyPr>
          <a:lstStyle/>
          <a:p>
            <a:pPr algn="ctr" defTabSz="722462">
              <a:spcAft>
                <a:spcPts val="791"/>
              </a:spcAft>
              <a:defRPr/>
            </a:pPr>
            <a:r>
              <a:rPr lang="en-US" sz="1200" b="1" dirty="0">
                <a:solidFill>
                  <a:srgbClr val="FFFFFF"/>
                </a:solidFill>
                <a:latin typeface="メイリオ"/>
                <a:ea typeface="メイリオ"/>
                <a:cs typeface="Amazon Ember Display" panose="020F0603020204020204" pitchFamily="34" charset="0"/>
              </a:rPr>
              <a:t>Llama</a:t>
            </a:r>
          </a:p>
        </p:txBody>
      </p:sp>
      <p:sp>
        <p:nvSpPr>
          <p:cNvPr id="44" name="TextBox 113">
            <a:extLst>
              <a:ext uri="{FF2B5EF4-FFF2-40B4-BE49-F238E27FC236}">
                <a16:creationId xmlns:a16="http://schemas.microsoft.com/office/drawing/2014/main" id="{304E8BCA-14A4-FDBD-2D09-4CB2C074423A}"/>
              </a:ext>
            </a:extLst>
          </p:cNvPr>
          <p:cNvSpPr txBox="1"/>
          <p:nvPr/>
        </p:nvSpPr>
        <p:spPr>
          <a:xfrm>
            <a:off x="447186" y="4973373"/>
            <a:ext cx="847601" cy="307776"/>
          </a:xfrm>
          <a:prstGeom prst="rect">
            <a:avLst/>
          </a:prstGeom>
          <a:noFill/>
        </p:spPr>
        <p:txBody>
          <a:bodyPr wrap="square" lIns="0" rIns="0" rtlCol="0" anchor="t">
            <a:noAutofit/>
          </a:bodyPr>
          <a:lstStyle/>
          <a:p>
            <a:pPr algn="ctr" defTabSz="722462">
              <a:spcAft>
                <a:spcPts val="791"/>
              </a:spcAft>
              <a:defRPr/>
            </a:pPr>
            <a:r>
              <a:rPr lang="en-US" sz="1200" b="1" dirty="0">
                <a:solidFill>
                  <a:srgbClr val="FFFFFF"/>
                </a:solidFill>
                <a:latin typeface="メイリオ"/>
                <a:ea typeface="メイリオ"/>
                <a:cs typeface="Amazon Ember Display" panose="020F0603020204020204" pitchFamily="34" charset="0"/>
              </a:rPr>
              <a:t>Jamba</a:t>
            </a:r>
          </a:p>
        </p:txBody>
      </p:sp>
    </p:spTree>
    <p:extLst>
      <p:ext uri="{BB962C8B-B14F-4D97-AF65-F5344CB8AC3E}">
        <p14:creationId xmlns:p14="http://schemas.microsoft.com/office/powerpoint/2010/main" val="27284673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スライド番号プレースホルダー 2">
            <a:extLst>
              <a:ext uri="{FF2B5EF4-FFF2-40B4-BE49-F238E27FC236}">
                <a16:creationId xmlns:a16="http://schemas.microsoft.com/office/drawing/2014/main" id="{7AD809C6-A190-894A-6034-7BBBA5DCBF02}"/>
              </a:ext>
            </a:extLst>
          </p:cNvPr>
          <p:cNvSpPr>
            <a:spLocks noGrp="1"/>
          </p:cNvSpPr>
          <p:nvPr>
            <p:ph type="sldNum" sz="quarter" idx="12"/>
          </p:nvPr>
        </p:nvSpPr>
        <p:spPr/>
        <p:txBody>
          <a:bodyPr/>
          <a:lstStyle/>
          <a:p>
            <a:fld id="{DC503246-BBCE-4F0A-BCDC-08FC4C52637D}" type="slidenum">
              <a:rPr lang="en-US" smtClean="0"/>
              <a:pPr/>
              <a:t>6</a:t>
            </a:fld>
            <a:endParaRPr lang="en-US"/>
          </a:p>
        </p:txBody>
      </p:sp>
      <p:sp>
        <p:nvSpPr>
          <p:cNvPr id="6" name="タイトル 5">
            <a:extLst>
              <a:ext uri="{FF2B5EF4-FFF2-40B4-BE49-F238E27FC236}">
                <a16:creationId xmlns:a16="http://schemas.microsoft.com/office/drawing/2014/main" id="{DE57BDA0-0A6A-DFC7-8621-ADC03136EF24}"/>
              </a:ext>
            </a:extLst>
          </p:cNvPr>
          <p:cNvSpPr>
            <a:spLocks noGrp="1"/>
          </p:cNvSpPr>
          <p:nvPr>
            <p:ph type="title"/>
          </p:nvPr>
        </p:nvSpPr>
        <p:spPr/>
        <p:txBody>
          <a:bodyPr/>
          <a:lstStyle/>
          <a:p>
            <a:endParaRPr lang="ja-JP" altLang="en-US"/>
          </a:p>
        </p:txBody>
      </p:sp>
      <p:sp>
        <p:nvSpPr>
          <p:cNvPr id="4" name="タイトル 1">
            <a:extLst>
              <a:ext uri="{FF2B5EF4-FFF2-40B4-BE49-F238E27FC236}">
                <a16:creationId xmlns:a16="http://schemas.microsoft.com/office/drawing/2014/main" id="{61C70702-B2E3-80D5-EBF0-72E7C7B7A410}"/>
              </a:ext>
            </a:extLst>
          </p:cNvPr>
          <p:cNvSpPr txBox="1">
            <a:spLocks/>
          </p:cNvSpPr>
          <p:nvPr/>
        </p:nvSpPr>
        <p:spPr>
          <a:xfrm>
            <a:off x="425038" y="355015"/>
            <a:ext cx="11430001" cy="638175"/>
          </a:xfrm>
          <a:prstGeom prst="rect">
            <a:avLst/>
          </a:prstGeom>
        </p:spPr>
        <p:txBody>
          <a:bodyPr vert="horz" lIns="0" tIns="45720" rIns="0" bIns="45720" rtlCol="0" anchor="t">
            <a:noAutofit/>
          </a:bodyPr>
          <a:lstStyle>
            <a:lvl1pPr algn="l" defTabSz="914400" rtl="0" eaLnBrk="1" latinLnBrk="0" hangingPunct="1">
              <a:lnSpc>
                <a:spcPct val="90000"/>
              </a:lnSpc>
              <a:spcBef>
                <a:spcPct val="0"/>
              </a:spcBef>
              <a:buNone/>
              <a:defRPr sz="4000" b="1" kern="1200" spc="0" baseline="0">
                <a:solidFill>
                  <a:schemeClr val="tx1"/>
                </a:solidFill>
                <a:latin typeface="+mj-lt"/>
                <a:ea typeface="+mj-ea"/>
                <a:cs typeface="+mj-cs"/>
              </a:defRPr>
            </a:lvl1pPr>
          </a:lstStyle>
          <a:p>
            <a:r>
              <a:rPr kumimoji="1" lang="en-US" altLang="ja-JP" dirty="0">
                <a:latin typeface="+mj-ea"/>
              </a:rPr>
              <a:t>Amazon Bedrock – </a:t>
            </a:r>
            <a:r>
              <a:rPr kumimoji="1" lang="ja-JP" altLang="en-US">
                <a:latin typeface="+mj-ea"/>
              </a:rPr>
              <a:t>概要</a:t>
            </a:r>
          </a:p>
        </p:txBody>
      </p:sp>
      <p:sp>
        <p:nvSpPr>
          <p:cNvPr id="5" name="Rectangle 5">
            <a:extLst>
              <a:ext uri="{FF2B5EF4-FFF2-40B4-BE49-F238E27FC236}">
                <a16:creationId xmlns:a16="http://schemas.microsoft.com/office/drawing/2014/main" id="{A8FF7FBC-7678-4CDF-50A0-FDE4C594C091}"/>
              </a:ext>
            </a:extLst>
          </p:cNvPr>
          <p:cNvSpPr/>
          <p:nvPr/>
        </p:nvSpPr>
        <p:spPr>
          <a:xfrm>
            <a:off x="2" y="932457"/>
            <a:ext cx="12191999" cy="910632"/>
          </a:xfrm>
          <a:prstGeom prst="rect">
            <a:avLst/>
          </a:prstGeom>
          <a:solidFill>
            <a:srgbClr val="FAFAFA">
              <a:alpha val="15000"/>
            </a:srgbClr>
          </a:solidFill>
          <a:ln w="12700" cap="flat" cmpd="sng" algn="ctr">
            <a:noFill/>
            <a:prstDash val="solid"/>
            <a:miter lim="800000"/>
          </a:ln>
          <a:effectLst/>
        </p:spPr>
        <p:txBody>
          <a:bodyPr rot="0" spcFirstLastPara="0" vertOverflow="overflow" horzOverflow="overflow" vert="horz" wrap="square" lIns="121920" tIns="121920" rIns="121920" bIns="60960" numCol="1" spcCol="0" rtlCol="0" fromWordArt="0" anchor="ctr" anchorCtr="0" forceAA="0" compatLnSpc="1">
            <a:prstTxWarp prst="textNoShape">
              <a:avLst/>
            </a:prstTxWarp>
            <a:noAutofit/>
          </a:bodyPr>
          <a:lstStyle/>
          <a:p>
            <a:pPr algn="ctr" defTabSz="1219170">
              <a:defRPr/>
            </a:pPr>
            <a:r>
              <a:rPr lang="ja-JP" altLang="en-US" sz="2667" kern="0">
                <a:latin typeface="+mn-ea"/>
              </a:rPr>
              <a:t>生成</a:t>
            </a:r>
            <a:r>
              <a:rPr lang="en-US" altLang="ja-JP" sz="2667" kern="0" dirty="0">
                <a:latin typeface="+mn-ea"/>
              </a:rPr>
              <a:t> </a:t>
            </a:r>
            <a:r>
              <a:rPr lang="en" altLang="ja-JP" sz="2667" kern="0" dirty="0">
                <a:latin typeface="+mn-ea"/>
              </a:rPr>
              <a:t>AI </a:t>
            </a:r>
            <a:r>
              <a:rPr lang="ja-JP" altLang="en-US" sz="2667" kern="0">
                <a:latin typeface="+mn-ea"/>
              </a:rPr>
              <a:t>アプリ開発者向けに、基盤モデルの実行とモデルカスタマイズ環境を</a:t>
            </a:r>
            <a:br>
              <a:rPr lang="en-US" altLang="ja-JP" sz="2667" kern="0" dirty="0">
                <a:latin typeface="+mn-ea"/>
              </a:rPr>
            </a:br>
            <a:r>
              <a:rPr lang="ja-JP" altLang="en-US" sz="2667" kern="0">
                <a:latin typeface="+mn-ea"/>
              </a:rPr>
              <a:t>フルマネージド </a:t>
            </a:r>
            <a:r>
              <a:rPr lang="en-US" altLang="ja-JP" sz="2667" kern="0" dirty="0">
                <a:latin typeface="+mn-ea"/>
              </a:rPr>
              <a:t>&amp; </a:t>
            </a:r>
            <a:r>
              <a:rPr lang="ja-JP" altLang="en-US" sz="2667" kern="0">
                <a:latin typeface="+mn-ea"/>
              </a:rPr>
              <a:t>サーバーレスで提供</a:t>
            </a:r>
            <a:endParaRPr lang="en-US" altLang="ja-JP" sz="1600" kern="0" dirty="0">
              <a:latin typeface="+mn-ea"/>
            </a:endParaRPr>
          </a:p>
        </p:txBody>
      </p:sp>
      <p:sp>
        <p:nvSpPr>
          <p:cNvPr id="47" name="Rectangle 6">
            <a:extLst>
              <a:ext uri="{FF2B5EF4-FFF2-40B4-BE49-F238E27FC236}">
                <a16:creationId xmlns:a16="http://schemas.microsoft.com/office/drawing/2014/main" id="{C02032A8-3A19-AB5F-9789-8A983ED95E40}"/>
              </a:ext>
            </a:extLst>
          </p:cNvPr>
          <p:cNvSpPr/>
          <p:nvPr/>
        </p:nvSpPr>
        <p:spPr>
          <a:xfrm>
            <a:off x="4507244" y="3135486"/>
            <a:ext cx="3039104" cy="1279633"/>
          </a:xfrm>
          <a:prstGeom prst="rect">
            <a:avLst/>
          </a:prstGeom>
          <a:noFill/>
          <a:ln w="15875">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wrap="none" lIns="432000" tIns="48000"/>
          <a:lstStyle/>
          <a:p>
            <a:pPr defTabSz="609585">
              <a:defRPr/>
            </a:pPr>
            <a:r>
              <a:rPr lang="en-US" sz="1400" dirty="0" err="1">
                <a:ln w="0"/>
                <a:solidFill>
                  <a:srgbClr val="FFFFFF"/>
                </a:solidFill>
                <a:latin typeface="メイリオ"/>
                <a:ea typeface="メイリオ"/>
                <a:cs typeface="Arial" panose="020B0604020202020204" pitchFamily="34" charset="0"/>
              </a:rPr>
              <a:t>ユーザ</a:t>
            </a:r>
            <a:r>
              <a:rPr lang="en-US" sz="1400" dirty="0">
                <a:ln w="0"/>
                <a:solidFill>
                  <a:srgbClr val="FFFFFF"/>
                </a:solidFill>
                <a:latin typeface="メイリオ"/>
                <a:ea typeface="メイリオ"/>
                <a:cs typeface="Arial" panose="020B0604020202020204" pitchFamily="34" charset="0"/>
              </a:rPr>
              <a:t>ー</a:t>
            </a:r>
            <a:br>
              <a:rPr lang="en-US" sz="1400" dirty="0">
                <a:ln w="0"/>
                <a:solidFill>
                  <a:srgbClr val="FFFFFF"/>
                </a:solidFill>
                <a:latin typeface="メイリオ"/>
                <a:ea typeface="メイリオ"/>
                <a:cs typeface="Arial" panose="020B0604020202020204" pitchFamily="34" charset="0"/>
              </a:rPr>
            </a:br>
            <a:r>
              <a:rPr lang="en-US" sz="1400" dirty="0">
                <a:ln w="0"/>
                <a:solidFill>
                  <a:srgbClr val="FFFFFF"/>
                </a:solidFill>
                <a:latin typeface="メイリオ"/>
                <a:ea typeface="メイリオ"/>
                <a:cs typeface="Arial" panose="020B0604020202020204" pitchFamily="34" charset="0"/>
              </a:rPr>
              <a:t>VPC</a:t>
            </a:r>
            <a:endParaRPr lang="en-US" sz="1400" dirty="0">
              <a:ln w="0"/>
              <a:solidFill>
                <a:srgbClr val="FFFFFF"/>
              </a:solidFill>
              <a:latin typeface="Arial" panose="020B0604020202020204" pitchFamily="34" charset="0"/>
              <a:ea typeface="メイリオ"/>
              <a:cs typeface="Arial" panose="020B0604020202020204" pitchFamily="34" charset="0"/>
            </a:endParaRPr>
          </a:p>
        </p:txBody>
      </p:sp>
      <p:pic>
        <p:nvPicPr>
          <p:cNvPr id="48" name="Graphic 16">
            <a:extLst>
              <a:ext uri="{FF2B5EF4-FFF2-40B4-BE49-F238E27FC236}">
                <a16:creationId xmlns:a16="http://schemas.microsoft.com/office/drawing/2014/main" id="{E4F953AF-E363-311B-A89F-32FD10ED3577}"/>
              </a:ext>
            </a:extLst>
          </p:cNvPr>
          <p:cNvPicPr>
            <a:picLocks noChangeAspect="1"/>
          </p:cNvPicPr>
          <p:nvPr/>
        </p:nvPicPr>
        <p:blipFill>
          <a:blip r:embed="rId3">
            <a:extLst>
              <a:ext uri="{96DAC541-7B7A-43D3-8B79-37D633B846F1}">
                <asvg:svgBlip xmlns:asvg="http://schemas.microsoft.com/office/drawing/2016/SVG/main" r:embed="rId4"/>
              </a:ext>
            </a:extLst>
          </a:blip>
          <a:srcRect/>
          <a:stretch/>
        </p:blipFill>
        <p:spPr>
          <a:xfrm>
            <a:off x="4507244" y="3135487"/>
            <a:ext cx="384000" cy="384000"/>
          </a:xfrm>
          <a:prstGeom prst="rect">
            <a:avLst/>
          </a:prstGeom>
        </p:spPr>
      </p:pic>
      <p:pic>
        <p:nvPicPr>
          <p:cNvPr id="49" name="Graphic 8">
            <a:extLst>
              <a:ext uri="{FF2B5EF4-FFF2-40B4-BE49-F238E27FC236}">
                <a16:creationId xmlns:a16="http://schemas.microsoft.com/office/drawing/2014/main" id="{B1CE03F0-02D0-9E6A-4FE1-9139565D48A5}"/>
              </a:ext>
            </a:extLst>
          </p:cNvPr>
          <p:cNvPicPr>
            <a:picLocks noChangeAspect="1" noChangeArrowheads="1"/>
          </p:cNvPicPr>
          <p:nvPr/>
        </p:nvPicPr>
        <p:blipFill>
          <a:blip r:embed="rId5">
            <a:extLst>
              <a:ext uri="{96DAC541-7B7A-43D3-8B79-37D633B846F1}">
                <asvg:svgBlip xmlns:asvg="http://schemas.microsoft.com/office/drawing/2016/SVG/main" r:embed="rId6"/>
              </a:ext>
            </a:extLst>
          </a:blip>
          <a:srcRect/>
          <a:stretch/>
        </p:blipFill>
        <p:spPr bwMode="auto">
          <a:xfrm>
            <a:off x="5721996" y="3454553"/>
            <a:ext cx="609600" cy="609600"/>
          </a:xfrm>
          <a:prstGeom prst="rect">
            <a:avLst/>
          </a:prstGeom>
          <a:noFill/>
          <a:ln>
            <a:noFill/>
          </a:ln>
          <a:extLst>
            <a:ext uri="{909E8E84-426E-40DD-AFC4-6F175D3DCCD1}">
              <a14:hiddenFill xmlns:a14="http://schemas.microsoft.com/office/drawing/2010/main">
                <a:solidFill>
                  <a:srgbClr val="FFFFFF"/>
                </a:solidFill>
              </a14:hiddenFill>
            </a:ext>
          </a:extLst>
        </p:spPr>
      </p:pic>
      <p:grpSp>
        <p:nvGrpSpPr>
          <p:cNvPr id="50" name="Graphic 250">
            <a:extLst>
              <a:ext uri="{FF2B5EF4-FFF2-40B4-BE49-F238E27FC236}">
                <a16:creationId xmlns:a16="http://schemas.microsoft.com/office/drawing/2014/main" id="{970B530F-71D5-DF3D-0E65-2011245ABA7E}"/>
              </a:ext>
            </a:extLst>
          </p:cNvPr>
          <p:cNvGrpSpPr>
            <a:grpSpLocks noChangeAspect="1"/>
          </p:cNvGrpSpPr>
          <p:nvPr/>
        </p:nvGrpSpPr>
        <p:grpSpPr>
          <a:xfrm>
            <a:off x="5622518" y="5020519"/>
            <a:ext cx="808559" cy="816588"/>
            <a:chOff x="9704553" y="322847"/>
            <a:chExt cx="643689" cy="643689"/>
          </a:xfrm>
        </p:grpSpPr>
        <p:sp>
          <p:nvSpPr>
            <p:cNvPr id="51" name="Freeform: Shape 39">
              <a:extLst>
                <a:ext uri="{FF2B5EF4-FFF2-40B4-BE49-F238E27FC236}">
                  <a16:creationId xmlns:a16="http://schemas.microsoft.com/office/drawing/2014/main" id="{F2C2FCC3-4D09-7350-596F-D52D991C9E59}"/>
                </a:ext>
              </a:extLst>
            </p:cNvPr>
            <p:cNvSpPr/>
            <p:nvPr/>
          </p:nvSpPr>
          <p:spPr>
            <a:xfrm>
              <a:off x="9831038" y="599633"/>
              <a:ext cx="9655" cy="93335"/>
            </a:xfrm>
            <a:custGeom>
              <a:avLst/>
              <a:gdLst>
                <a:gd name="connsiteX0" fmla="*/ 4828 w 9655"/>
                <a:gd name="connsiteY0" fmla="*/ 89473 h 93334"/>
                <a:gd name="connsiteX1" fmla="*/ 4828 w 9655"/>
                <a:gd name="connsiteY1" fmla="*/ 46989 h 93334"/>
                <a:gd name="connsiteX2" fmla="*/ 4828 w 9655"/>
                <a:gd name="connsiteY2" fmla="*/ 4828 h 93334"/>
              </a:gdLst>
              <a:ahLst/>
              <a:cxnLst>
                <a:cxn ang="0">
                  <a:pos x="connsiteX0" y="connsiteY0"/>
                </a:cxn>
                <a:cxn ang="0">
                  <a:pos x="connsiteX1" y="connsiteY1"/>
                </a:cxn>
                <a:cxn ang="0">
                  <a:pos x="connsiteX2" y="connsiteY2"/>
                </a:cxn>
              </a:cxnLst>
              <a:rect l="l" t="t" r="r" b="b"/>
              <a:pathLst>
                <a:path w="9655" h="93334">
                  <a:moveTo>
                    <a:pt x="4828" y="89473"/>
                  </a:moveTo>
                  <a:lnTo>
                    <a:pt x="4828" y="46989"/>
                  </a:lnTo>
                  <a:lnTo>
                    <a:pt x="4828" y="4828"/>
                  </a:lnTo>
                  <a:close/>
                </a:path>
              </a:pathLst>
            </a:custGeom>
            <a:noFill/>
            <a:ln w="25400" cap="flat">
              <a:solidFill>
                <a:schemeClr val="tx2"/>
              </a:solidFill>
              <a:prstDash val="solid"/>
              <a:round/>
            </a:ln>
          </p:spPr>
          <p:txBody>
            <a:bodyPr rtlCol="0" anchor="ctr"/>
            <a:lstStyle/>
            <a:p>
              <a:pPr defTabSz="1219170">
                <a:defRPr/>
              </a:pPr>
              <a:endParaRPr lang="en-US" sz="1600" kern="0" dirty="0">
                <a:solidFill>
                  <a:prstClr val="white"/>
                </a:solidFill>
                <a:latin typeface="メイリオ"/>
                <a:ea typeface="メイリオ"/>
              </a:endParaRPr>
            </a:p>
          </p:txBody>
        </p:sp>
        <p:sp>
          <p:nvSpPr>
            <p:cNvPr id="52" name="Freeform: Shape 40">
              <a:extLst>
                <a:ext uri="{FF2B5EF4-FFF2-40B4-BE49-F238E27FC236}">
                  <a16:creationId xmlns:a16="http://schemas.microsoft.com/office/drawing/2014/main" id="{78307C69-74E4-8EED-E101-93CF704F9BB4}"/>
                </a:ext>
              </a:extLst>
            </p:cNvPr>
            <p:cNvSpPr/>
            <p:nvPr/>
          </p:nvSpPr>
          <p:spPr>
            <a:xfrm>
              <a:off x="9926304" y="520781"/>
              <a:ext cx="54714" cy="128738"/>
            </a:xfrm>
            <a:custGeom>
              <a:avLst/>
              <a:gdLst>
                <a:gd name="connsiteX0" fmla="*/ 4828 w 54713"/>
                <a:gd name="connsiteY0" fmla="*/ 125841 h 128737"/>
                <a:gd name="connsiteX1" fmla="*/ 4828 w 54713"/>
                <a:gd name="connsiteY1" fmla="*/ 76277 h 128737"/>
                <a:gd name="connsiteX2" fmla="*/ 52461 w 54713"/>
                <a:gd name="connsiteY2" fmla="*/ 52461 h 128737"/>
                <a:gd name="connsiteX3" fmla="*/ 52461 w 54713"/>
                <a:gd name="connsiteY3" fmla="*/ 4828 h 128737"/>
              </a:gdLst>
              <a:ahLst/>
              <a:cxnLst>
                <a:cxn ang="0">
                  <a:pos x="connsiteX0" y="connsiteY0"/>
                </a:cxn>
                <a:cxn ang="0">
                  <a:pos x="connsiteX1" y="connsiteY1"/>
                </a:cxn>
                <a:cxn ang="0">
                  <a:pos x="connsiteX2" y="connsiteY2"/>
                </a:cxn>
                <a:cxn ang="0">
                  <a:pos x="connsiteX3" y="connsiteY3"/>
                </a:cxn>
              </a:cxnLst>
              <a:rect l="l" t="t" r="r" b="b"/>
              <a:pathLst>
                <a:path w="54713" h="128737">
                  <a:moveTo>
                    <a:pt x="4828" y="125841"/>
                  </a:moveTo>
                  <a:lnTo>
                    <a:pt x="4828" y="76277"/>
                  </a:lnTo>
                  <a:lnTo>
                    <a:pt x="52461" y="52461"/>
                  </a:lnTo>
                  <a:lnTo>
                    <a:pt x="52461" y="4828"/>
                  </a:lnTo>
                </a:path>
              </a:pathLst>
            </a:custGeom>
            <a:noFill/>
            <a:ln w="25400" cap="flat">
              <a:solidFill>
                <a:schemeClr val="tx2"/>
              </a:solidFill>
              <a:prstDash val="solid"/>
              <a:round/>
            </a:ln>
          </p:spPr>
          <p:txBody>
            <a:bodyPr rtlCol="0" anchor="ctr"/>
            <a:lstStyle/>
            <a:p>
              <a:pPr defTabSz="1219170">
                <a:defRPr/>
              </a:pPr>
              <a:endParaRPr lang="en-US" sz="1600" kern="0" dirty="0">
                <a:solidFill>
                  <a:prstClr val="white"/>
                </a:solidFill>
                <a:latin typeface="メイリオ"/>
                <a:ea typeface="メイリオ"/>
              </a:endParaRPr>
            </a:p>
          </p:txBody>
        </p:sp>
        <p:sp>
          <p:nvSpPr>
            <p:cNvPr id="53" name="Freeform: Shape 43">
              <a:extLst>
                <a:ext uri="{FF2B5EF4-FFF2-40B4-BE49-F238E27FC236}">
                  <a16:creationId xmlns:a16="http://schemas.microsoft.com/office/drawing/2014/main" id="{2F018FA3-EF47-BAA7-6A16-A437DB2224D3}"/>
                </a:ext>
              </a:extLst>
            </p:cNvPr>
            <p:cNvSpPr/>
            <p:nvPr/>
          </p:nvSpPr>
          <p:spPr>
            <a:xfrm>
              <a:off x="9878671" y="568414"/>
              <a:ext cx="54714" cy="32184"/>
            </a:xfrm>
            <a:custGeom>
              <a:avLst/>
              <a:gdLst>
                <a:gd name="connsiteX0" fmla="*/ 52461 w 54713"/>
                <a:gd name="connsiteY0" fmla="*/ 28644 h 32184"/>
                <a:gd name="connsiteX1" fmla="*/ 4828 w 54713"/>
                <a:gd name="connsiteY1" fmla="*/ 4828 h 32184"/>
              </a:gdLst>
              <a:ahLst/>
              <a:cxnLst>
                <a:cxn ang="0">
                  <a:pos x="connsiteX0" y="connsiteY0"/>
                </a:cxn>
                <a:cxn ang="0">
                  <a:pos x="connsiteX1" y="connsiteY1"/>
                </a:cxn>
              </a:cxnLst>
              <a:rect l="l" t="t" r="r" b="b"/>
              <a:pathLst>
                <a:path w="54713" h="32184">
                  <a:moveTo>
                    <a:pt x="52461" y="28644"/>
                  </a:moveTo>
                  <a:lnTo>
                    <a:pt x="4828" y="4828"/>
                  </a:lnTo>
                </a:path>
              </a:pathLst>
            </a:custGeom>
            <a:ln w="25400" cap="flat">
              <a:solidFill>
                <a:schemeClr val="tx2"/>
              </a:solidFill>
              <a:prstDash val="solid"/>
              <a:round/>
            </a:ln>
          </p:spPr>
          <p:txBody>
            <a:bodyPr rtlCol="0" anchor="ctr"/>
            <a:lstStyle/>
            <a:p>
              <a:pPr defTabSz="1219170">
                <a:defRPr/>
              </a:pPr>
              <a:endParaRPr lang="en-US" sz="1600" kern="0" dirty="0">
                <a:solidFill>
                  <a:prstClr val="white"/>
                </a:solidFill>
                <a:latin typeface="メイリオ"/>
                <a:ea typeface="メイリオ"/>
              </a:endParaRPr>
            </a:p>
          </p:txBody>
        </p:sp>
        <p:sp>
          <p:nvSpPr>
            <p:cNvPr id="54" name="Freeform: Shape 44">
              <a:extLst>
                <a:ext uri="{FF2B5EF4-FFF2-40B4-BE49-F238E27FC236}">
                  <a16:creationId xmlns:a16="http://schemas.microsoft.com/office/drawing/2014/main" id="{86C728A8-B940-A53E-3E31-63CF2F224AC0}"/>
                </a:ext>
              </a:extLst>
            </p:cNvPr>
            <p:cNvSpPr/>
            <p:nvPr/>
          </p:nvSpPr>
          <p:spPr>
            <a:xfrm>
              <a:off x="9926304" y="477976"/>
              <a:ext cx="9655" cy="67587"/>
            </a:xfrm>
            <a:custGeom>
              <a:avLst/>
              <a:gdLst>
                <a:gd name="connsiteX0" fmla="*/ 4828 w 9655"/>
                <a:gd name="connsiteY0" fmla="*/ 63403 h 67587"/>
                <a:gd name="connsiteX1" fmla="*/ 4828 w 9655"/>
                <a:gd name="connsiteY1" fmla="*/ 4828 h 67587"/>
              </a:gdLst>
              <a:ahLst/>
              <a:cxnLst>
                <a:cxn ang="0">
                  <a:pos x="connsiteX0" y="connsiteY0"/>
                </a:cxn>
                <a:cxn ang="0">
                  <a:pos x="connsiteX1" y="connsiteY1"/>
                </a:cxn>
              </a:cxnLst>
              <a:rect l="l" t="t" r="r" b="b"/>
              <a:pathLst>
                <a:path w="9655" h="67587">
                  <a:moveTo>
                    <a:pt x="4828" y="63403"/>
                  </a:moveTo>
                  <a:lnTo>
                    <a:pt x="4828" y="4828"/>
                  </a:lnTo>
                </a:path>
              </a:pathLst>
            </a:custGeom>
            <a:ln w="25400" cap="flat">
              <a:solidFill>
                <a:schemeClr val="tx2"/>
              </a:solidFill>
              <a:prstDash val="solid"/>
              <a:round/>
            </a:ln>
          </p:spPr>
          <p:txBody>
            <a:bodyPr rtlCol="0" anchor="ctr"/>
            <a:lstStyle/>
            <a:p>
              <a:pPr defTabSz="1219170">
                <a:defRPr/>
              </a:pPr>
              <a:endParaRPr lang="en-US" sz="1600" kern="0" dirty="0">
                <a:solidFill>
                  <a:prstClr val="white"/>
                </a:solidFill>
                <a:latin typeface="メイリオ"/>
                <a:ea typeface="メイリオ"/>
              </a:endParaRPr>
            </a:p>
          </p:txBody>
        </p:sp>
        <p:sp>
          <p:nvSpPr>
            <p:cNvPr id="55" name="Freeform: Shape 45">
              <a:extLst>
                <a:ext uri="{FF2B5EF4-FFF2-40B4-BE49-F238E27FC236}">
                  <a16:creationId xmlns:a16="http://schemas.microsoft.com/office/drawing/2014/main" id="{73C31214-71F4-093B-C75A-B8A7CEA93F26}"/>
                </a:ext>
              </a:extLst>
            </p:cNvPr>
            <p:cNvSpPr/>
            <p:nvPr/>
          </p:nvSpPr>
          <p:spPr>
            <a:xfrm>
              <a:off x="9831038" y="615404"/>
              <a:ext cx="54714" cy="35403"/>
            </a:xfrm>
            <a:custGeom>
              <a:avLst/>
              <a:gdLst>
                <a:gd name="connsiteX0" fmla="*/ 4828 w 54713"/>
                <a:gd name="connsiteY0" fmla="*/ 31863 h 35402"/>
                <a:gd name="connsiteX1" fmla="*/ 50530 w 54713"/>
                <a:gd name="connsiteY1" fmla="*/ 4828 h 35402"/>
              </a:gdLst>
              <a:ahLst/>
              <a:cxnLst>
                <a:cxn ang="0">
                  <a:pos x="connsiteX0" y="connsiteY0"/>
                </a:cxn>
                <a:cxn ang="0">
                  <a:pos x="connsiteX1" y="connsiteY1"/>
                </a:cxn>
              </a:cxnLst>
              <a:rect l="l" t="t" r="r" b="b"/>
              <a:pathLst>
                <a:path w="54713" h="35402">
                  <a:moveTo>
                    <a:pt x="4828" y="31863"/>
                  </a:moveTo>
                  <a:lnTo>
                    <a:pt x="50530" y="4828"/>
                  </a:lnTo>
                </a:path>
              </a:pathLst>
            </a:custGeom>
            <a:ln w="25400" cap="flat">
              <a:solidFill>
                <a:schemeClr val="tx2"/>
              </a:solidFill>
              <a:prstDash val="solid"/>
              <a:round/>
            </a:ln>
          </p:spPr>
          <p:txBody>
            <a:bodyPr rtlCol="0" anchor="ctr"/>
            <a:lstStyle/>
            <a:p>
              <a:pPr defTabSz="1219170">
                <a:defRPr/>
              </a:pPr>
              <a:endParaRPr lang="en-US" sz="1600" kern="0" dirty="0">
                <a:solidFill>
                  <a:prstClr val="white"/>
                </a:solidFill>
                <a:latin typeface="メイリオ"/>
                <a:ea typeface="メイリオ"/>
              </a:endParaRPr>
            </a:p>
          </p:txBody>
        </p:sp>
        <p:sp>
          <p:nvSpPr>
            <p:cNvPr id="56" name="Freeform: Shape 46">
              <a:extLst>
                <a:ext uri="{FF2B5EF4-FFF2-40B4-BE49-F238E27FC236}">
                  <a16:creationId xmlns:a16="http://schemas.microsoft.com/office/drawing/2014/main" id="{B459EE1D-3317-339B-220C-4CC75BA2E790}"/>
                </a:ext>
              </a:extLst>
            </p:cNvPr>
            <p:cNvSpPr/>
            <p:nvPr/>
          </p:nvSpPr>
          <p:spPr>
            <a:xfrm>
              <a:off x="9878671" y="687497"/>
              <a:ext cx="54714" cy="38621"/>
            </a:xfrm>
            <a:custGeom>
              <a:avLst/>
              <a:gdLst>
                <a:gd name="connsiteX0" fmla="*/ 4828 w 54713"/>
                <a:gd name="connsiteY0" fmla="*/ 36690 h 38621"/>
                <a:gd name="connsiteX1" fmla="*/ 52461 w 54713"/>
                <a:gd name="connsiteY1" fmla="*/ 4828 h 38621"/>
              </a:gdLst>
              <a:ahLst/>
              <a:cxnLst>
                <a:cxn ang="0">
                  <a:pos x="connsiteX0" y="connsiteY0"/>
                </a:cxn>
                <a:cxn ang="0">
                  <a:pos x="connsiteX1" y="connsiteY1"/>
                </a:cxn>
              </a:cxnLst>
              <a:rect l="l" t="t" r="r" b="b"/>
              <a:pathLst>
                <a:path w="54713" h="38621">
                  <a:moveTo>
                    <a:pt x="4828" y="36690"/>
                  </a:moveTo>
                  <a:lnTo>
                    <a:pt x="52461" y="4828"/>
                  </a:lnTo>
                </a:path>
              </a:pathLst>
            </a:custGeom>
            <a:ln w="25400" cap="flat">
              <a:solidFill>
                <a:schemeClr val="tx2"/>
              </a:solidFill>
              <a:prstDash val="solid"/>
              <a:round/>
            </a:ln>
          </p:spPr>
          <p:txBody>
            <a:bodyPr rtlCol="0" anchor="ctr"/>
            <a:lstStyle/>
            <a:p>
              <a:pPr defTabSz="1219170">
                <a:defRPr/>
              </a:pPr>
              <a:endParaRPr lang="en-US" sz="1600" kern="0" dirty="0">
                <a:solidFill>
                  <a:prstClr val="white"/>
                </a:solidFill>
                <a:latin typeface="メイリオ"/>
                <a:ea typeface="メイリオ"/>
              </a:endParaRPr>
            </a:p>
          </p:txBody>
        </p:sp>
        <p:sp>
          <p:nvSpPr>
            <p:cNvPr id="57" name="Freeform: Shape 47">
              <a:extLst>
                <a:ext uri="{FF2B5EF4-FFF2-40B4-BE49-F238E27FC236}">
                  <a16:creationId xmlns:a16="http://schemas.microsoft.com/office/drawing/2014/main" id="{3A8FD29E-7E4C-9CDB-CE8D-61D29302BD6F}"/>
                </a:ext>
              </a:extLst>
            </p:cNvPr>
            <p:cNvSpPr/>
            <p:nvPr/>
          </p:nvSpPr>
          <p:spPr>
            <a:xfrm>
              <a:off x="9922120" y="777613"/>
              <a:ext cx="54714" cy="35403"/>
            </a:xfrm>
            <a:custGeom>
              <a:avLst/>
              <a:gdLst>
                <a:gd name="connsiteX0" fmla="*/ 4828 w 54713"/>
                <a:gd name="connsiteY0" fmla="*/ 31863 h 35402"/>
                <a:gd name="connsiteX1" fmla="*/ 50851 w 54713"/>
                <a:gd name="connsiteY1" fmla="*/ 4828 h 35402"/>
              </a:gdLst>
              <a:ahLst/>
              <a:cxnLst>
                <a:cxn ang="0">
                  <a:pos x="connsiteX0" y="connsiteY0"/>
                </a:cxn>
                <a:cxn ang="0">
                  <a:pos x="connsiteX1" y="connsiteY1"/>
                </a:cxn>
              </a:cxnLst>
              <a:rect l="l" t="t" r="r" b="b"/>
              <a:pathLst>
                <a:path w="54713" h="35402">
                  <a:moveTo>
                    <a:pt x="4828" y="31863"/>
                  </a:moveTo>
                  <a:lnTo>
                    <a:pt x="50851" y="4828"/>
                  </a:lnTo>
                </a:path>
              </a:pathLst>
            </a:custGeom>
            <a:ln w="25400" cap="flat">
              <a:solidFill>
                <a:schemeClr val="tx2"/>
              </a:solidFill>
              <a:prstDash val="solid"/>
              <a:round/>
            </a:ln>
          </p:spPr>
          <p:txBody>
            <a:bodyPr rtlCol="0" anchor="ctr"/>
            <a:lstStyle/>
            <a:p>
              <a:pPr defTabSz="1219170">
                <a:defRPr/>
              </a:pPr>
              <a:endParaRPr lang="en-US" sz="1600" kern="0" dirty="0">
                <a:solidFill>
                  <a:prstClr val="white"/>
                </a:solidFill>
                <a:latin typeface="メイリオ"/>
                <a:ea typeface="メイリオ"/>
              </a:endParaRPr>
            </a:p>
          </p:txBody>
        </p:sp>
        <p:sp>
          <p:nvSpPr>
            <p:cNvPr id="58" name="Freeform: Shape 48">
              <a:extLst>
                <a:ext uri="{FF2B5EF4-FFF2-40B4-BE49-F238E27FC236}">
                  <a16:creationId xmlns:a16="http://schemas.microsoft.com/office/drawing/2014/main" id="{72559238-4DCA-FB63-905D-196F3FCCDB0F}"/>
                </a:ext>
              </a:extLst>
            </p:cNvPr>
            <p:cNvSpPr/>
            <p:nvPr/>
          </p:nvSpPr>
          <p:spPr>
            <a:xfrm>
              <a:off x="9918258" y="687497"/>
              <a:ext cx="112646" cy="64369"/>
            </a:xfrm>
            <a:custGeom>
              <a:avLst/>
              <a:gdLst>
                <a:gd name="connsiteX0" fmla="*/ 4828 w 112645"/>
                <a:gd name="connsiteY0" fmla="*/ 60507 h 64368"/>
                <a:gd name="connsiteX1" fmla="*/ 108140 w 112645"/>
                <a:gd name="connsiteY1" fmla="*/ 4828 h 64368"/>
              </a:gdLst>
              <a:ahLst/>
              <a:cxnLst>
                <a:cxn ang="0">
                  <a:pos x="connsiteX0" y="connsiteY0"/>
                </a:cxn>
                <a:cxn ang="0">
                  <a:pos x="connsiteX1" y="connsiteY1"/>
                </a:cxn>
              </a:cxnLst>
              <a:rect l="l" t="t" r="r" b="b"/>
              <a:pathLst>
                <a:path w="112645" h="64368">
                  <a:moveTo>
                    <a:pt x="4828" y="60507"/>
                  </a:moveTo>
                  <a:lnTo>
                    <a:pt x="108140" y="4828"/>
                  </a:lnTo>
                </a:path>
              </a:pathLst>
            </a:custGeom>
            <a:ln w="25400" cap="flat">
              <a:solidFill>
                <a:schemeClr val="tx2"/>
              </a:solidFill>
              <a:prstDash val="solid"/>
              <a:round/>
            </a:ln>
          </p:spPr>
          <p:txBody>
            <a:bodyPr rtlCol="0" anchor="ctr"/>
            <a:lstStyle/>
            <a:p>
              <a:pPr defTabSz="1219170">
                <a:defRPr/>
              </a:pPr>
              <a:endParaRPr lang="en-US" sz="1600" kern="0" dirty="0">
                <a:solidFill>
                  <a:prstClr val="white"/>
                </a:solidFill>
                <a:latin typeface="メイリオ"/>
                <a:ea typeface="メイリオ"/>
              </a:endParaRPr>
            </a:p>
          </p:txBody>
        </p:sp>
        <p:sp>
          <p:nvSpPr>
            <p:cNvPr id="59" name="Freeform: Shape 49">
              <a:extLst>
                <a:ext uri="{FF2B5EF4-FFF2-40B4-BE49-F238E27FC236}">
                  <a16:creationId xmlns:a16="http://schemas.microsoft.com/office/drawing/2014/main" id="{6B76F7DB-F611-B0E7-C776-0C249C7B0C55}"/>
                </a:ext>
              </a:extLst>
            </p:cNvPr>
            <p:cNvSpPr/>
            <p:nvPr/>
          </p:nvSpPr>
          <p:spPr>
            <a:xfrm>
              <a:off x="9878671" y="639864"/>
              <a:ext cx="54714" cy="38621"/>
            </a:xfrm>
            <a:custGeom>
              <a:avLst/>
              <a:gdLst>
                <a:gd name="connsiteX0" fmla="*/ 4828 w 54713"/>
                <a:gd name="connsiteY0" fmla="*/ 36690 h 38621"/>
                <a:gd name="connsiteX1" fmla="*/ 52461 w 54713"/>
                <a:gd name="connsiteY1" fmla="*/ 4828 h 38621"/>
              </a:gdLst>
              <a:ahLst/>
              <a:cxnLst>
                <a:cxn ang="0">
                  <a:pos x="connsiteX0" y="connsiteY0"/>
                </a:cxn>
                <a:cxn ang="0">
                  <a:pos x="connsiteX1" y="connsiteY1"/>
                </a:cxn>
              </a:cxnLst>
              <a:rect l="l" t="t" r="r" b="b"/>
              <a:pathLst>
                <a:path w="54713" h="38621">
                  <a:moveTo>
                    <a:pt x="4828" y="36690"/>
                  </a:moveTo>
                  <a:lnTo>
                    <a:pt x="52461" y="4828"/>
                  </a:lnTo>
                </a:path>
              </a:pathLst>
            </a:custGeom>
            <a:ln w="25400" cap="flat">
              <a:solidFill>
                <a:schemeClr val="tx2"/>
              </a:solidFill>
              <a:prstDash val="solid"/>
              <a:round/>
            </a:ln>
          </p:spPr>
          <p:txBody>
            <a:bodyPr rtlCol="0" anchor="ctr"/>
            <a:lstStyle/>
            <a:p>
              <a:pPr defTabSz="1219170">
                <a:defRPr/>
              </a:pPr>
              <a:endParaRPr lang="en-US" sz="1600" kern="0" dirty="0">
                <a:solidFill>
                  <a:prstClr val="white"/>
                </a:solidFill>
                <a:latin typeface="メイリオ"/>
                <a:ea typeface="メイリオ"/>
              </a:endParaRPr>
            </a:p>
          </p:txBody>
        </p:sp>
        <p:sp>
          <p:nvSpPr>
            <p:cNvPr id="60" name="Freeform: Shape 50">
              <a:extLst>
                <a:ext uri="{FF2B5EF4-FFF2-40B4-BE49-F238E27FC236}">
                  <a16:creationId xmlns:a16="http://schemas.microsoft.com/office/drawing/2014/main" id="{D343F8EC-E604-B182-AC2C-FEE4DD19A149}"/>
                </a:ext>
              </a:extLst>
            </p:cNvPr>
            <p:cNvSpPr/>
            <p:nvPr/>
          </p:nvSpPr>
          <p:spPr>
            <a:xfrm>
              <a:off x="9831038" y="449332"/>
              <a:ext cx="199544" cy="389432"/>
            </a:xfrm>
            <a:custGeom>
              <a:avLst/>
              <a:gdLst>
                <a:gd name="connsiteX0" fmla="*/ 195360 w 199543"/>
                <a:gd name="connsiteY0" fmla="*/ 36368 h 389431"/>
                <a:gd name="connsiteX1" fmla="*/ 147727 w 199543"/>
                <a:gd name="connsiteY1" fmla="*/ 4828 h 389431"/>
                <a:gd name="connsiteX2" fmla="*/ 52461 w 199543"/>
                <a:gd name="connsiteY2" fmla="*/ 60185 h 389431"/>
                <a:gd name="connsiteX3" fmla="*/ 52461 w 199543"/>
                <a:gd name="connsiteY3" fmla="*/ 123588 h 389431"/>
                <a:gd name="connsiteX4" fmla="*/ 4828 w 199543"/>
                <a:gd name="connsiteY4" fmla="*/ 147727 h 389431"/>
                <a:gd name="connsiteX5" fmla="*/ 4828 w 199543"/>
                <a:gd name="connsiteY5" fmla="*/ 197291 h 389431"/>
                <a:gd name="connsiteX6" fmla="*/ 4828 w 199543"/>
                <a:gd name="connsiteY6" fmla="*/ 242993 h 389431"/>
                <a:gd name="connsiteX7" fmla="*/ 52461 w 199543"/>
                <a:gd name="connsiteY7" fmla="*/ 274855 h 389431"/>
                <a:gd name="connsiteX8" fmla="*/ 52461 w 199543"/>
                <a:gd name="connsiteY8" fmla="*/ 330534 h 389431"/>
                <a:gd name="connsiteX9" fmla="*/ 147727 w 199543"/>
                <a:gd name="connsiteY9" fmla="*/ 385892 h 389431"/>
                <a:gd name="connsiteX10" fmla="*/ 195360 w 199543"/>
                <a:gd name="connsiteY10" fmla="*/ 360466 h 389431"/>
                <a:gd name="connsiteX11" fmla="*/ 195360 w 199543"/>
                <a:gd name="connsiteY11" fmla="*/ 195360 h 389431"/>
                <a:gd name="connsiteX12" fmla="*/ 147727 w 199543"/>
                <a:gd name="connsiteY12" fmla="*/ 171543 h 3894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99543" h="389431">
                  <a:moveTo>
                    <a:pt x="195360" y="36368"/>
                  </a:moveTo>
                  <a:lnTo>
                    <a:pt x="147727" y="4828"/>
                  </a:lnTo>
                  <a:lnTo>
                    <a:pt x="52461" y="60185"/>
                  </a:lnTo>
                  <a:lnTo>
                    <a:pt x="52461" y="123588"/>
                  </a:lnTo>
                  <a:lnTo>
                    <a:pt x="4828" y="147727"/>
                  </a:lnTo>
                  <a:lnTo>
                    <a:pt x="4828" y="197291"/>
                  </a:lnTo>
                  <a:lnTo>
                    <a:pt x="4828" y="242993"/>
                  </a:lnTo>
                  <a:lnTo>
                    <a:pt x="52461" y="274855"/>
                  </a:lnTo>
                  <a:lnTo>
                    <a:pt x="52461" y="330534"/>
                  </a:lnTo>
                  <a:lnTo>
                    <a:pt x="147727" y="385892"/>
                  </a:lnTo>
                  <a:lnTo>
                    <a:pt x="195360" y="360466"/>
                  </a:lnTo>
                  <a:lnTo>
                    <a:pt x="195360" y="195360"/>
                  </a:lnTo>
                  <a:lnTo>
                    <a:pt x="147727" y="171543"/>
                  </a:lnTo>
                </a:path>
              </a:pathLst>
            </a:custGeom>
            <a:noFill/>
            <a:ln w="25400" cap="flat">
              <a:solidFill>
                <a:schemeClr val="tx2"/>
              </a:solidFill>
              <a:prstDash val="solid"/>
              <a:round/>
            </a:ln>
          </p:spPr>
          <p:txBody>
            <a:bodyPr rtlCol="0" anchor="ctr"/>
            <a:lstStyle/>
            <a:p>
              <a:pPr defTabSz="1219170">
                <a:defRPr/>
              </a:pPr>
              <a:endParaRPr lang="en-US" sz="1600" kern="0" dirty="0">
                <a:solidFill>
                  <a:prstClr val="white"/>
                </a:solidFill>
                <a:latin typeface="メイリオ"/>
                <a:ea typeface="メイリオ"/>
              </a:endParaRPr>
            </a:p>
          </p:txBody>
        </p:sp>
        <p:sp>
          <p:nvSpPr>
            <p:cNvPr id="61" name="Freeform: Shape 51">
              <a:extLst>
                <a:ext uri="{FF2B5EF4-FFF2-40B4-BE49-F238E27FC236}">
                  <a16:creationId xmlns:a16="http://schemas.microsoft.com/office/drawing/2014/main" id="{929309E9-1FD8-4AC7-F567-1C4E753244A8}"/>
                </a:ext>
              </a:extLst>
            </p:cNvPr>
            <p:cNvSpPr/>
            <p:nvPr/>
          </p:nvSpPr>
          <p:spPr>
            <a:xfrm>
              <a:off x="9926304" y="639864"/>
              <a:ext cx="54714" cy="80461"/>
            </a:xfrm>
            <a:custGeom>
              <a:avLst/>
              <a:gdLst>
                <a:gd name="connsiteX0" fmla="*/ 52461 w 54713"/>
                <a:gd name="connsiteY0" fmla="*/ 76277 h 80461"/>
                <a:gd name="connsiteX1" fmla="*/ 52461 w 54713"/>
                <a:gd name="connsiteY1" fmla="*/ 36690 h 80461"/>
                <a:gd name="connsiteX2" fmla="*/ 4828 w 54713"/>
                <a:gd name="connsiteY2" fmla="*/ 4828 h 80461"/>
              </a:gdLst>
              <a:ahLst/>
              <a:cxnLst>
                <a:cxn ang="0">
                  <a:pos x="connsiteX0" y="connsiteY0"/>
                </a:cxn>
                <a:cxn ang="0">
                  <a:pos x="connsiteX1" y="connsiteY1"/>
                </a:cxn>
                <a:cxn ang="0">
                  <a:pos x="connsiteX2" y="connsiteY2"/>
                </a:cxn>
              </a:cxnLst>
              <a:rect l="l" t="t" r="r" b="b"/>
              <a:pathLst>
                <a:path w="54713" h="80461">
                  <a:moveTo>
                    <a:pt x="52461" y="76277"/>
                  </a:moveTo>
                  <a:lnTo>
                    <a:pt x="52461" y="36690"/>
                  </a:lnTo>
                  <a:lnTo>
                    <a:pt x="4828" y="4828"/>
                  </a:lnTo>
                </a:path>
              </a:pathLst>
            </a:custGeom>
            <a:noFill/>
            <a:ln w="25400" cap="flat">
              <a:solidFill>
                <a:schemeClr val="tx2"/>
              </a:solidFill>
              <a:prstDash val="solid"/>
              <a:round/>
            </a:ln>
          </p:spPr>
          <p:txBody>
            <a:bodyPr rtlCol="0" anchor="ctr"/>
            <a:lstStyle/>
            <a:p>
              <a:pPr defTabSz="1219170">
                <a:defRPr/>
              </a:pPr>
              <a:endParaRPr lang="en-US" sz="1600" kern="0" dirty="0">
                <a:solidFill>
                  <a:prstClr val="white"/>
                </a:solidFill>
                <a:latin typeface="メイリオ"/>
                <a:ea typeface="メイリオ"/>
              </a:endParaRPr>
            </a:p>
          </p:txBody>
        </p:sp>
        <p:sp>
          <p:nvSpPr>
            <p:cNvPr id="62" name="Freeform: Shape 52">
              <a:extLst>
                <a:ext uri="{FF2B5EF4-FFF2-40B4-BE49-F238E27FC236}">
                  <a16:creationId xmlns:a16="http://schemas.microsoft.com/office/drawing/2014/main" id="{10519130-C030-07A1-6F8D-3C47E3C69A17}"/>
                </a:ext>
              </a:extLst>
            </p:cNvPr>
            <p:cNvSpPr/>
            <p:nvPr/>
          </p:nvSpPr>
          <p:spPr>
            <a:xfrm>
              <a:off x="10212102" y="599633"/>
              <a:ext cx="9655" cy="93335"/>
            </a:xfrm>
            <a:custGeom>
              <a:avLst/>
              <a:gdLst>
                <a:gd name="connsiteX0" fmla="*/ 4828 w 9655"/>
                <a:gd name="connsiteY0" fmla="*/ 4828 h 93334"/>
                <a:gd name="connsiteX1" fmla="*/ 4828 w 9655"/>
                <a:gd name="connsiteY1" fmla="*/ 46989 h 93334"/>
                <a:gd name="connsiteX2" fmla="*/ 4828 w 9655"/>
                <a:gd name="connsiteY2" fmla="*/ 89473 h 93334"/>
              </a:gdLst>
              <a:ahLst/>
              <a:cxnLst>
                <a:cxn ang="0">
                  <a:pos x="connsiteX0" y="connsiteY0"/>
                </a:cxn>
                <a:cxn ang="0">
                  <a:pos x="connsiteX1" y="connsiteY1"/>
                </a:cxn>
                <a:cxn ang="0">
                  <a:pos x="connsiteX2" y="connsiteY2"/>
                </a:cxn>
              </a:cxnLst>
              <a:rect l="l" t="t" r="r" b="b"/>
              <a:pathLst>
                <a:path w="9655" h="93334">
                  <a:moveTo>
                    <a:pt x="4828" y="4828"/>
                  </a:moveTo>
                  <a:lnTo>
                    <a:pt x="4828" y="46989"/>
                  </a:lnTo>
                  <a:lnTo>
                    <a:pt x="4828" y="89473"/>
                  </a:lnTo>
                  <a:close/>
                </a:path>
              </a:pathLst>
            </a:custGeom>
            <a:noFill/>
            <a:ln w="25400" cap="flat">
              <a:solidFill>
                <a:schemeClr val="tx2"/>
              </a:solidFill>
              <a:prstDash val="solid"/>
              <a:round/>
            </a:ln>
          </p:spPr>
          <p:txBody>
            <a:bodyPr rtlCol="0" anchor="ctr"/>
            <a:lstStyle/>
            <a:p>
              <a:pPr defTabSz="1219170">
                <a:defRPr/>
              </a:pPr>
              <a:endParaRPr lang="en-US" sz="1600" kern="0" dirty="0">
                <a:solidFill>
                  <a:prstClr val="white"/>
                </a:solidFill>
                <a:latin typeface="メイリオ"/>
                <a:ea typeface="メイリオ"/>
              </a:endParaRPr>
            </a:p>
          </p:txBody>
        </p:sp>
        <p:sp>
          <p:nvSpPr>
            <p:cNvPr id="63" name="Freeform: Shape 53">
              <a:extLst>
                <a:ext uri="{FF2B5EF4-FFF2-40B4-BE49-F238E27FC236}">
                  <a16:creationId xmlns:a16="http://schemas.microsoft.com/office/drawing/2014/main" id="{A8899454-6885-7B5A-AA4A-C78849A1AF71}"/>
                </a:ext>
              </a:extLst>
            </p:cNvPr>
            <p:cNvSpPr/>
            <p:nvPr/>
          </p:nvSpPr>
          <p:spPr>
            <a:xfrm>
              <a:off x="10164469" y="663680"/>
              <a:ext cx="54714" cy="32184"/>
            </a:xfrm>
            <a:custGeom>
              <a:avLst/>
              <a:gdLst>
                <a:gd name="connsiteX0" fmla="*/ 4828 w 54713"/>
                <a:gd name="connsiteY0" fmla="*/ 4828 h 32184"/>
                <a:gd name="connsiteX1" fmla="*/ 52461 w 54713"/>
                <a:gd name="connsiteY1" fmla="*/ 28644 h 32184"/>
              </a:gdLst>
              <a:ahLst/>
              <a:cxnLst>
                <a:cxn ang="0">
                  <a:pos x="connsiteX0" y="connsiteY0"/>
                </a:cxn>
                <a:cxn ang="0">
                  <a:pos x="connsiteX1" y="connsiteY1"/>
                </a:cxn>
              </a:cxnLst>
              <a:rect l="l" t="t" r="r" b="b"/>
              <a:pathLst>
                <a:path w="54713" h="32184">
                  <a:moveTo>
                    <a:pt x="4828" y="4828"/>
                  </a:moveTo>
                  <a:lnTo>
                    <a:pt x="52461" y="28644"/>
                  </a:lnTo>
                </a:path>
              </a:pathLst>
            </a:custGeom>
            <a:ln w="25400" cap="flat">
              <a:solidFill>
                <a:schemeClr val="tx2"/>
              </a:solidFill>
              <a:prstDash val="solid"/>
              <a:round/>
            </a:ln>
          </p:spPr>
          <p:txBody>
            <a:bodyPr rtlCol="0" anchor="ctr"/>
            <a:lstStyle/>
            <a:p>
              <a:pPr defTabSz="1219170">
                <a:defRPr/>
              </a:pPr>
              <a:endParaRPr lang="en-US" sz="1600" kern="0" dirty="0">
                <a:solidFill>
                  <a:prstClr val="white"/>
                </a:solidFill>
                <a:latin typeface="メイリオ"/>
                <a:ea typeface="メイリオ"/>
              </a:endParaRPr>
            </a:p>
          </p:txBody>
        </p:sp>
        <p:sp>
          <p:nvSpPr>
            <p:cNvPr id="64" name="Freeform: Shape 54">
              <a:extLst>
                <a:ext uri="{FF2B5EF4-FFF2-40B4-BE49-F238E27FC236}">
                  <a16:creationId xmlns:a16="http://schemas.microsoft.com/office/drawing/2014/main" id="{7E918074-35DF-1B74-CAA3-03A804FD1337}"/>
                </a:ext>
              </a:extLst>
            </p:cNvPr>
            <p:cNvSpPr/>
            <p:nvPr/>
          </p:nvSpPr>
          <p:spPr>
            <a:xfrm>
              <a:off x="10132928" y="536552"/>
              <a:ext cx="38621" cy="9655"/>
            </a:xfrm>
            <a:custGeom>
              <a:avLst/>
              <a:gdLst>
                <a:gd name="connsiteX0" fmla="*/ 36368 w 38621"/>
                <a:gd name="connsiteY0" fmla="*/ 4828 h 9655"/>
                <a:gd name="connsiteX1" fmla="*/ 4828 w 38621"/>
                <a:gd name="connsiteY1" fmla="*/ 4828 h 9655"/>
              </a:gdLst>
              <a:ahLst/>
              <a:cxnLst>
                <a:cxn ang="0">
                  <a:pos x="connsiteX0" y="connsiteY0"/>
                </a:cxn>
                <a:cxn ang="0">
                  <a:pos x="connsiteX1" y="connsiteY1"/>
                </a:cxn>
              </a:cxnLst>
              <a:rect l="l" t="t" r="r" b="b"/>
              <a:pathLst>
                <a:path w="38621" h="9655">
                  <a:moveTo>
                    <a:pt x="36368" y="4828"/>
                  </a:moveTo>
                  <a:lnTo>
                    <a:pt x="4828" y="4828"/>
                  </a:lnTo>
                </a:path>
              </a:pathLst>
            </a:custGeom>
            <a:ln w="25400" cap="flat">
              <a:solidFill>
                <a:schemeClr val="tx2"/>
              </a:solidFill>
              <a:prstDash val="solid"/>
              <a:round/>
            </a:ln>
          </p:spPr>
          <p:txBody>
            <a:bodyPr rtlCol="0" anchor="ctr"/>
            <a:lstStyle/>
            <a:p>
              <a:pPr defTabSz="1219170">
                <a:defRPr/>
              </a:pPr>
              <a:endParaRPr lang="en-US" sz="1600" kern="0" dirty="0">
                <a:solidFill>
                  <a:prstClr val="white"/>
                </a:solidFill>
                <a:latin typeface="メイリオ"/>
                <a:ea typeface="メイリオ"/>
              </a:endParaRPr>
            </a:p>
          </p:txBody>
        </p:sp>
        <p:sp>
          <p:nvSpPr>
            <p:cNvPr id="65" name="Freeform: Shape 55">
              <a:extLst>
                <a:ext uri="{FF2B5EF4-FFF2-40B4-BE49-F238E27FC236}">
                  <a16:creationId xmlns:a16="http://schemas.microsoft.com/office/drawing/2014/main" id="{DFACC52F-1CF9-4FE1-9C19-72294D7E82E0}"/>
                </a:ext>
              </a:extLst>
            </p:cNvPr>
            <p:cNvSpPr/>
            <p:nvPr/>
          </p:nvSpPr>
          <p:spPr>
            <a:xfrm>
              <a:off x="10021570" y="751222"/>
              <a:ext cx="54714" cy="9655"/>
            </a:xfrm>
            <a:custGeom>
              <a:avLst/>
              <a:gdLst>
                <a:gd name="connsiteX0" fmla="*/ 4828 w 54713"/>
                <a:gd name="connsiteY0" fmla="*/ 4828 h 9655"/>
                <a:gd name="connsiteX1" fmla="*/ 52461 w 54713"/>
                <a:gd name="connsiteY1" fmla="*/ 4828 h 9655"/>
              </a:gdLst>
              <a:ahLst/>
              <a:cxnLst>
                <a:cxn ang="0">
                  <a:pos x="connsiteX0" y="connsiteY0"/>
                </a:cxn>
                <a:cxn ang="0">
                  <a:pos x="connsiteX1" y="connsiteY1"/>
                </a:cxn>
              </a:cxnLst>
              <a:rect l="l" t="t" r="r" b="b"/>
              <a:pathLst>
                <a:path w="54713" h="9655">
                  <a:moveTo>
                    <a:pt x="4828" y="4828"/>
                  </a:moveTo>
                  <a:lnTo>
                    <a:pt x="52461" y="4828"/>
                  </a:lnTo>
                </a:path>
              </a:pathLst>
            </a:custGeom>
            <a:ln w="25400" cap="flat">
              <a:solidFill>
                <a:schemeClr val="tx2"/>
              </a:solidFill>
              <a:prstDash val="solid"/>
              <a:round/>
            </a:ln>
          </p:spPr>
          <p:txBody>
            <a:bodyPr rtlCol="0" anchor="ctr"/>
            <a:lstStyle/>
            <a:p>
              <a:pPr defTabSz="1219170">
                <a:defRPr/>
              </a:pPr>
              <a:endParaRPr lang="en-US" sz="1600" kern="0" dirty="0">
                <a:solidFill>
                  <a:prstClr val="white"/>
                </a:solidFill>
                <a:latin typeface="メイリオ"/>
                <a:ea typeface="メイリオ"/>
              </a:endParaRPr>
            </a:p>
          </p:txBody>
        </p:sp>
        <p:sp>
          <p:nvSpPr>
            <p:cNvPr id="66" name="Freeform: Shape 56">
              <a:extLst>
                <a:ext uri="{FF2B5EF4-FFF2-40B4-BE49-F238E27FC236}">
                  <a16:creationId xmlns:a16="http://schemas.microsoft.com/office/drawing/2014/main" id="{5AE4A534-B146-342B-E54B-A5EFAAF81D2F}"/>
                </a:ext>
              </a:extLst>
            </p:cNvPr>
            <p:cNvSpPr/>
            <p:nvPr/>
          </p:nvSpPr>
          <p:spPr>
            <a:xfrm>
              <a:off x="10101065" y="520781"/>
              <a:ext cx="38621" cy="38621"/>
            </a:xfrm>
            <a:custGeom>
              <a:avLst/>
              <a:gdLst>
                <a:gd name="connsiteX0" fmla="*/ 36368 w 38621"/>
                <a:gd name="connsiteY0" fmla="*/ 20598 h 38621"/>
                <a:gd name="connsiteX1" fmla="*/ 20598 w 38621"/>
                <a:gd name="connsiteY1" fmla="*/ 36368 h 38621"/>
                <a:gd name="connsiteX2" fmla="*/ 4828 w 38621"/>
                <a:gd name="connsiteY2" fmla="*/ 20598 h 38621"/>
                <a:gd name="connsiteX3" fmla="*/ 20598 w 38621"/>
                <a:gd name="connsiteY3" fmla="*/ 4828 h 38621"/>
                <a:gd name="connsiteX4" fmla="*/ 36368 w 38621"/>
                <a:gd name="connsiteY4" fmla="*/ 20598 h 386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621" h="38621">
                  <a:moveTo>
                    <a:pt x="36368" y="20598"/>
                  </a:moveTo>
                  <a:cubicBezTo>
                    <a:pt x="36368" y="29308"/>
                    <a:pt x="29308" y="36368"/>
                    <a:pt x="20598" y="36368"/>
                  </a:cubicBezTo>
                  <a:cubicBezTo>
                    <a:pt x="11888" y="36368"/>
                    <a:pt x="4828" y="29308"/>
                    <a:pt x="4828" y="20598"/>
                  </a:cubicBezTo>
                  <a:cubicBezTo>
                    <a:pt x="4828" y="11888"/>
                    <a:pt x="11888" y="4828"/>
                    <a:pt x="20598" y="4828"/>
                  </a:cubicBezTo>
                  <a:cubicBezTo>
                    <a:pt x="29308" y="4828"/>
                    <a:pt x="36368" y="11888"/>
                    <a:pt x="36368" y="20598"/>
                  </a:cubicBezTo>
                  <a:close/>
                </a:path>
              </a:pathLst>
            </a:custGeom>
            <a:noFill/>
            <a:ln w="25400" cap="flat">
              <a:solidFill>
                <a:schemeClr val="tx2"/>
              </a:solidFill>
              <a:prstDash val="solid"/>
              <a:round/>
            </a:ln>
          </p:spPr>
          <p:txBody>
            <a:bodyPr rtlCol="0" anchor="ctr"/>
            <a:lstStyle/>
            <a:p>
              <a:pPr defTabSz="1219170">
                <a:defRPr/>
              </a:pPr>
              <a:endParaRPr lang="en-US" sz="1600" kern="0" dirty="0">
                <a:solidFill>
                  <a:prstClr val="white"/>
                </a:solidFill>
                <a:latin typeface="メイリオ"/>
                <a:ea typeface="メイリオ"/>
              </a:endParaRPr>
            </a:p>
          </p:txBody>
        </p:sp>
        <p:sp>
          <p:nvSpPr>
            <p:cNvPr id="67" name="Freeform: Shape 57">
              <a:extLst>
                <a:ext uri="{FF2B5EF4-FFF2-40B4-BE49-F238E27FC236}">
                  <a16:creationId xmlns:a16="http://schemas.microsoft.com/office/drawing/2014/main" id="{EB2102AA-25EE-A45A-BF85-D5F58B3A8E86}"/>
                </a:ext>
              </a:extLst>
            </p:cNvPr>
            <p:cNvSpPr/>
            <p:nvPr/>
          </p:nvSpPr>
          <p:spPr>
            <a:xfrm>
              <a:off x="10132928" y="639864"/>
              <a:ext cx="38621" cy="38621"/>
            </a:xfrm>
            <a:custGeom>
              <a:avLst/>
              <a:gdLst>
                <a:gd name="connsiteX0" fmla="*/ 36368 w 38621"/>
                <a:gd name="connsiteY0" fmla="*/ 20598 h 38621"/>
                <a:gd name="connsiteX1" fmla="*/ 20598 w 38621"/>
                <a:gd name="connsiteY1" fmla="*/ 36368 h 38621"/>
                <a:gd name="connsiteX2" fmla="*/ 4828 w 38621"/>
                <a:gd name="connsiteY2" fmla="*/ 20598 h 38621"/>
                <a:gd name="connsiteX3" fmla="*/ 20598 w 38621"/>
                <a:gd name="connsiteY3" fmla="*/ 4828 h 38621"/>
                <a:gd name="connsiteX4" fmla="*/ 36368 w 38621"/>
                <a:gd name="connsiteY4" fmla="*/ 20598 h 386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621" h="38621">
                  <a:moveTo>
                    <a:pt x="36368" y="20598"/>
                  </a:moveTo>
                  <a:cubicBezTo>
                    <a:pt x="36368" y="29308"/>
                    <a:pt x="29308" y="36368"/>
                    <a:pt x="20598" y="36368"/>
                  </a:cubicBezTo>
                  <a:cubicBezTo>
                    <a:pt x="11888" y="36368"/>
                    <a:pt x="4828" y="29308"/>
                    <a:pt x="4828" y="20598"/>
                  </a:cubicBezTo>
                  <a:cubicBezTo>
                    <a:pt x="4828" y="11888"/>
                    <a:pt x="11888" y="4828"/>
                    <a:pt x="20598" y="4828"/>
                  </a:cubicBezTo>
                  <a:cubicBezTo>
                    <a:pt x="29308" y="4828"/>
                    <a:pt x="36368" y="11888"/>
                    <a:pt x="36368" y="20598"/>
                  </a:cubicBezTo>
                  <a:close/>
                </a:path>
              </a:pathLst>
            </a:custGeom>
            <a:noFill/>
            <a:ln w="25400" cap="flat">
              <a:solidFill>
                <a:schemeClr val="tx2"/>
              </a:solidFill>
              <a:prstDash val="solid"/>
              <a:round/>
            </a:ln>
          </p:spPr>
          <p:txBody>
            <a:bodyPr rtlCol="0" anchor="ctr"/>
            <a:lstStyle/>
            <a:p>
              <a:pPr defTabSz="1219170">
                <a:defRPr/>
              </a:pPr>
              <a:endParaRPr lang="en-US" sz="1600" kern="0" dirty="0">
                <a:solidFill>
                  <a:prstClr val="white"/>
                </a:solidFill>
                <a:latin typeface="メイリオ"/>
                <a:ea typeface="メイリオ"/>
              </a:endParaRPr>
            </a:p>
          </p:txBody>
        </p:sp>
        <p:sp>
          <p:nvSpPr>
            <p:cNvPr id="68" name="Freeform: Shape 58">
              <a:extLst>
                <a:ext uri="{FF2B5EF4-FFF2-40B4-BE49-F238E27FC236}">
                  <a16:creationId xmlns:a16="http://schemas.microsoft.com/office/drawing/2014/main" id="{970D8E35-C8C9-C5A5-B645-6983516D532C}"/>
                </a:ext>
              </a:extLst>
            </p:cNvPr>
            <p:cNvSpPr/>
            <p:nvPr/>
          </p:nvSpPr>
          <p:spPr>
            <a:xfrm>
              <a:off x="10069203" y="600277"/>
              <a:ext cx="38621" cy="38621"/>
            </a:xfrm>
            <a:custGeom>
              <a:avLst/>
              <a:gdLst>
                <a:gd name="connsiteX0" fmla="*/ 36368 w 38621"/>
                <a:gd name="connsiteY0" fmla="*/ 20598 h 38621"/>
                <a:gd name="connsiteX1" fmla="*/ 20598 w 38621"/>
                <a:gd name="connsiteY1" fmla="*/ 36368 h 38621"/>
                <a:gd name="connsiteX2" fmla="*/ 4828 w 38621"/>
                <a:gd name="connsiteY2" fmla="*/ 20598 h 38621"/>
                <a:gd name="connsiteX3" fmla="*/ 20598 w 38621"/>
                <a:gd name="connsiteY3" fmla="*/ 4828 h 38621"/>
                <a:gd name="connsiteX4" fmla="*/ 36368 w 38621"/>
                <a:gd name="connsiteY4" fmla="*/ 20598 h 386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621" h="38621">
                  <a:moveTo>
                    <a:pt x="36368" y="20598"/>
                  </a:moveTo>
                  <a:cubicBezTo>
                    <a:pt x="36368" y="29308"/>
                    <a:pt x="29308" y="36368"/>
                    <a:pt x="20598" y="36368"/>
                  </a:cubicBezTo>
                  <a:cubicBezTo>
                    <a:pt x="11888" y="36368"/>
                    <a:pt x="4828" y="29308"/>
                    <a:pt x="4828" y="20598"/>
                  </a:cubicBezTo>
                  <a:cubicBezTo>
                    <a:pt x="4828" y="11888"/>
                    <a:pt x="11888" y="4828"/>
                    <a:pt x="20598" y="4828"/>
                  </a:cubicBezTo>
                  <a:cubicBezTo>
                    <a:pt x="29308" y="4828"/>
                    <a:pt x="36368" y="11888"/>
                    <a:pt x="36368" y="20598"/>
                  </a:cubicBezTo>
                  <a:close/>
                </a:path>
              </a:pathLst>
            </a:custGeom>
            <a:noFill/>
            <a:ln w="25400" cap="flat">
              <a:solidFill>
                <a:schemeClr val="tx2"/>
              </a:solidFill>
              <a:prstDash val="solid"/>
              <a:round/>
            </a:ln>
          </p:spPr>
          <p:txBody>
            <a:bodyPr rtlCol="0" anchor="ctr"/>
            <a:lstStyle/>
            <a:p>
              <a:pPr defTabSz="1219170">
                <a:defRPr/>
              </a:pPr>
              <a:endParaRPr lang="en-US" sz="1600" kern="0" dirty="0">
                <a:solidFill>
                  <a:prstClr val="white"/>
                </a:solidFill>
                <a:latin typeface="メイリオ"/>
                <a:ea typeface="メイリオ"/>
              </a:endParaRPr>
            </a:p>
          </p:txBody>
        </p:sp>
        <p:sp>
          <p:nvSpPr>
            <p:cNvPr id="69" name="Freeform: Shape 59">
              <a:extLst>
                <a:ext uri="{FF2B5EF4-FFF2-40B4-BE49-F238E27FC236}">
                  <a16:creationId xmlns:a16="http://schemas.microsoft.com/office/drawing/2014/main" id="{BDAE47B8-974F-64BC-312A-C7C8119E63FF}"/>
                </a:ext>
              </a:extLst>
            </p:cNvPr>
            <p:cNvSpPr/>
            <p:nvPr/>
          </p:nvSpPr>
          <p:spPr>
            <a:xfrm>
              <a:off x="10069203" y="735452"/>
              <a:ext cx="38621" cy="38621"/>
            </a:xfrm>
            <a:custGeom>
              <a:avLst/>
              <a:gdLst>
                <a:gd name="connsiteX0" fmla="*/ 36368 w 38621"/>
                <a:gd name="connsiteY0" fmla="*/ 20598 h 38621"/>
                <a:gd name="connsiteX1" fmla="*/ 20598 w 38621"/>
                <a:gd name="connsiteY1" fmla="*/ 36368 h 38621"/>
                <a:gd name="connsiteX2" fmla="*/ 4828 w 38621"/>
                <a:gd name="connsiteY2" fmla="*/ 20598 h 38621"/>
                <a:gd name="connsiteX3" fmla="*/ 20598 w 38621"/>
                <a:gd name="connsiteY3" fmla="*/ 4828 h 38621"/>
                <a:gd name="connsiteX4" fmla="*/ 36368 w 38621"/>
                <a:gd name="connsiteY4" fmla="*/ 20598 h 386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621" h="38621">
                  <a:moveTo>
                    <a:pt x="36368" y="20598"/>
                  </a:moveTo>
                  <a:cubicBezTo>
                    <a:pt x="36368" y="29308"/>
                    <a:pt x="29308" y="36368"/>
                    <a:pt x="20598" y="36368"/>
                  </a:cubicBezTo>
                  <a:cubicBezTo>
                    <a:pt x="11888" y="36368"/>
                    <a:pt x="4828" y="29308"/>
                    <a:pt x="4828" y="20598"/>
                  </a:cubicBezTo>
                  <a:cubicBezTo>
                    <a:pt x="4828" y="11888"/>
                    <a:pt x="11888" y="4828"/>
                    <a:pt x="20598" y="4828"/>
                  </a:cubicBezTo>
                  <a:cubicBezTo>
                    <a:pt x="29308" y="4828"/>
                    <a:pt x="36368" y="11888"/>
                    <a:pt x="36368" y="20598"/>
                  </a:cubicBezTo>
                  <a:close/>
                </a:path>
              </a:pathLst>
            </a:custGeom>
            <a:noFill/>
            <a:ln w="25400" cap="flat">
              <a:solidFill>
                <a:schemeClr val="tx2"/>
              </a:solidFill>
              <a:prstDash val="solid"/>
              <a:round/>
            </a:ln>
          </p:spPr>
          <p:txBody>
            <a:bodyPr rtlCol="0" anchor="ctr"/>
            <a:lstStyle/>
            <a:p>
              <a:pPr defTabSz="1219170">
                <a:defRPr/>
              </a:pPr>
              <a:endParaRPr lang="en-US" sz="1600" kern="0" dirty="0">
                <a:solidFill>
                  <a:prstClr val="white"/>
                </a:solidFill>
                <a:latin typeface="メイリオ"/>
                <a:ea typeface="メイリオ"/>
              </a:endParaRPr>
            </a:p>
          </p:txBody>
        </p:sp>
        <p:sp>
          <p:nvSpPr>
            <p:cNvPr id="70" name="Freeform: Shape 60">
              <a:extLst>
                <a:ext uri="{FF2B5EF4-FFF2-40B4-BE49-F238E27FC236}">
                  <a16:creationId xmlns:a16="http://schemas.microsoft.com/office/drawing/2014/main" id="{7AD8F816-CC08-8F1A-B750-67C96EB25FC4}"/>
                </a:ext>
              </a:extLst>
            </p:cNvPr>
            <p:cNvSpPr/>
            <p:nvPr/>
          </p:nvSpPr>
          <p:spPr>
            <a:xfrm>
              <a:off x="10021570" y="449332"/>
              <a:ext cx="199544" cy="389432"/>
            </a:xfrm>
            <a:custGeom>
              <a:avLst/>
              <a:gdLst>
                <a:gd name="connsiteX0" fmla="*/ 52461 w 199543"/>
                <a:gd name="connsiteY0" fmla="*/ 163497 h 389431"/>
                <a:gd name="connsiteX1" fmla="*/ 4828 w 199543"/>
                <a:gd name="connsiteY1" fmla="*/ 131956 h 389431"/>
                <a:gd name="connsiteX2" fmla="*/ 4828 w 199543"/>
                <a:gd name="connsiteY2" fmla="*/ 36368 h 389431"/>
                <a:gd name="connsiteX3" fmla="*/ 52461 w 199543"/>
                <a:gd name="connsiteY3" fmla="*/ 4828 h 389431"/>
                <a:gd name="connsiteX4" fmla="*/ 147727 w 199543"/>
                <a:gd name="connsiteY4" fmla="*/ 61794 h 389431"/>
                <a:gd name="connsiteX5" fmla="*/ 147727 w 199543"/>
                <a:gd name="connsiteY5" fmla="*/ 123588 h 389431"/>
                <a:gd name="connsiteX6" fmla="*/ 195360 w 199543"/>
                <a:gd name="connsiteY6" fmla="*/ 150623 h 389431"/>
                <a:gd name="connsiteX7" fmla="*/ 195360 w 199543"/>
                <a:gd name="connsiteY7" fmla="*/ 197291 h 389431"/>
                <a:gd name="connsiteX8" fmla="*/ 195360 w 199543"/>
                <a:gd name="connsiteY8" fmla="*/ 242993 h 389431"/>
                <a:gd name="connsiteX9" fmla="*/ 147727 w 199543"/>
                <a:gd name="connsiteY9" fmla="*/ 274855 h 389431"/>
                <a:gd name="connsiteX10" fmla="*/ 147727 w 199543"/>
                <a:gd name="connsiteY10" fmla="*/ 330534 h 389431"/>
                <a:gd name="connsiteX11" fmla="*/ 52461 w 199543"/>
                <a:gd name="connsiteY11" fmla="*/ 385892 h 389431"/>
                <a:gd name="connsiteX12" fmla="*/ 4828 w 199543"/>
                <a:gd name="connsiteY12" fmla="*/ 362075 h 389431"/>
                <a:gd name="connsiteX13" fmla="*/ 4828 w 199543"/>
                <a:gd name="connsiteY13" fmla="*/ 197934 h 3894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99543" h="389431">
                  <a:moveTo>
                    <a:pt x="52461" y="163497"/>
                  </a:moveTo>
                  <a:lnTo>
                    <a:pt x="4828" y="131956"/>
                  </a:lnTo>
                  <a:lnTo>
                    <a:pt x="4828" y="36368"/>
                  </a:lnTo>
                  <a:lnTo>
                    <a:pt x="52461" y="4828"/>
                  </a:lnTo>
                  <a:lnTo>
                    <a:pt x="147727" y="61794"/>
                  </a:lnTo>
                  <a:lnTo>
                    <a:pt x="147727" y="123588"/>
                  </a:lnTo>
                  <a:lnTo>
                    <a:pt x="195360" y="150623"/>
                  </a:lnTo>
                  <a:lnTo>
                    <a:pt x="195360" y="197291"/>
                  </a:lnTo>
                  <a:lnTo>
                    <a:pt x="195360" y="242993"/>
                  </a:lnTo>
                  <a:lnTo>
                    <a:pt x="147727" y="274855"/>
                  </a:lnTo>
                  <a:lnTo>
                    <a:pt x="147727" y="330534"/>
                  </a:lnTo>
                  <a:lnTo>
                    <a:pt x="52461" y="385892"/>
                  </a:lnTo>
                  <a:lnTo>
                    <a:pt x="4828" y="362075"/>
                  </a:lnTo>
                  <a:lnTo>
                    <a:pt x="4828" y="197934"/>
                  </a:lnTo>
                </a:path>
              </a:pathLst>
            </a:custGeom>
            <a:noFill/>
            <a:ln w="25400" cap="flat">
              <a:solidFill>
                <a:schemeClr val="tx2"/>
              </a:solidFill>
              <a:prstDash val="solid"/>
              <a:round/>
            </a:ln>
          </p:spPr>
          <p:txBody>
            <a:bodyPr rtlCol="0" anchor="ctr"/>
            <a:lstStyle/>
            <a:p>
              <a:pPr defTabSz="1219170">
                <a:defRPr/>
              </a:pPr>
              <a:endParaRPr lang="en-US" sz="1600" kern="0" dirty="0">
                <a:solidFill>
                  <a:prstClr val="white"/>
                </a:solidFill>
                <a:latin typeface="メイリオ"/>
                <a:ea typeface="メイリオ"/>
              </a:endParaRPr>
            </a:p>
          </p:txBody>
        </p:sp>
      </p:grpSp>
      <p:sp>
        <p:nvSpPr>
          <p:cNvPr id="71" name="TextBox 3">
            <a:extLst>
              <a:ext uri="{FF2B5EF4-FFF2-40B4-BE49-F238E27FC236}">
                <a16:creationId xmlns:a16="http://schemas.microsoft.com/office/drawing/2014/main" id="{65A052B7-B3F9-DABE-83A3-D7FC50F7871B}"/>
              </a:ext>
            </a:extLst>
          </p:cNvPr>
          <p:cNvSpPr txBox="1"/>
          <p:nvPr/>
        </p:nvSpPr>
        <p:spPr>
          <a:xfrm>
            <a:off x="5600177" y="4088557"/>
            <a:ext cx="853241" cy="328295"/>
          </a:xfrm>
          <a:prstGeom prst="rect">
            <a:avLst/>
          </a:prstGeom>
          <a:noFill/>
          <a:ln>
            <a:noFill/>
          </a:ln>
        </p:spPr>
        <p:txBody>
          <a:bodyPr wrap="none" lIns="48000" tIns="48000" rIns="0" bIns="48000" rtlCol="0">
            <a:noAutofit/>
          </a:bodyPr>
          <a:lstStyle/>
          <a:p>
            <a:pPr algn="ctr" defTabSz="609585">
              <a:defRPr/>
            </a:pPr>
            <a:r>
              <a:rPr lang="ja-JP" altLang="en-US" sz="1467">
                <a:solidFill>
                  <a:srgbClr val="FFFFFF"/>
                </a:solidFill>
                <a:latin typeface="メイリオ"/>
                <a:ea typeface="メイリオ"/>
              </a:rPr>
              <a:t>生成</a:t>
            </a:r>
            <a:r>
              <a:rPr lang="en" altLang="ja-JP" sz="1467" dirty="0">
                <a:solidFill>
                  <a:srgbClr val="FFFFFF"/>
                </a:solidFill>
                <a:latin typeface="メイリオ"/>
                <a:ea typeface="メイリオ"/>
              </a:rPr>
              <a:t>AI</a:t>
            </a:r>
            <a:r>
              <a:rPr lang="ja-JP" altLang="en-US" sz="1467">
                <a:solidFill>
                  <a:srgbClr val="FFFFFF"/>
                </a:solidFill>
                <a:latin typeface="メイリオ"/>
                <a:ea typeface="メイリオ"/>
              </a:rPr>
              <a:t>アプリケーション</a:t>
            </a:r>
            <a:endParaRPr lang="en-US" altLang="ja-JP" sz="1467" dirty="0">
              <a:solidFill>
                <a:srgbClr val="FFFFFF"/>
              </a:solidFill>
              <a:latin typeface="メイリオ"/>
              <a:ea typeface="メイリオ"/>
            </a:endParaRPr>
          </a:p>
        </p:txBody>
      </p:sp>
      <p:pic>
        <p:nvPicPr>
          <p:cNvPr id="72" name="Graphic 23">
            <a:extLst>
              <a:ext uri="{FF2B5EF4-FFF2-40B4-BE49-F238E27FC236}">
                <a16:creationId xmlns:a16="http://schemas.microsoft.com/office/drawing/2014/main" id="{46868BB1-C9E0-FA78-5996-8ADFD42A579C}"/>
              </a:ext>
            </a:extLst>
          </p:cNvPr>
          <p:cNvPicPr>
            <a:picLocks noChangeAspect="1" noChangeArrowheads="1"/>
          </p:cNvPicPr>
          <p:nvPr/>
        </p:nvPicPr>
        <p:blipFill>
          <a:blip r:embed="rId7">
            <a:extLst>
              <a:ext uri="{96DAC541-7B7A-43D3-8B79-37D633B846F1}">
                <asvg:svgBlip xmlns:asvg="http://schemas.microsoft.com/office/drawing/2016/SVG/main" r:embed="rId8"/>
              </a:ext>
            </a:extLst>
          </a:blip>
          <a:srcRect/>
          <a:stretch/>
        </p:blipFill>
        <p:spPr bwMode="auto">
          <a:xfrm flipH="1">
            <a:off x="5738796" y="1924597"/>
            <a:ext cx="576000" cy="576000"/>
          </a:xfrm>
          <a:prstGeom prst="rect">
            <a:avLst/>
          </a:prstGeom>
          <a:noFill/>
          <a:ln>
            <a:noFill/>
          </a:ln>
          <a:extLst>
            <a:ext uri="{909E8E84-426E-40DD-AFC4-6F175D3DCCD1}">
              <a14:hiddenFill xmlns:a14="http://schemas.microsoft.com/office/drawing/2010/main">
                <a:solidFill>
                  <a:srgbClr val="FFFFFF"/>
                </a:solidFill>
              </a14:hiddenFill>
            </a:ext>
          </a:extLst>
        </p:spPr>
      </p:pic>
      <p:sp>
        <p:nvSpPr>
          <p:cNvPr id="73" name="TextBox 64">
            <a:extLst>
              <a:ext uri="{FF2B5EF4-FFF2-40B4-BE49-F238E27FC236}">
                <a16:creationId xmlns:a16="http://schemas.microsoft.com/office/drawing/2014/main" id="{ED0B068E-5CF8-9E45-AC3F-1CD9B3368672}"/>
              </a:ext>
            </a:extLst>
          </p:cNvPr>
          <p:cNvSpPr txBox="1"/>
          <p:nvPr/>
        </p:nvSpPr>
        <p:spPr>
          <a:xfrm>
            <a:off x="6459594" y="2099975"/>
            <a:ext cx="1312859" cy="318100"/>
          </a:xfrm>
          <a:prstGeom prst="rect">
            <a:avLst/>
          </a:prstGeom>
          <a:noFill/>
          <a:ln>
            <a:noFill/>
          </a:ln>
        </p:spPr>
        <p:txBody>
          <a:bodyPr wrap="none" lIns="0" rIns="0" rtlCol="0" anchor="t">
            <a:spAutoFit/>
          </a:bodyPr>
          <a:lstStyle/>
          <a:p>
            <a:pPr algn="ctr" defTabSz="609585"/>
            <a:r>
              <a:rPr lang="ja-JP" altLang="en-US" sz="1467">
                <a:solidFill>
                  <a:srgbClr val="FFFFFF"/>
                </a:solidFill>
                <a:latin typeface="メイリオ"/>
                <a:ea typeface="メイリオ"/>
              </a:rPr>
              <a:t>エンドユーザー</a:t>
            </a:r>
            <a:endParaRPr lang="en-JP" sz="1467" dirty="0">
              <a:solidFill>
                <a:srgbClr val="FFFFFF"/>
              </a:solidFill>
              <a:latin typeface="メイリオ"/>
              <a:ea typeface="メイリオ"/>
            </a:endParaRPr>
          </a:p>
        </p:txBody>
      </p:sp>
      <p:pic>
        <p:nvPicPr>
          <p:cNvPr id="74" name="Graphic 35">
            <a:extLst>
              <a:ext uri="{FF2B5EF4-FFF2-40B4-BE49-F238E27FC236}">
                <a16:creationId xmlns:a16="http://schemas.microsoft.com/office/drawing/2014/main" id="{15F9502E-2A0A-D97B-EE14-7AF4A5F70A07}"/>
              </a:ext>
            </a:extLst>
          </p:cNvPr>
          <p:cNvPicPr>
            <a:picLocks noChangeAspect="1"/>
          </p:cNvPicPr>
          <p:nvPr/>
        </p:nvPicPr>
        <p:blipFill>
          <a:blip r:embed="rId9">
            <a:extLst>
              <a:ext uri="{96DAC541-7B7A-43D3-8B79-37D633B846F1}">
                <asvg:svgBlip xmlns:asvg="http://schemas.microsoft.com/office/drawing/2016/SVG/main" r:embed="rId10"/>
              </a:ext>
            </a:extLst>
          </a:blip>
          <a:srcRect/>
          <a:stretch/>
        </p:blipFill>
        <p:spPr>
          <a:xfrm>
            <a:off x="3313851" y="2611092"/>
            <a:ext cx="384000" cy="384000"/>
          </a:xfrm>
          <a:prstGeom prst="rect">
            <a:avLst/>
          </a:prstGeom>
        </p:spPr>
      </p:pic>
      <p:sp>
        <p:nvSpPr>
          <p:cNvPr id="75" name="Rectangle 40">
            <a:extLst>
              <a:ext uri="{FF2B5EF4-FFF2-40B4-BE49-F238E27FC236}">
                <a16:creationId xmlns:a16="http://schemas.microsoft.com/office/drawing/2014/main" id="{86D08D83-8256-BD8F-1F66-64DEA6262EBF}"/>
              </a:ext>
            </a:extLst>
          </p:cNvPr>
          <p:cNvSpPr/>
          <p:nvPr/>
        </p:nvSpPr>
        <p:spPr>
          <a:xfrm>
            <a:off x="4507245" y="4805513"/>
            <a:ext cx="3039105" cy="1247601"/>
          </a:xfrm>
          <a:prstGeom prst="rect">
            <a:avLst/>
          </a:prstGeom>
          <a:noFill/>
          <a:ln w="15875">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wrap="none" lIns="432000" tIns="48000"/>
          <a:lstStyle/>
          <a:p>
            <a:pPr defTabSz="609585">
              <a:defRPr/>
            </a:pPr>
            <a:r>
              <a:rPr lang="en-US" sz="1600" dirty="0">
                <a:ln w="0"/>
                <a:solidFill>
                  <a:srgbClr val="FFFFFF"/>
                </a:solidFill>
                <a:latin typeface="メイリオ"/>
                <a:ea typeface="メイリオ"/>
                <a:cs typeface="Arial" panose="020B0604020202020204" pitchFamily="34" charset="0"/>
              </a:rPr>
              <a:t>Amazon</a:t>
            </a:r>
            <a:br>
              <a:rPr lang="en-US" sz="1600" dirty="0">
                <a:ln w="0"/>
                <a:solidFill>
                  <a:srgbClr val="FFFFFF"/>
                </a:solidFill>
                <a:latin typeface="メイリオ"/>
                <a:ea typeface="メイリオ"/>
                <a:cs typeface="Arial" panose="020B0604020202020204" pitchFamily="34" charset="0"/>
              </a:rPr>
            </a:br>
            <a:r>
              <a:rPr lang="en-US" sz="1600" dirty="0">
                <a:ln w="0"/>
                <a:solidFill>
                  <a:srgbClr val="FFFFFF"/>
                </a:solidFill>
                <a:latin typeface="メイリオ"/>
                <a:ea typeface="メイリオ"/>
                <a:cs typeface="Arial" panose="020B0604020202020204" pitchFamily="34" charset="0"/>
              </a:rPr>
              <a:t>Bedrock</a:t>
            </a:r>
          </a:p>
        </p:txBody>
      </p:sp>
      <p:sp>
        <p:nvSpPr>
          <p:cNvPr id="76" name="Rectangle 40">
            <a:extLst>
              <a:ext uri="{FF2B5EF4-FFF2-40B4-BE49-F238E27FC236}">
                <a16:creationId xmlns:a16="http://schemas.microsoft.com/office/drawing/2014/main" id="{1FE23084-4F51-7F42-33C2-9900D664D13D}"/>
              </a:ext>
            </a:extLst>
          </p:cNvPr>
          <p:cNvSpPr/>
          <p:nvPr/>
        </p:nvSpPr>
        <p:spPr>
          <a:xfrm>
            <a:off x="3328930" y="2619022"/>
            <a:ext cx="5395735" cy="3601156"/>
          </a:xfrm>
          <a:prstGeom prst="rect">
            <a:avLst/>
          </a:prstGeom>
          <a:noFill/>
          <a:ln w="15875">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wrap="none" lIns="528000" tIns="121920"/>
          <a:lstStyle/>
          <a:p>
            <a:pPr defTabSz="609585">
              <a:defRPr/>
            </a:pPr>
            <a:r>
              <a:rPr lang="en-US" sz="1600" dirty="0">
                <a:solidFill>
                  <a:srgbClr val="FFFFFF"/>
                </a:solidFill>
                <a:latin typeface="メイリオ"/>
                <a:ea typeface="メイリオ"/>
                <a:cs typeface="Arial" panose="020B0604020202020204" pitchFamily="34" charset="0"/>
              </a:rPr>
              <a:t>AWS</a:t>
            </a:r>
          </a:p>
        </p:txBody>
      </p:sp>
      <p:cxnSp>
        <p:nvCxnSpPr>
          <p:cNvPr id="77" name="カギ線コネクタ 29">
            <a:extLst>
              <a:ext uri="{FF2B5EF4-FFF2-40B4-BE49-F238E27FC236}">
                <a16:creationId xmlns:a16="http://schemas.microsoft.com/office/drawing/2014/main" id="{EE0064CC-0E0C-5804-D0E0-9B306B6A4692}"/>
              </a:ext>
            </a:extLst>
          </p:cNvPr>
          <p:cNvCxnSpPr>
            <a:cxnSpLocks/>
            <a:stCxn id="72" idx="2"/>
            <a:endCxn id="49" idx="0"/>
          </p:cNvCxnSpPr>
          <p:nvPr/>
        </p:nvCxnSpPr>
        <p:spPr>
          <a:xfrm>
            <a:off x="6026796" y="2500598"/>
            <a:ext cx="0" cy="953956"/>
          </a:xfrm>
          <a:prstGeom prst="straightConnector1">
            <a:avLst/>
          </a:prstGeom>
          <a:ln w="19050">
            <a:solidFill>
              <a:schemeClr val="tx2"/>
            </a:solidFill>
            <a:tailEnd type="triangle" w="med" len="lg"/>
          </a:ln>
          <a:effectLst/>
        </p:spPr>
        <p:style>
          <a:lnRef idx="2">
            <a:schemeClr val="accent1"/>
          </a:lnRef>
          <a:fillRef idx="0">
            <a:schemeClr val="accent1"/>
          </a:fillRef>
          <a:effectRef idx="1">
            <a:schemeClr val="accent1"/>
          </a:effectRef>
          <a:fontRef idx="minor">
            <a:schemeClr val="tx1"/>
          </a:fontRef>
        </p:style>
      </p:cxnSp>
      <p:sp>
        <p:nvSpPr>
          <p:cNvPr id="78" name="角丸四角形 92">
            <a:extLst>
              <a:ext uri="{FF2B5EF4-FFF2-40B4-BE49-F238E27FC236}">
                <a16:creationId xmlns:a16="http://schemas.microsoft.com/office/drawing/2014/main" id="{44511ECB-DF8F-DE51-73DF-E1D043B242BA}"/>
              </a:ext>
            </a:extLst>
          </p:cNvPr>
          <p:cNvSpPr/>
          <p:nvPr/>
        </p:nvSpPr>
        <p:spPr>
          <a:xfrm>
            <a:off x="7045960" y="5043236"/>
            <a:ext cx="4835661" cy="792219"/>
          </a:xfrm>
          <a:prstGeom prst="wedgeRectCallout">
            <a:avLst>
              <a:gd name="adj1" fmla="val -56503"/>
              <a:gd name="adj2" fmla="val -25100"/>
            </a:avLst>
          </a:prstGeom>
          <a:solidFill>
            <a:schemeClr val="tx1">
              <a:lumMod val="10000"/>
              <a:lumOff val="90000"/>
            </a:schemeClr>
          </a:solidFill>
          <a:ln w="28575" cap="flat" cmpd="sng" algn="ctr">
            <a:solidFill>
              <a:schemeClr val="accent1">
                <a:lumMod val="60000"/>
                <a:lumOff val="40000"/>
              </a:schemeClr>
            </a:solidFill>
            <a:prstDash val="solid"/>
          </a:ln>
          <a:effectLst/>
        </p:spPr>
        <p:txBody>
          <a:bodyPr vert="horz" wrap="square" lIns="48000" tIns="48000" rIns="48000" bIns="48000" rtlCol="0" anchor="ctr"/>
          <a:lstStyle/>
          <a:p>
            <a:pPr algn="ctr" defTabSz="1219170">
              <a:defRPr/>
            </a:pPr>
            <a:r>
              <a:rPr kumimoji="1" lang="en-US" altLang="ja-JP" sz="1867" b="1" kern="0" dirty="0">
                <a:solidFill>
                  <a:srgbClr val="0432FF"/>
                </a:solidFill>
                <a:latin typeface="メイリオ"/>
                <a:ea typeface="メイリオ"/>
                <a:cs typeface="メイリオ"/>
              </a:rPr>
              <a:t>Bedrock</a:t>
            </a:r>
            <a:r>
              <a:rPr kumimoji="1" lang="ja-JP" altLang="en-US" sz="1867" b="1" kern="0">
                <a:solidFill>
                  <a:srgbClr val="0432FF"/>
                </a:solidFill>
                <a:latin typeface="メイリオ"/>
                <a:ea typeface="メイリオ"/>
                <a:cs typeface="メイリオ"/>
              </a:rPr>
              <a:t>は、ビルディングブロックとして</a:t>
            </a:r>
            <a:br>
              <a:rPr kumimoji="1" lang="en-US" altLang="ja-JP" sz="1867" b="1" kern="0" dirty="0">
                <a:solidFill>
                  <a:srgbClr val="0432FF"/>
                </a:solidFill>
                <a:latin typeface="メイリオ"/>
                <a:ea typeface="メイリオ"/>
                <a:cs typeface="メイリオ"/>
              </a:rPr>
            </a:br>
            <a:r>
              <a:rPr kumimoji="1" lang="ja-JP" altLang="en-US" sz="1867" b="1" kern="0">
                <a:solidFill>
                  <a:srgbClr val="0432FF"/>
                </a:solidFill>
                <a:latin typeface="メイリオ"/>
                <a:ea typeface="メイリオ"/>
                <a:cs typeface="メイリオ"/>
              </a:rPr>
              <a:t>様々な基盤モデルをサーバーレスで提供</a:t>
            </a:r>
          </a:p>
        </p:txBody>
      </p:sp>
      <p:sp>
        <p:nvSpPr>
          <p:cNvPr id="79" name="Text Placeholder 9">
            <a:extLst>
              <a:ext uri="{FF2B5EF4-FFF2-40B4-BE49-F238E27FC236}">
                <a16:creationId xmlns:a16="http://schemas.microsoft.com/office/drawing/2014/main" id="{44345A63-CA92-13EB-978F-09E141D6FDF0}"/>
              </a:ext>
            </a:extLst>
          </p:cNvPr>
          <p:cNvSpPr txBox="1">
            <a:spLocks/>
          </p:cNvSpPr>
          <p:nvPr/>
        </p:nvSpPr>
        <p:spPr>
          <a:xfrm>
            <a:off x="4923529" y="5702249"/>
            <a:ext cx="2217047" cy="350865"/>
          </a:xfrm>
          <a:prstGeom prst="rect">
            <a:avLst/>
          </a:prstGeom>
          <a:ln>
            <a:noFill/>
          </a:ln>
        </p:spPr>
        <p:txBody>
          <a:bodyPr vert="horz" wrap="square" lIns="0" tIns="60960" rIns="0" bIns="60960" rtlCol="0">
            <a:spAutoFit/>
          </a:bodyPr>
          <a:lstStyle>
            <a:lvl1pPr marL="228600" indent="-228600" algn="l" defTabSz="914400" rtl="0" eaLnBrk="1" latinLnBrk="0" hangingPunct="1">
              <a:lnSpc>
                <a:spcPct val="90000"/>
              </a:lnSpc>
              <a:spcBef>
                <a:spcPts val="0"/>
              </a:spcBef>
              <a:spcAft>
                <a:spcPts val="1200"/>
              </a:spcAft>
              <a:buSzPct val="90000"/>
              <a:buFont typeface="Arial" panose="020B0604020202020204" pitchFamily="34" charset="0"/>
              <a:buChar char="•"/>
              <a:defRPr sz="2400" kern="1200">
                <a:solidFill>
                  <a:schemeClr val="tx1"/>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vl2pPr marL="514350" indent="-228600" algn="l" defTabSz="914400" rtl="0" eaLnBrk="1" latinLnBrk="0" hangingPunct="1">
              <a:lnSpc>
                <a:spcPct val="90000"/>
              </a:lnSpc>
              <a:spcBef>
                <a:spcPts val="0"/>
              </a:spcBef>
              <a:spcAft>
                <a:spcPts val="1200"/>
              </a:spcAft>
              <a:buSzPct val="90000"/>
              <a:buFont typeface="Wingdings" panose="05000000000000000000" pitchFamily="2" charset="2"/>
              <a:buChar char="§"/>
              <a:defRPr sz="2000" kern="1200">
                <a:solidFill>
                  <a:schemeClr val="tx1"/>
                </a:solidFill>
                <a:latin typeface="Amazon Ember Display" panose="020F0603020204020204" pitchFamily="34" charset="0"/>
                <a:ea typeface="Amazon Ember Display" panose="020F0603020204020204" pitchFamily="34" charset="0"/>
                <a:cs typeface="Amazon Ember Display" panose="020F0603020204020204" pitchFamily="34" charset="0"/>
              </a:defRPr>
            </a:lvl2pPr>
            <a:lvl3pPr marL="857250" indent="-228600" algn="l" defTabSz="914400" rtl="0" eaLnBrk="1" latinLnBrk="0" hangingPunct="1">
              <a:lnSpc>
                <a:spcPct val="90000"/>
              </a:lnSpc>
              <a:spcBef>
                <a:spcPts val="0"/>
              </a:spcBef>
              <a:spcAft>
                <a:spcPts val="1200"/>
              </a:spcAft>
              <a:buFont typeface="Amazon Ember" panose="020B0603020204020204" pitchFamily="34" charset="0"/>
              <a:buChar char="–"/>
              <a:defRPr sz="1800" kern="1200">
                <a:solidFill>
                  <a:schemeClr val="tx1"/>
                </a:solidFill>
                <a:latin typeface="Amazon Ember Display" panose="020F0603020204020204" pitchFamily="34" charset="0"/>
                <a:ea typeface="Amazon Ember Display" panose="020F0603020204020204" pitchFamily="34" charset="0"/>
                <a:cs typeface="Amazon Ember Display" panose="020F0603020204020204" pitchFamily="34" charset="0"/>
              </a:defRPr>
            </a:lvl3pPr>
            <a:lvl4pPr marL="1085850" indent="-171450" algn="l" defTabSz="914400" rtl="0" eaLnBrk="1" latinLnBrk="0" hangingPunct="1">
              <a:lnSpc>
                <a:spcPct val="90000"/>
              </a:lnSpc>
              <a:spcBef>
                <a:spcPts val="0"/>
              </a:spcBef>
              <a:spcAft>
                <a:spcPts val="1200"/>
              </a:spcAft>
              <a:buFont typeface="Arial" panose="020B0604020202020204" pitchFamily="34" charset="0"/>
              <a:buChar char="•"/>
              <a:defRPr sz="1600" kern="1200">
                <a:solidFill>
                  <a:schemeClr val="tx1"/>
                </a:solidFill>
                <a:latin typeface="Amazon Ember Display" panose="020F0603020204020204" pitchFamily="34" charset="0"/>
                <a:ea typeface="Amazon Ember Display" panose="020F0603020204020204" pitchFamily="34" charset="0"/>
                <a:cs typeface="Amazon Ember Display" panose="020F0603020204020204" pitchFamily="34" charset="0"/>
              </a:defRPr>
            </a:lvl4pPr>
            <a:lvl5pPr marL="1314450" indent="-171450" algn="l" defTabSz="914400" rtl="0" eaLnBrk="1" latinLnBrk="0" hangingPunct="1">
              <a:lnSpc>
                <a:spcPct val="90000"/>
              </a:lnSpc>
              <a:spcBef>
                <a:spcPts val="0"/>
              </a:spcBef>
              <a:spcAft>
                <a:spcPts val="1200"/>
              </a:spcAft>
              <a:buFont typeface="Arial" panose="020B0604020202020204" pitchFamily="34" charset="0"/>
              <a:buChar char="•"/>
              <a:defRPr sz="1600" kern="1200">
                <a:solidFill>
                  <a:schemeClr val="tx1"/>
                </a:solidFill>
                <a:latin typeface="Amazon Ember Display" panose="020F0603020204020204" pitchFamily="34" charset="0"/>
                <a:ea typeface="Amazon Ember Display" panose="020F0603020204020204" pitchFamily="34" charset="0"/>
                <a:cs typeface="Amazon Ember Display" panose="020F0603020204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defTabSz="1219170">
              <a:spcAft>
                <a:spcPts val="1600"/>
              </a:spcAft>
              <a:buNone/>
              <a:defRPr/>
            </a:pPr>
            <a:r>
              <a:rPr lang="en-US" sz="1600" b="1" dirty="0" err="1">
                <a:gradFill>
                  <a:gsLst>
                    <a:gs pos="0">
                      <a:srgbClr val="EE7674"/>
                    </a:gs>
                    <a:gs pos="100000">
                      <a:srgbClr val="AA87F0"/>
                    </a:gs>
                  </a:gsLst>
                  <a:lin ang="2700000" scaled="1"/>
                </a:gradFill>
                <a:latin typeface="メイリオ"/>
                <a:ea typeface="メイリオ"/>
              </a:rPr>
              <a:t>基盤モデル</a:t>
            </a:r>
            <a:endParaRPr lang="en-US" sz="1600" b="1" dirty="0">
              <a:gradFill>
                <a:gsLst>
                  <a:gs pos="0">
                    <a:srgbClr val="EE7674"/>
                  </a:gs>
                  <a:gs pos="100000">
                    <a:srgbClr val="AA87F0"/>
                  </a:gs>
                </a:gsLst>
                <a:lin ang="2700000" scaled="1"/>
              </a:gradFill>
              <a:latin typeface="メイリオ"/>
              <a:ea typeface="メイリオ"/>
            </a:endParaRPr>
          </a:p>
        </p:txBody>
      </p:sp>
      <p:sp>
        <p:nvSpPr>
          <p:cNvPr id="80" name="Rounded Rectangle 13">
            <a:extLst>
              <a:ext uri="{FF2B5EF4-FFF2-40B4-BE49-F238E27FC236}">
                <a16:creationId xmlns:a16="http://schemas.microsoft.com/office/drawing/2014/main" id="{6AEEAC66-1FBA-BEBE-2576-F82BCBE2B6CB}"/>
              </a:ext>
            </a:extLst>
          </p:cNvPr>
          <p:cNvSpPr/>
          <p:nvPr/>
        </p:nvSpPr>
        <p:spPr>
          <a:xfrm>
            <a:off x="707867" y="4795849"/>
            <a:ext cx="2046623" cy="1244500"/>
          </a:xfrm>
          <a:prstGeom prst="rect">
            <a:avLst/>
          </a:prstGeom>
          <a:no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wrap="none" lIns="48000" tIns="60960" rIns="48000" rtlCol="0" anchor="ctr"/>
          <a:lstStyle/>
          <a:p>
            <a:pPr algn="ctr" defTabSz="609585"/>
            <a:r>
              <a:rPr lang="ja-JP" altLang="en-US" sz="1867" b="1">
                <a:solidFill>
                  <a:srgbClr val="1D8900">
                    <a:lumMod val="60000"/>
                    <a:lumOff val="40000"/>
                  </a:srgbClr>
                </a:solidFill>
                <a:latin typeface="メイリオ"/>
                <a:ea typeface="メイリオ"/>
              </a:rPr>
              <a:t>基盤モデル</a:t>
            </a:r>
            <a:endParaRPr lang="en-JP" sz="1867" b="1" dirty="0">
              <a:solidFill>
                <a:srgbClr val="1D8900">
                  <a:lumMod val="60000"/>
                  <a:lumOff val="40000"/>
                </a:srgbClr>
              </a:solidFill>
              <a:latin typeface="メイリオ"/>
              <a:ea typeface="メイリオ"/>
            </a:endParaRPr>
          </a:p>
        </p:txBody>
      </p:sp>
      <p:sp>
        <p:nvSpPr>
          <p:cNvPr id="81" name="Rounded Rectangle 13">
            <a:extLst>
              <a:ext uri="{FF2B5EF4-FFF2-40B4-BE49-F238E27FC236}">
                <a16:creationId xmlns:a16="http://schemas.microsoft.com/office/drawing/2014/main" id="{403397E9-E613-8A66-DB9A-3865BC4BB3D3}"/>
              </a:ext>
            </a:extLst>
          </p:cNvPr>
          <p:cNvSpPr/>
          <p:nvPr/>
        </p:nvSpPr>
        <p:spPr>
          <a:xfrm>
            <a:off x="988327" y="3303487"/>
            <a:ext cx="1529728" cy="409300"/>
          </a:xfrm>
          <a:prstGeom prst="rect">
            <a:avLst/>
          </a:prstGeom>
          <a:noFill/>
          <a:ln w="1270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wrap="none" lIns="48000" tIns="60960" rIns="48000" rtlCol="0" anchor="ctr"/>
          <a:lstStyle/>
          <a:p>
            <a:pPr algn="ctr" defTabSz="609585"/>
            <a:r>
              <a:rPr lang="en-US" altLang="ja-JP" sz="1600" b="1" dirty="0">
                <a:solidFill>
                  <a:srgbClr val="1D8900">
                    <a:lumMod val="60000"/>
                    <a:lumOff val="40000"/>
                  </a:srgbClr>
                </a:solidFill>
                <a:latin typeface="メイリオ"/>
                <a:ea typeface="メイリオ"/>
              </a:rPr>
              <a:t>UI</a:t>
            </a:r>
            <a:endParaRPr lang="en-JP" sz="1600" b="1" dirty="0">
              <a:solidFill>
                <a:srgbClr val="1D8900">
                  <a:lumMod val="60000"/>
                  <a:lumOff val="40000"/>
                </a:srgbClr>
              </a:solidFill>
              <a:latin typeface="メイリオ"/>
              <a:ea typeface="メイリオ"/>
            </a:endParaRPr>
          </a:p>
        </p:txBody>
      </p:sp>
      <p:sp>
        <p:nvSpPr>
          <p:cNvPr id="82" name="Rounded Rectangle 13">
            <a:extLst>
              <a:ext uri="{FF2B5EF4-FFF2-40B4-BE49-F238E27FC236}">
                <a16:creationId xmlns:a16="http://schemas.microsoft.com/office/drawing/2014/main" id="{BFBFCF08-C9E8-E72F-151A-127228D1EECE}"/>
              </a:ext>
            </a:extLst>
          </p:cNvPr>
          <p:cNvSpPr/>
          <p:nvPr/>
        </p:nvSpPr>
        <p:spPr>
          <a:xfrm>
            <a:off x="707867" y="3132663"/>
            <a:ext cx="2046623" cy="1274339"/>
          </a:xfrm>
          <a:prstGeom prst="rect">
            <a:avLst/>
          </a:prstGeom>
          <a:no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wrap="none" lIns="48000" tIns="624000" rIns="48000" rtlCol="0" anchor="ctr"/>
          <a:lstStyle/>
          <a:p>
            <a:pPr algn="ctr" defTabSz="609585"/>
            <a:r>
              <a:rPr lang="ja-JP" altLang="en-US" sz="1867" b="1">
                <a:solidFill>
                  <a:srgbClr val="1D8900">
                    <a:lumMod val="60000"/>
                    <a:lumOff val="40000"/>
                  </a:srgbClr>
                </a:solidFill>
                <a:latin typeface="メイリオ"/>
                <a:ea typeface="メイリオ"/>
              </a:rPr>
              <a:t>アプリケーション</a:t>
            </a:r>
            <a:endParaRPr lang="en-JP" sz="1867" b="1" dirty="0">
              <a:solidFill>
                <a:srgbClr val="1D8900">
                  <a:lumMod val="60000"/>
                  <a:lumOff val="40000"/>
                </a:srgbClr>
              </a:solidFill>
              <a:latin typeface="メイリオ"/>
              <a:ea typeface="メイリオ"/>
            </a:endParaRPr>
          </a:p>
        </p:txBody>
      </p:sp>
      <p:cxnSp>
        <p:nvCxnSpPr>
          <p:cNvPr id="83" name="Straight Connector 92">
            <a:extLst>
              <a:ext uri="{FF2B5EF4-FFF2-40B4-BE49-F238E27FC236}">
                <a16:creationId xmlns:a16="http://schemas.microsoft.com/office/drawing/2014/main" id="{1D005FF8-F8CC-36BE-9709-33BAFA593348}"/>
              </a:ext>
            </a:extLst>
          </p:cNvPr>
          <p:cNvCxnSpPr>
            <a:cxnSpLocks/>
          </p:cNvCxnSpPr>
          <p:nvPr/>
        </p:nvCxnSpPr>
        <p:spPr>
          <a:xfrm flipH="1">
            <a:off x="707867" y="4628443"/>
            <a:ext cx="10907783" cy="0"/>
          </a:xfrm>
          <a:prstGeom prst="line">
            <a:avLst/>
          </a:prstGeom>
          <a:noFill/>
          <a:ln w="19050" cap="rnd" cmpd="sng" algn="ctr">
            <a:solidFill>
              <a:schemeClr val="tx2"/>
            </a:solidFill>
            <a:prstDash val="dash"/>
            <a:round/>
          </a:ln>
          <a:effectLst/>
        </p:spPr>
      </p:cxnSp>
      <p:sp>
        <p:nvSpPr>
          <p:cNvPr id="84" name="TextBox 64">
            <a:extLst>
              <a:ext uri="{FF2B5EF4-FFF2-40B4-BE49-F238E27FC236}">
                <a16:creationId xmlns:a16="http://schemas.microsoft.com/office/drawing/2014/main" id="{E9E8F49C-FC94-3CEC-EB21-EA508840497E}"/>
              </a:ext>
            </a:extLst>
          </p:cNvPr>
          <p:cNvSpPr txBox="1"/>
          <p:nvPr/>
        </p:nvSpPr>
        <p:spPr>
          <a:xfrm>
            <a:off x="6160613" y="4499137"/>
            <a:ext cx="443369" cy="177411"/>
          </a:xfrm>
          <a:prstGeom prst="rect">
            <a:avLst/>
          </a:prstGeom>
          <a:solidFill>
            <a:srgbClr val="232E3D"/>
          </a:solidFill>
          <a:ln>
            <a:noFill/>
          </a:ln>
        </p:spPr>
        <p:txBody>
          <a:bodyPr wrap="none" lIns="0" rIns="0" rtlCol="0" anchor="t">
            <a:noAutofit/>
          </a:bodyPr>
          <a:lstStyle/>
          <a:p>
            <a:pPr defTabSz="609585"/>
            <a:r>
              <a:rPr lang="en-US" altLang="ja-JP" sz="1400" dirty="0">
                <a:solidFill>
                  <a:srgbClr val="FFFFFF"/>
                </a:solidFill>
                <a:latin typeface="メイリオ"/>
                <a:ea typeface="メイリオ"/>
              </a:rPr>
              <a:t>API</a:t>
            </a:r>
            <a:endParaRPr lang="en-JP" sz="1400" dirty="0">
              <a:solidFill>
                <a:srgbClr val="FFFFFF"/>
              </a:solidFill>
              <a:latin typeface="メイリオ"/>
              <a:ea typeface="メイリオ"/>
            </a:endParaRPr>
          </a:p>
        </p:txBody>
      </p:sp>
      <p:cxnSp>
        <p:nvCxnSpPr>
          <p:cNvPr id="85" name="カギ線コネクタ 29">
            <a:extLst>
              <a:ext uri="{FF2B5EF4-FFF2-40B4-BE49-F238E27FC236}">
                <a16:creationId xmlns:a16="http://schemas.microsoft.com/office/drawing/2014/main" id="{639386EC-BBD6-77CA-FCBF-C782B1BC2483}"/>
              </a:ext>
            </a:extLst>
          </p:cNvPr>
          <p:cNvCxnSpPr>
            <a:cxnSpLocks/>
          </p:cNvCxnSpPr>
          <p:nvPr/>
        </p:nvCxnSpPr>
        <p:spPr>
          <a:xfrm flipH="1">
            <a:off x="6026797" y="4416851"/>
            <a:ext cx="1" cy="737821"/>
          </a:xfrm>
          <a:prstGeom prst="straightConnector1">
            <a:avLst/>
          </a:prstGeom>
          <a:ln w="19050">
            <a:solidFill>
              <a:schemeClr val="tx2"/>
            </a:solidFill>
            <a:tailEnd type="triangle" w="med" len="lg"/>
          </a:ln>
          <a:effectLst/>
        </p:spPr>
        <p:style>
          <a:lnRef idx="2">
            <a:schemeClr val="accent1"/>
          </a:lnRef>
          <a:fillRef idx="0">
            <a:schemeClr val="accent1"/>
          </a:fillRef>
          <a:effectRef idx="1">
            <a:schemeClr val="accent1"/>
          </a:effectRef>
          <a:fontRef idx="minor">
            <a:schemeClr val="tx1"/>
          </a:fontRef>
        </p:style>
      </p:cxnSp>
      <p:sp>
        <p:nvSpPr>
          <p:cNvPr id="86" name="Rounded Rectangle 13">
            <a:extLst>
              <a:ext uri="{FF2B5EF4-FFF2-40B4-BE49-F238E27FC236}">
                <a16:creationId xmlns:a16="http://schemas.microsoft.com/office/drawing/2014/main" id="{D9EAB70C-BE8D-B347-0B75-23BD0F6F4122}"/>
              </a:ext>
            </a:extLst>
          </p:cNvPr>
          <p:cNvSpPr/>
          <p:nvPr/>
        </p:nvSpPr>
        <p:spPr>
          <a:xfrm>
            <a:off x="422867" y="2619021"/>
            <a:ext cx="2660648" cy="3601155"/>
          </a:xfrm>
          <a:prstGeom prst="roundRect">
            <a:avLst>
              <a:gd name="adj" fmla="val 8726"/>
            </a:avLst>
          </a:prstGeom>
          <a:noFill/>
          <a:ln w="19050">
            <a:solidFill>
              <a:schemeClr val="tx2"/>
            </a:solidFill>
            <a:prstDash val="dash"/>
          </a:ln>
        </p:spPr>
        <p:style>
          <a:lnRef idx="2">
            <a:schemeClr val="accent1">
              <a:shade val="50000"/>
            </a:schemeClr>
          </a:lnRef>
          <a:fillRef idx="1">
            <a:schemeClr val="accent1"/>
          </a:fillRef>
          <a:effectRef idx="0">
            <a:schemeClr val="accent1"/>
          </a:effectRef>
          <a:fontRef idx="minor">
            <a:schemeClr val="lt1"/>
          </a:fontRef>
        </p:style>
        <p:txBody>
          <a:bodyPr wrap="none" lIns="48000" tIns="60960" rIns="48000" rtlCol="0" anchor="t"/>
          <a:lstStyle/>
          <a:p>
            <a:pPr algn="ctr" defTabSz="609585"/>
            <a:r>
              <a:rPr lang="en-US" altLang="ja-JP" sz="1867" b="1" dirty="0">
                <a:solidFill>
                  <a:srgbClr val="FF9900"/>
                </a:solidFill>
                <a:latin typeface="メイリオ"/>
                <a:ea typeface="メイリオ"/>
              </a:rPr>
              <a:t>AI</a:t>
            </a:r>
            <a:r>
              <a:rPr lang="ja-JP" altLang="en-US" sz="1867" b="1">
                <a:solidFill>
                  <a:srgbClr val="FF9900"/>
                </a:solidFill>
                <a:latin typeface="メイリオ"/>
                <a:ea typeface="メイリオ"/>
              </a:rPr>
              <a:t>サービス</a:t>
            </a:r>
            <a:endParaRPr lang="en-JP" sz="1867" b="1" dirty="0">
              <a:solidFill>
                <a:srgbClr val="FF9900"/>
              </a:solidFill>
              <a:latin typeface="メイリオ"/>
              <a:ea typeface="メイリオ"/>
            </a:endParaRPr>
          </a:p>
        </p:txBody>
      </p:sp>
      <p:pic>
        <p:nvPicPr>
          <p:cNvPr id="87" name="Graphic 6" descr="Amazon Bedrock service icon.">
            <a:extLst>
              <a:ext uri="{FF2B5EF4-FFF2-40B4-BE49-F238E27FC236}">
                <a16:creationId xmlns:a16="http://schemas.microsoft.com/office/drawing/2014/main" id="{782002D0-859F-66AE-A386-C50FC38FE09F}"/>
              </a:ext>
            </a:extLst>
          </p:cNvPr>
          <p:cNvPicPr>
            <a:picLocks noChangeAspect="1"/>
          </p:cNvPicPr>
          <p:nvPr/>
        </p:nvPicPr>
        <p:blipFill>
          <a:blip r:embed="rId11">
            <a:extLst>
              <a:ext uri="{96DAC541-7B7A-43D3-8B79-37D633B846F1}">
                <asvg:svgBlip xmlns:asvg="http://schemas.microsoft.com/office/drawing/2016/SVG/main" r:embed="rId12"/>
              </a:ext>
            </a:extLst>
          </a:blip>
          <a:srcRect/>
          <a:stretch/>
        </p:blipFill>
        <p:spPr>
          <a:xfrm>
            <a:off x="4504198" y="4805511"/>
            <a:ext cx="383999" cy="383999"/>
          </a:xfrm>
          <a:prstGeom prst="rect">
            <a:avLst/>
          </a:prstGeom>
        </p:spPr>
      </p:pic>
      <p:sp>
        <p:nvSpPr>
          <p:cNvPr id="2" name="角丸四角形 92">
            <a:extLst>
              <a:ext uri="{FF2B5EF4-FFF2-40B4-BE49-F238E27FC236}">
                <a16:creationId xmlns:a16="http://schemas.microsoft.com/office/drawing/2014/main" id="{A1F885C9-04FA-55A4-A9BA-136B05D45D99}"/>
              </a:ext>
            </a:extLst>
          </p:cNvPr>
          <p:cNvSpPr/>
          <p:nvPr/>
        </p:nvSpPr>
        <p:spPr>
          <a:xfrm>
            <a:off x="7013440" y="3381417"/>
            <a:ext cx="2740160" cy="471093"/>
          </a:xfrm>
          <a:prstGeom prst="wedgeRectCallout">
            <a:avLst>
              <a:gd name="adj1" fmla="val -56503"/>
              <a:gd name="adj2" fmla="val -25100"/>
            </a:avLst>
          </a:prstGeom>
          <a:solidFill>
            <a:schemeClr val="tx1">
              <a:lumMod val="10000"/>
              <a:lumOff val="90000"/>
            </a:schemeClr>
          </a:solidFill>
          <a:ln w="28575" cap="flat" cmpd="sng" algn="ctr">
            <a:solidFill>
              <a:schemeClr val="accent1">
                <a:lumMod val="60000"/>
                <a:lumOff val="40000"/>
              </a:schemeClr>
            </a:solidFill>
            <a:prstDash val="solid"/>
          </a:ln>
          <a:effectLst/>
        </p:spPr>
        <p:txBody>
          <a:bodyPr vert="horz" wrap="square" lIns="48000" tIns="48000" rIns="48000" bIns="48000" rtlCol="0" anchor="ctr"/>
          <a:lstStyle/>
          <a:p>
            <a:pPr algn="ctr" defTabSz="1219170">
              <a:defRPr/>
            </a:pPr>
            <a:r>
              <a:rPr kumimoji="1" lang="en-US" altLang="ja-JP" sz="1867" b="1" kern="0" dirty="0">
                <a:solidFill>
                  <a:srgbClr val="0432FF"/>
                </a:solidFill>
                <a:latin typeface="メイリオ"/>
                <a:ea typeface="メイリオ"/>
                <a:cs typeface="メイリオ"/>
              </a:rPr>
              <a:t>Web</a:t>
            </a:r>
            <a:r>
              <a:rPr kumimoji="1" lang="ja-JP" altLang="en-US" sz="1867" b="1" kern="0">
                <a:solidFill>
                  <a:srgbClr val="0432FF"/>
                </a:solidFill>
                <a:latin typeface="メイリオ"/>
                <a:ea typeface="メイリオ"/>
                <a:cs typeface="メイリオ"/>
              </a:rPr>
              <a:t>アプリ</a:t>
            </a:r>
            <a:r>
              <a:rPr kumimoji="1" lang="en-US" altLang="ja-JP" sz="1867" b="1" kern="0" dirty="0">
                <a:solidFill>
                  <a:srgbClr val="0432FF"/>
                </a:solidFill>
                <a:latin typeface="メイリオ"/>
                <a:ea typeface="メイリオ"/>
                <a:cs typeface="メイリオ"/>
              </a:rPr>
              <a:t> </a:t>
            </a:r>
            <a:r>
              <a:rPr kumimoji="1" lang="ja-JP" altLang="en-US" sz="1867" b="1" kern="0">
                <a:solidFill>
                  <a:srgbClr val="0432FF"/>
                </a:solidFill>
                <a:latin typeface="メイリオ"/>
                <a:ea typeface="メイリオ"/>
                <a:cs typeface="メイリオ"/>
              </a:rPr>
              <a:t>など</a:t>
            </a:r>
          </a:p>
        </p:txBody>
      </p:sp>
    </p:spTree>
    <p:extLst>
      <p:ext uri="{BB962C8B-B14F-4D97-AF65-F5344CB8AC3E}">
        <p14:creationId xmlns:p14="http://schemas.microsoft.com/office/powerpoint/2010/main" val="3466786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441BB16-1665-BA31-5E12-D83B192C7844}"/>
              </a:ext>
            </a:extLst>
          </p:cNvPr>
          <p:cNvSpPr>
            <a:spLocks noGrp="1"/>
          </p:cNvSpPr>
          <p:nvPr>
            <p:ph type="title"/>
          </p:nvPr>
        </p:nvSpPr>
        <p:spPr/>
        <p:txBody>
          <a:bodyPr/>
          <a:lstStyle/>
          <a:p>
            <a:r>
              <a:rPr lang="en-US" altLang="ja-JP" dirty="0">
                <a:solidFill>
                  <a:schemeClr val="tx1"/>
                </a:solidFill>
              </a:rPr>
              <a:t>Amazon Bedrock Guardrails</a:t>
            </a:r>
            <a:endParaRPr kumimoji="1" lang="ja-JP" altLang="en-US">
              <a:solidFill>
                <a:schemeClr val="tx1"/>
              </a:solidFill>
            </a:endParaRPr>
          </a:p>
        </p:txBody>
      </p:sp>
      <p:sp>
        <p:nvSpPr>
          <p:cNvPr id="4" name="Rectangle 5">
            <a:extLst>
              <a:ext uri="{FF2B5EF4-FFF2-40B4-BE49-F238E27FC236}">
                <a16:creationId xmlns:a16="http://schemas.microsoft.com/office/drawing/2014/main" id="{CFBA0E44-8431-DC8B-6930-A140EDAF9785}"/>
              </a:ext>
            </a:extLst>
          </p:cNvPr>
          <p:cNvSpPr/>
          <p:nvPr/>
        </p:nvSpPr>
        <p:spPr>
          <a:xfrm>
            <a:off x="0" y="823597"/>
            <a:ext cx="12191680" cy="910632"/>
          </a:xfrm>
          <a:prstGeom prst="rect">
            <a:avLst/>
          </a:prstGeom>
          <a:solidFill>
            <a:srgbClr val="FAFAFA">
              <a:alpha val="15000"/>
            </a:srgbClr>
          </a:solidFill>
          <a:ln w="12700" cap="flat" cmpd="sng" algn="ctr">
            <a:noFill/>
            <a:prstDash val="solid"/>
            <a:miter lim="800000"/>
          </a:ln>
          <a:effectLst/>
        </p:spPr>
        <p:txBody>
          <a:bodyPr rot="0" spcFirstLastPara="0" vertOverflow="overflow" horzOverflow="overflow" vert="horz" wrap="square" lIns="121920" tIns="121920" rIns="121920" bIns="60960" numCol="1" spcCol="0" rtlCol="0" fromWordArt="0" anchor="ctr" anchorCtr="0" forceAA="0" compatLnSpc="1">
            <a:prstTxWarp prst="textNoShape">
              <a:avLst/>
            </a:prstTxWarp>
            <a:noAutofit/>
          </a:bodyPr>
          <a:lstStyle/>
          <a:p>
            <a:pPr algn="ctr" defTabSz="1219170">
              <a:defRPr/>
            </a:pPr>
            <a:r>
              <a:rPr lang="ja-JP" altLang="en-US" sz="2667" kern="0">
                <a:latin typeface="+mn-ea"/>
              </a:rPr>
              <a:t>入力</a:t>
            </a:r>
            <a:r>
              <a:rPr lang="en-US" altLang="ja-JP" sz="2667" kern="0" dirty="0">
                <a:latin typeface="+mn-ea"/>
              </a:rPr>
              <a:t> </a:t>
            </a:r>
            <a:r>
              <a:rPr lang="ja-JP" altLang="en-US" sz="2667" kern="0">
                <a:latin typeface="+mn-ea"/>
              </a:rPr>
              <a:t>と</a:t>
            </a:r>
            <a:r>
              <a:rPr lang="en-US" altLang="ja-JP" sz="2667" kern="0" dirty="0">
                <a:latin typeface="+mn-ea"/>
              </a:rPr>
              <a:t> </a:t>
            </a:r>
            <a:r>
              <a:rPr lang="ja-JP" altLang="en-US" sz="2667" kern="0">
                <a:latin typeface="+mn-ea"/>
              </a:rPr>
              <a:t>基盤モデルの出力</a:t>
            </a:r>
            <a:r>
              <a:rPr lang="en-US" altLang="ja-JP" sz="2667" kern="0" dirty="0">
                <a:latin typeface="+mn-ea"/>
              </a:rPr>
              <a:t> </a:t>
            </a:r>
            <a:r>
              <a:rPr lang="ja-JP" altLang="en-US" sz="2667" kern="0">
                <a:latin typeface="+mn-ea"/>
              </a:rPr>
              <a:t>に対するコンテンツフィルターを提供</a:t>
            </a:r>
          </a:p>
        </p:txBody>
      </p:sp>
      <p:sp>
        <p:nvSpPr>
          <p:cNvPr id="32" name="TextBox 99">
            <a:extLst>
              <a:ext uri="{FF2B5EF4-FFF2-40B4-BE49-F238E27FC236}">
                <a16:creationId xmlns:a16="http://schemas.microsoft.com/office/drawing/2014/main" id="{2F224243-A551-861B-E604-4B32F710A083}"/>
              </a:ext>
            </a:extLst>
          </p:cNvPr>
          <p:cNvSpPr txBox="1"/>
          <p:nvPr/>
        </p:nvSpPr>
        <p:spPr>
          <a:xfrm>
            <a:off x="7503621" y="1909313"/>
            <a:ext cx="4526915" cy="4302764"/>
          </a:xfrm>
          <a:prstGeom prst="rect">
            <a:avLst/>
          </a:prstGeom>
          <a:noFill/>
        </p:spPr>
        <p:txBody>
          <a:bodyPr wrap="square" lIns="0" rIns="0" rtlCol="0">
            <a:noAutofit/>
          </a:bodyPr>
          <a:lstStyle/>
          <a:p>
            <a:pPr defTabSz="914377"/>
            <a:r>
              <a:rPr lang="en-US" sz="2000" b="1" dirty="0" err="1">
                <a:solidFill>
                  <a:srgbClr val="F242BB"/>
                </a:solidFill>
                <a:latin typeface="+mn-ea"/>
              </a:rPr>
              <a:t>特徴・メリット</a:t>
            </a:r>
            <a:endParaRPr lang="en-JP" sz="2000" dirty="0">
              <a:solidFill>
                <a:prstClr val="white"/>
              </a:solidFill>
              <a:latin typeface="+mn-ea"/>
            </a:endParaRPr>
          </a:p>
          <a:p>
            <a:pPr marL="285744" indent="-285744" defTabSz="914377">
              <a:buFont typeface="Arial" panose="020B0604020202020204" pitchFamily="34" charset="0"/>
              <a:buChar char="•"/>
            </a:pPr>
            <a:endParaRPr lang="en-US" sz="2000" dirty="0">
              <a:solidFill>
                <a:prstClr val="white"/>
              </a:solidFill>
              <a:latin typeface="+mn-ea"/>
            </a:endParaRPr>
          </a:p>
          <a:p>
            <a:pPr marL="285744" indent="-285744" defTabSz="914377">
              <a:buFont typeface="Arial" panose="020B0604020202020204" pitchFamily="34" charset="0"/>
              <a:buChar char="•"/>
            </a:pPr>
            <a:r>
              <a:rPr lang="ja-JP" altLang="en-US" sz="2000">
                <a:solidFill>
                  <a:prstClr val="white"/>
                </a:solidFill>
                <a:latin typeface="+mn-ea"/>
              </a:rPr>
              <a:t>責任ある </a:t>
            </a:r>
            <a:r>
              <a:rPr lang="en" altLang="ja-JP" sz="2000" dirty="0">
                <a:solidFill>
                  <a:prstClr val="white"/>
                </a:solidFill>
                <a:latin typeface="+mn-ea"/>
              </a:rPr>
              <a:t>AI </a:t>
            </a:r>
            <a:r>
              <a:rPr lang="ja-JP" altLang="en-US" sz="2000">
                <a:solidFill>
                  <a:prstClr val="white"/>
                </a:solidFill>
                <a:latin typeface="+mn-ea"/>
              </a:rPr>
              <a:t>ポリシーに基づいて、有害なコンテンツやトピック、画像をフィルタリングして回避するように設定</a:t>
            </a:r>
          </a:p>
          <a:p>
            <a:pPr marL="285744" indent="-285744" defTabSz="914377">
              <a:buFont typeface="Arial" panose="020B0604020202020204" pitchFamily="34" charset="0"/>
              <a:buChar char="•"/>
            </a:pPr>
            <a:endParaRPr lang="ja-JP" altLang="en-US" sz="2000">
              <a:solidFill>
                <a:prstClr val="white"/>
              </a:solidFill>
              <a:latin typeface="+mn-ea"/>
            </a:endParaRPr>
          </a:p>
          <a:p>
            <a:pPr marL="285744" indent="-285744" defTabSz="914377">
              <a:buFont typeface="Arial" panose="020B0604020202020204" pitchFamily="34" charset="0"/>
              <a:buChar char="•"/>
            </a:pPr>
            <a:r>
              <a:rPr lang="ja-JP" altLang="en-US" sz="2000">
                <a:solidFill>
                  <a:prstClr val="white"/>
                </a:solidFill>
                <a:latin typeface="+mn-ea"/>
              </a:rPr>
              <a:t>ファインチューニングモデルやエージェントを含め、対応する基盤モデルにガードレールを適用</a:t>
            </a:r>
            <a:endParaRPr lang="en-US" altLang="ja-JP" sz="2000" dirty="0">
              <a:solidFill>
                <a:prstClr val="white"/>
              </a:solidFill>
              <a:latin typeface="+mn-ea"/>
            </a:endParaRPr>
          </a:p>
          <a:p>
            <a:pPr marL="285744" indent="-285744" defTabSz="914377">
              <a:buFont typeface="Arial" panose="020B0604020202020204" pitchFamily="34" charset="0"/>
              <a:buChar char="•"/>
            </a:pPr>
            <a:endParaRPr lang="ja-JP" altLang="en-US" sz="2000">
              <a:solidFill>
                <a:prstClr val="white"/>
              </a:solidFill>
              <a:latin typeface="+mn-ea"/>
            </a:endParaRPr>
          </a:p>
          <a:p>
            <a:pPr marL="285744" indent="-285744" defTabSz="914377">
              <a:buFont typeface="Arial" panose="020B0604020202020204" pitchFamily="34" charset="0"/>
              <a:buChar char="•"/>
            </a:pPr>
            <a:r>
              <a:rPr lang="ja-JP" altLang="en-US" sz="2000">
                <a:solidFill>
                  <a:prstClr val="white"/>
                </a:solidFill>
                <a:latin typeface="+mn-ea"/>
              </a:rPr>
              <a:t>テキストと画像をサポート</a:t>
            </a:r>
            <a:br>
              <a:rPr lang="en-US" altLang="ja-JP" sz="2000" dirty="0">
                <a:solidFill>
                  <a:prstClr val="white"/>
                </a:solidFill>
                <a:latin typeface="+mn-ea"/>
              </a:rPr>
            </a:br>
            <a:r>
              <a:rPr lang="en-US" altLang="ja-JP" sz="2000" dirty="0">
                <a:solidFill>
                  <a:prstClr val="white"/>
                </a:solidFill>
                <a:latin typeface="+mn-ea"/>
              </a:rPr>
              <a:t>(</a:t>
            </a:r>
            <a:r>
              <a:rPr lang="ja-JP" altLang="en-US" sz="2000">
                <a:solidFill>
                  <a:prstClr val="white"/>
                </a:solidFill>
                <a:latin typeface="+mn-ea"/>
              </a:rPr>
              <a:t>テキストは日本語にも対応</a:t>
            </a:r>
            <a:r>
              <a:rPr lang="en-US" altLang="ja-JP" sz="2000" dirty="0">
                <a:solidFill>
                  <a:prstClr val="white"/>
                </a:solidFill>
                <a:latin typeface="+mn-ea"/>
              </a:rPr>
              <a:t>)</a:t>
            </a:r>
          </a:p>
        </p:txBody>
      </p:sp>
      <p:pic>
        <p:nvPicPr>
          <p:cNvPr id="33" name="Picture 19">
            <a:extLst>
              <a:ext uri="{FF2B5EF4-FFF2-40B4-BE49-F238E27FC236}">
                <a16:creationId xmlns:a16="http://schemas.microsoft.com/office/drawing/2014/main" id="{0BBCC670-46A3-D2E3-EA1C-E9A994017AB0}"/>
              </a:ext>
            </a:extLst>
          </p:cNvPr>
          <p:cNvPicPr>
            <a:picLocks noChangeAspect="1"/>
          </p:cNvPicPr>
          <p:nvPr/>
        </p:nvPicPr>
        <p:blipFill>
          <a:blip r:embed="rId2">
            <a:extLst>
              <a:ext uri="{28A0092B-C50C-407E-A947-70E740481C1C}">
                <a14:useLocalDpi xmlns:a14="http://schemas.microsoft.com/office/drawing/2010/main" val="0"/>
              </a:ext>
            </a:extLst>
          </a:blip>
          <a:stretch/>
        </p:blipFill>
        <p:spPr>
          <a:xfrm>
            <a:off x="927818" y="1909312"/>
            <a:ext cx="5846793" cy="4391709"/>
          </a:xfrm>
          <a:prstGeom prst="roundRect">
            <a:avLst>
              <a:gd name="adj" fmla="val 2392"/>
            </a:avLst>
          </a:prstGeom>
          <a:solidFill>
            <a:schemeClr val="bg1"/>
          </a:solidFill>
          <a:ln w="19050" cap="rnd">
            <a:gradFill flip="none" rotWithShape="1">
              <a:gsLst>
                <a:gs pos="0">
                  <a:schemeClr val="accent2"/>
                </a:gs>
                <a:gs pos="100000">
                  <a:srgbClr val="38EF7D"/>
                </a:gs>
              </a:gsLst>
              <a:lin ang="2700000" scaled="0"/>
              <a:tileRect/>
            </a:gradFill>
            <a:round/>
          </a:ln>
          <a:effectLst>
            <a:outerShdw blurRad="88900" dist="38100" dir="2700000" algn="tl" rotWithShape="0">
              <a:prstClr val="black">
                <a:alpha val="30000"/>
              </a:prstClr>
            </a:outerShdw>
          </a:effectLst>
        </p:spPr>
      </p:pic>
    </p:spTree>
    <p:extLst>
      <p:ext uri="{BB962C8B-B14F-4D97-AF65-F5344CB8AC3E}">
        <p14:creationId xmlns:p14="http://schemas.microsoft.com/office/powerpoint/2010/main" val="259699783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441BB16-1665-BA31-5E12-D83B192C7844}"/>
              </a:ext>
            </a:extLst>
          </p:cNvPr>
          <p:cNvSpPr>
            <a:spLocks noGrp="1"/>
          </p:cNvSpPr>
          <p:nvPr>
            <p:ph type="title"/>
          </p:nvPr>
        </p:nvSpPr>
        <p:spPr/>
        <p:txBody>
          <a:bodyPr/>
          <a:lstStyle/>
          <a:p>
            <a:r>
              <a:rPr lang="en-US" altLang="ja-JP" dirty="0">
                <a:solidFill>
                  <a:schemeClr val="tx1"/>
                </a:solidFill>
              </a:rPr>
              <a:t>Amazon Bedrock Guardrails - </a:t>
            </a:r>
            <a:r>
              <a:rPr lang="ja-JP" altLang="en-US">
                <a:solidFill>
                  <a:schemeClr val="tx1"/>
                </a:solidFill>
              </a:rPr>
              <a:t>ガードレール</a:t>
            </a:r>
            <a:endParaRPr kumimoji="1" lang="ja-JP" altLang="en-US">
              <a:solidFill>
                <a:schemeClr val="tx1"/>
              </a:solidFill>
            </a:endParaRPr>
          </a:p>
        </p:txBody>
      </p:sp>
      <p:sp>
        <p:nvSpPr>
          <p:cNvPr id="4" name="Rectangle 5">
            <a:extLst>
              <a:ext uri="{FF2B5EF4-FFF2-40B4-BE49-F238E27FC236}">
                <a16:creationId xmlns:a16="http://schemas.microsoft.com/office/drawing/2014/main" id="{CFBA0E44-8431-DC8B-6930-A140EDAF9785}"/>
              </a:ext>
            </a:extLst>
          </p:cNvPr>
          <p:cNvSpPr/>
          <p:nvPr/>
        </p:nvSpPr>
        <p:spPr>
          <a:xfrm>
            <a:off x="0" y="823597"/>
            <a:ext cx="12191680" cy="910632"/>
          </a:xfrm>
          <a:prstGeom prst="rect">
            <a:avLst/>
          </a:prstGeom>
          <a:solidFill>
            <a:srgbClr val="FAFAFA">
              <a:alpha val="15000"/>
            </a:srgbClr>
          </a:solidFill>
          <a:ln w="12700" cap="flat" cmpd="sng" algn="ctr">
            <a:noFill/>
            <a:prstDash val="solid"/>
            <a:miter lim="800000"/>
          </a:ln>
          <a:effectLst/>
        </p:spPr>
        <p:txBody>
          <a:bodyPr rot="0" spcFirstLastPara="0" vertOverflow="overflow" horzOverflow="overflow" vert="horz" wrap="square" lIns="121920" tIns="121920" rIns="121920" bIns="60960" numCol="1" spcCol="0" rtlCol="0" fromWordArt="0" anchor="ctr" anchorCtr="0" forceAA="0" compatLnSpc="1">
            <a:prstTxWarp prst="textNoShape">
              <a:avLst/>
            </a:prstTxWarp>
            <a:noAutofit/>
          </a:bodyPr>
          <a:lstStyle/>
          <a:p>
            <a:pPr algn="ctr" defTabSz="1219170">
              <a:defRPr/>
            </a:pPr>
            <a:r>
              <a:rPr lang="ja-JP" altLang="en-US" sz="2667" kern="0">
                <a:latin typeface="+mn-ea"/>
              </a:rPr>
              <a:t>ユーザープロンプトと基盤モデル出力に対から 出力可否 や 削減 を実施</a:t>
            </a:r>
            <a:endParaRPr lang="en-US" altLang="ja-JP" sz="2667" kern="0" dirty="0">
              <a:latin typeface="+mn-ea"/>
            </a:endParaRPr>
          </a:p>
          <a:p>
            <a:pPr algn="ctr" defTabSz="1219170">
              <a:defRPr/>
            </a:pPr>
            <a:r>
              <a:rPr lang="en-US" altLang="ja-JP" sz="2667" kern="0" dirty="0">
                <a:latin typeface="+mn-ea"/>
              </a:rPr>
              <a:t>※</a:t>
            </a:r>
            <a:r>
              <a:rPr lang="ja-JP" altLang="en-US" sz="2667" kern="0">
                <a:latin typeface="+mn-ea"/>
              </a:rPr>
              <a:t>性質上、決定的な振る舞いをするものではない点に留意</a:t>
            </a:r>
          </a:p>
        </p:txBody>
      </p:sp>
      <p:sp>
        <p:nvSpPr>
          <p:cNvPr id="3" name="Rectangle 28">
            <a:extLst>
              <a:ext uri="{FF2B5EF4-FFF2-40B4-BE49-F238E27FC236}">
                <a16:creationId xmlns:a16="http://schemas.microsoft.com/office/drawing/2014/main" id="{C15F978B-309B-B52D-8B83-FE4102540742}"/>
              </a:ext>
            </a:extLst>
          </p:cNvPr>
          <p:cNvSpPr/>
          <p:nvPr/>
        </p:nvSpPr>
        <p:spPr>
          <a:xfrm>
            <a:off x="5290142" y="5745829"/>
            <a:ext cx="2290124" cy="608033"/>
          </a:xfrm>
          <a:prstGeom prst="rect">
            <a:avLst/>
          </a:prstGeom>
          <a:solidFill>
            <a:schemeClr val="tx1"/>
          </a:solidFill>
          <a:ln w="2857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lIns="48000" tIns="96000" rIns="48000" bIns="48000" anchor="ctr"/>
          <a:lstStyle/>
          <a:p>
            <a:pPr algn="ctr">
              <a:defRPr/>
            </a:pPr>
            <a:r>
              <a:rPr lang="en-US" sz="1867" b="1" dirty="0" err="1">
                <a:solidFill>
                  <a:schemeClr val="bg1"/>
                </a:solidFill>
                <a:latin typeface="Meiryo" panose="020B0604030504040204" pitchFamily="34" charset="-128"/>
                <a:ea typeface="Meiryo" panose="020B0604030504040204" pitchFamily="34" charset="-128"/>
                <a:cs typeface="Arial" panose="020B0604020202020204" pitchFamily="34" charset="0"/>
              </a:rPr>
              <a:t>最終的な応答</a:t>
            </a:r>
            <a:endParaRPr lang="en-US" sz="1867" b="1" dirty="0">
              <a:solidFill>
                <a:schemeClr val="bg1"/>
              </a:solidFill>
              <a:latin typeface="Meiryo" panose="020B0604030504040204" pitchFamily="34" charset="-128"/>
              <a:ea typeface="Meiryo" panose="020B0604030504040204" pitchFamily="34" charset="-128"/>
              <a:cs typeface="Arial" panose="020B0604020202020204" pitchFamily="34" charset="0"/>
            </a:endParaRPr>
          </a:p>
        </p:txBody>
      </p:sp>
      <p:pic>
        <p:nvPicPr>
          <p:cNvPr id="5" name="Graphic 23">
            <a:extLst>
              <a:ext uri="{FF2B5EF4-FFF2-40B4-BE49-F238E27FC236}">
                <a16:creationId xmlns:a16="http://schemas.microsoft.com/office/drawing/2014/main" id="{93E8311A-C909-3EF4-9FED-D62E2693B42F}"/>
              </a:ext>
            </a:extLst>
          </p:cNvPr>
          <p:cNvPicPr>
            <a:picLocks noChangeAspect="1" noChangeArrowheads="1"/>
          </p:cNvPicPr>
          <p:nvPr/>
        </p:nvPicPr>
        <p:blipFill>
          <a:blip r:embed="rId2">
            <a:extLst>
              <a:ext uri="{96DAC541-7B7A-43D3-8B79-37D633B846F1}">
                <asvg:svgBlip xmlns:asvg="http://schemas.microsoft.com/office/drawing/2016/SVG/main" r:embed="rId3"/>
              </a:ext>
            </a:extLst>
          </a:blip>
          <a:srcRect/>
          <a:stretch/>
        </p:blipFill>
        <p:spPr bwMode="auto">
          <a:xfrm flipH="1">
            <a:off x="690773" y="2170687"/>
            <a:ext cx="576000" cy="57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6" name="Graphic 250">
            <a:extLst>
              <a:ext uri="{FF2B5EF4-FFF2-40B4-BE49-F238E27FC236}">
                <a16:creationId xmlns:a16="http://schemas.microsoft.com/office/drawing/2014/main" id="{212A1053-9E5C-F8DE-0822-8C54C46F83AA}"/>
              </a:ext>
            </a:extLst>
          </p:cNvPr>
          <p:cNvGrpSpPr>
            <a:grpSpLocks noChangeAspect="1"/>
          </p:cNvGrpSpPr>
          <p:nvPr/>
        </p:nvGrpSpPr>
        <p:grpSpPr>
          <a:xfrm>
            <a:off x="7107705" y="2041429"/>
            <a:ext cx="808559" cy="816588"/>
            <a:chOff x="9704553" y="322847"/>
            <a:chExt cx="643689" cy="643689"/>
          </a:xfrm>
        </p:grpSpPr>
        <p:sp>
          <p:nvSpPr>
            <p:cNvPr id="7" name="Freeform: Shape 39">
              <a:extLst>
                <a:ext uri="{FF2B5EF4-FFF2-40B4-BE49-F238E27FC236}">
                  <a16:creationId xmlns:a16="http://schemas.microsoft.com/office/drawing/2014/main" id="{811A586D-8643-716B-0F38-BFD3832496AC}"/>
                </a:ext>
              </a:extLst>
            </p:cNvPr>
            <p:cNvSpPr/>
            <p:nvPr/>
          </p:nvSpPr>
          <p:spPr>
            <a:xfrm>
              <a:off x="9831038" y="599633"/>
              <a:ext cx="9655" cy="93335"/>
            </a:xfrm>
            <a:custGeom>
              <a:avLst/>
              <a:gdLst>
                <a:gd name="connsiteX0" fmla="*/ 4828 w 9655"/>
                <a:gd name="connsiteY0" fmla="*/ 89473 h 93334"/>
                <a:gd name="connsiteX1" fmla="*/ 4828 w 9655"/>
                <a:gd name="connsiteY1" fmla="*/ 46989 h 93334"/>
                <a:gd name="connsiteX2" fmla="*/ 4828 w 9655"/>
                <a:gd name="connsiteY2" fmla="*/ 4828 h 93334"/>
              </a:gdLst>
              <a:ahLst/>
              <a:cxnLst>
                <a:cxn ang="0">
                  <a:pos x="connsiteX0" y="connsiteY0"/>
                </a:cxn>
                <a:cxn ang="0">
                  <a:pos x="connsiteX1" y="connsiteY1"/>
                </a:cxn>
                <a:cxn ang="0">
                  <a:pos x="connsiteX2" y="connsiteY2"/>
                </a:cxn>
              </a:cxnLst>
              <a:rect l="l" t="t" r="r" b="b"/>
              <a:pathLst>
                <a:path w="9655" h="93334">
                  <a:moveTo>
                    <a:pt x="4828" y="89473"/>
                  </a:moveTo>
                  <a:lnTo>
                    <a:pt x="4828" y="46989"/>
                  </a:lnTo>
                  <a:lnTo>
                    <a:pt x="4828" y="4828"/>
                  </a:lnTo>
                  <a:close/>
                </a:path>
              </a:pathLst>
            </a:custGeom>
            <a:noFill/>
            <a:ln w="25400" cap="flat">
              <a:solidFill>
                <a:srgbClr val="FFFFFF"/>
              </a:solidFill>
              <a:prstDash val="solid"/>
              <a:round/>
            </a:ln>
          </p:spPr>
          <p:txBody>
            <a:bodyPr rtlCol="0" anchor="ctr"/>
            <a:lstStyle/>
            <a:p>
              <a:pPr defTabSz="1219170">
                <a:defRPr/>
              </a:pPr>
              <a:endParaRPr lang="en-US" sz="1600" kern="0" dirty="0">
                <a:solidFill>
                  <a:prstClr val="white"/>
                </a:solidFill>
                <a:latin typeface="+mn-ea"/>
              </a:endParaRPr>
            </a:p>
          </p:txBody>
        </p:sp>
        <p:sp>
          <p:nvSpPr>
            <p:cNvPr id="8" name="Freeform: Shape 40">
              <a:extLst>
                <a:ext uri="{FF2B5EF4-FFF2-40B4-BE49-F238E27FC236}">
                  <a16:creationId xmlns:a16="http://schemas.microsoft.com/office/drawing/2014/main" id="{C93FA426-40AA-780B-D572-F516CD5625DB}"/>
                </a:ext>
              </a:extLst>
            </p:cNvPr>
            <p:cNvSpPr/>
            <p:nvPr/>
          </p:nvSpPr>
          <p:spPr>
            <a:xfrm>
              <a:off x="9926304" y="520781"/>
              <a:ext cx="54714" cy="128738"/>
            </a:xfrm>
            <a:custGeom>
              <a:avLst/>
              <a:gdLst>
                <a:gd name="connsiteX0" fmla="*/ 4828 w 54713"/>
                <a:gd name="connsiteY0" fmla="*/ 125841 h 128737"/>
                <a:gd name="connsiteX1" fmla="*/ 4828 w 54713"/>
                <a:gd name="connsiteY1" fmla="*/ 76277 h 128737"/>
                <a:gd name="connsiteX2" fmla="*/ 52461 w 54713"/>
                <a:gd name="connsiteY2" fmla="*/ 52461 h 128737"/>
                <a:gd name="connsiteX3" fmla="*/ 52461 w 54713"/>
                <a:gd name="connsiteY3" fmla="*/ 4828 h 128737"/>
              </a:gdLst>
              <a:ahLst/>
              <a:cxnLst>
                <a:cxn ang="0">
                  <a:pos x="connsiteX0" y="connsiteY0"/>
                </a:cxn>
                <a:cxn ang="0">
                  <a:pos x="connsiteX1" y="connsiteY1"/>
                </a:cxn>
                <a:cxn ang="0">
                  <a:pos x="connsiteX2" y="connsiteY2"/>
                </a:cxn>
                <a:cxn ang="0">
                  <a:pos x="connsiteX3" y="connsiteY3"/>
                </a:cxn>
              </a:cxnLst>
              <a:rect l="l" t="t" r="r" b="b"/>
              <a:pathLst>
                <a:path w="54713" h="128737">
                  <a:moveTo>
                    <a:pt x="4828" y="125841"/>
                  </a:moveTo>
                  <a:lnTo>
                    <a:pt x="4828" y="76277"/>
                  </a:lnTo>
                  <a:lnTo>
                    <a:pt x="52461" y="52461"/>
                  </a:lnTo>
                  <a:lnTo>
                    <a:pt x="52461" y="4828"/>
                  </a:lnTo>
                </a:path>
              </a:pathLst>
            </a:custGeom>
            <a:noFill/>
            <a:ln w="25400" cap="flat">
              <a:solidFill>
                <a:srgbClr val="FFFFFF"/>
              </a:solidFill>
              <a:prstDash val="solid"/>
              <a:round/>
            </a:ln>
          </p:spPr>
          <p:txBody>
            <a:bodyPr rtlCol="0" anchor="ctr"/>
            <a:lstStyle/>
            <a:p>
              <a:pPr defTabSz="1219170">
                <a:defRPr/>
              </a:pPr>
              <a:endParaRPr lang="en-US" sz="1600" kern="0" dirty="0">
                <a:solidFill>
                  <a:prstClr val="white"/>
                </a:solidFill>
                <a:latin typeface="+mn-ea"/>
              </a:endParaRPr>
            </a:p>
          </p:txBody>
        </p:sp>
        <p:sp>
          <p:nvSpPr>
            <p:cNvPr id="9" name="Freeform: Shape 43">
              <a:extLst>
                <a:ext uri="{FF2B5EF4-FFF2-40B4-BE49-F238E27FC236}">
                  <a16:creationId xmlns:a16="http://schemas.microsoft.com/office/drawing/2014/main" id="{5CBE9F24-D48C-016D-05A2-86CBEC6EA854}"/>
                </a:ext>
              </a:extLst>
            </p:cNvPr>
            <p:cNvSpPr/>
            <p:nvPr/>
          </p:nvSpPr>
          <p:spPr>
            <a:xfrm>
              <a:off x="9878671" y="568414"/>
              <a:ext cx="54714" cy="32184"/>
            </a:xfrm>
            <a:custGeom>
              <a:avLst/>
              <a:gdLst>
                <a:gd name="connsiteX0" fmla="*/ 52461 w 54713"/>
                <a:gd name="connsiteY0" fmla="*/ 28644 h 32184"/>
                <a:gd name="connsiteX1" fmla="*/ 4828 w 54713"/>
                <a:gd name="connsiteY1" fmla="*/ 4828 h 32184"/>
              </a:gdLst>
              <a:ahLst/>
              <a:cxnLst>
                <a:cxn ang="0">
                  <a:pos x="connsiteX0" y="connsiteY0"/>
                </a:cxn>
                <a:cxn ang="0">
                  <a:pos x="connsiteX1" y="connsiteY1"/>
                </a:cxn>
              </a:cxnLst>
              <a:rect l="l" t="t" r="r" b="b"/>
              <a:pathLst>
                <a:path w="54713" h="32184">
                  <a:moveTo>
                    <a:pt x="52461" y="28644"/>
                  </a:moveTo>
                  <a:lnTo>
                    <a:pt x="4828" y="4828"/>
                  </a:lnTo>
                </a:path>
              </a:pathLst>
            </a:custGeom>
            <a:ln w="25400" cap="flat">
              <a:solidFill>
                <a:srgbClr val="FFFFFF"/>
              </a:solidFill>
              <a:prstDash val="solid"/>
              <a:round/>
            </a:ln>
          </p:spPr>
          <p:txBody>
            <a:bodyPr rtlCol="0" anchor="ctr"/>
            <a:lstStyle/>
            <a:p>
              <a:pPr defTabSz="1219170">
                <a:defRPr/>
              </a:pPr>
              <a:endParaRPr lang="en-US" sz="1600" kern="0" dirty="0">
                <a:solidFill>
                  <a:prstClr val="white"/>
                </a:solidFill>
                <a:latin typeface="+mn-ea"/>
              </a:endParaRPr>
            </a:p>
          </p:txBody>
        </p:sp>
        <p:sp>
          <p:nvSpPr>
            <p:cNvPr id="17" name="Freeform: Shape 44">
              <a:extLst>
                <a:ext uri="{FF2B5EF4-FFF2-40B4-BE49-F238E27FC236}">
                  <a16:creationId xmlns:a16="http://schemas.microsoft.com/office/drawing/2014/main" id="{D2EF7C73-A0B9-154F-B392-35F8BF0576F6}"/>
                </a:ext>
              </a:extLst>
            </p:cNvPr>
            <p:cNvSpPr/>
            <p:nvPr/>
          </p:nvSpPr>
          <p:spPr>
            <a:xfrm>
              <a:off x="9926304" y="477976"/>
              <a:ext cx="9655" cy="67587"/>
            </a:xfrm>
            <a:custGeom>
              <a:avLst/>
              <a:gdLst>
                <a:gd name="connsiteX0" fmla="*/ 4828 w 9655"/>
                <a:gd name="connsiteY0" fmla="*/ 63403 h 67587"/>
                <a:gd name="connsiteX1" fmla="*/ 4828 w 9655"/>
                <a:gd name="connsiteY1" fmla="*/ 4828 h 67587"/>
              </a:gdLst>
              <a:ahLst/>
              <a:cxnLst>
                <a:cxn ang="0">
                  <a:pos x="connsiteX0" y="connsiteY0"/>
                </a:cxn>
                <a:cxn ang="0">
                  <a:pos x="connsiteX1" y="connsiteY1"/>
                </a:cxn>
              </a:cxnLst>
              <a:rect l="l" t="t" r="r" b="b"/>
              <a:pathLst>
                <a:path w="9655" h="67587">
                  <a:moveTo>
                    <a:pt x="4828" y="63403"/>
                  </a:moveTo>
                  <a:lnTo>
                    <a:pt x="4828" y="4828"/>
                  </a:lnTo>
                </a:path>
              </a:pathLst>
            </a:custGeom>
            <a:ln w="25400" cap="flat">
              <a:solidFill>
                <a:srgbClr val="FFFFFF"/>
              </a:solidFill>
              <a:prstDash val="solid"/>
              <a:round/>
            </a:ln>
          </p:spPr>
          <p:txBody>
            <a:bodyPr rtlCol="0" anchor="ctr"/>
            <a:lstStyle/>
            <a:p>
              <a:pPr defTabSz="1219170">
                <a:defRPr/>
              </a:pPr>
              <a:endParaRPr lang="en-US" sz="1600" kern="0" dirty="0">
                <a:solidFill>
                  <a:prstClr val="white"/>
                </a:solidFill>
                <a:latin typeface="+mn-ea"/>
              </a:endParaRPr>
            </a:p>
          </p:txBody>
        </p:sp>
        <p:sp>
          <p:nvSpPr>
            <p:cNvPr id="18" name="Freeform: Shape 45">
              <a:extLst>
                <a:ext uri="{FF2B5EF4-FFF2-40B4-BE49-F238E27FC236}">
                  <a16:creationId xmlns:a16="http://schemas.microsoft.com/office/drawing/2014/main" id="{94C5F596-570C-C2D9-2C52-672198340645}"/>
                </a:ext>
              </a:extLst>
            </p:cNvPr>
            <p:cNvSpPr/>
            <p:nvPr/>
          </p:nvSpPr>
          <p:spPr>
            <a:xfrm>
              <a:off x="9831038" y="615404"/>
              <a:ext cx="54714" cy="35403"/>
            </a:xfrm>
            <a:custGeom>
              <a:avLst/>
              <a:gdLst>
                <a:gd name="connsiteX0" fmla="*/ 4828 w 54713"/>
                <a:gd name="connsiteY0" fmla="*/ 31863 h 35402"/>
                <a:gd name="connsiteX1" fmla="*/ 50530 w 54713"/>
                <a:gd name="connsiteY1" fmla="*/ 4828 h 35402"/>
              </a:gdLst>
              <a:ahLst/>
              <a:cxnLst>
                <a:cxn ang="0">
                  <a:pos x="connsiteX0" y="connsiteY0"/>
                </a:cxn>
                <a:cxn ang="0">
                  <a:pos x="connsiteX1" y="connsiteY1"/>
                </a:cxn>
              </a:cxnLst>
              <a:rect l="l" t="t" r="r" b="b"/>
              <a:pathLst>
                <a:path w="54713" h="35402">
                  <a:moveTo>
                    <a:pt x="4828" y="31863"/>
                  </a:moveTo>
                  <a:lnTo>
                    <a:pt x="50530" y="4828"/>
                  </a:lnTo>
                </a:path>
              </a:pathLst>
            </a:custGeom>
            <a:ln w="25400" cap="flat">
              <a:solidFill>
                <a:srgbClr val="FFFFFF"/>
              </a:solidFill>
              <a:prstDash val="solid"/>
              <a:round/>
            </a:ln>
          </p:spPr>
          <p:txBody>
            <a:bodyPr rtlCol="0" anchor="ctr"/>
            <a:lstStyle/>
            <a:p>
              <a:pPr defTabSz="1219170">
                <a:defRPr/>
              </a:pPr>
              <a:endParaRPr lang="en-US" sz="1600" kern="0" dirty="0">
                <a:solidFill>
                  <a:prstClr val="white"/>
                </a:solidFill>
                <a:latin typeface="+mn-ea"/>
              </a:endParaRPr>
            </a:p>
          </p:txBody>
        </p:sp>
        <p:sp>
          <p:nvSpPr>
            <p:cNvPr id="19" name="Freeform: Shape 46">
              <a:extLst>
                <a:ext uri="{FF2B5EF4-FFF2-40B4-BE49-F238E27FC236}">
                  <a16:creationId xmlns:a16="http://schemas.microsoft.com/office/drawing/2014/main" id="{AB043E0E-47C1-BDE0-94B2-4A48822A2B08}"/>
                </a:ext>
              </a:extLst>
            </p:cNvPr>
            <p:cNvSpPr/>
            <p:nvPr/>
          </p:nvSpPr>
          <p:spPr>
            <a:xfrm>
              <a:off x="9878671" y="687497"/>
              <a:ext cx="54714" cy="38621"/>
            </a:xfrm>
            <a:custGeom>
              <a:avLst/>
              <a:gdLst>
                <a:gd name="connsiteX0" fmla="*/ 4828 w 54713"/>
                <a:gd name="connsiteY0" fmla="*/ 36690 h 38621"/>
                <a:gd name="connsiteX1" fmla="*/ 52461 w 54713"/>
                <a:gd name="connsiteY1" fmla="*/ 4828 h 38621"/>
              </a:gdLst>
              <a:ahLst/>
              <a:cxnLst>
                <a:cxn ang="0">
                  <a:pos x="connsiteX0" y="connsiteY0"/>
                </a:cxn>
                <a:cxn ang="0">
                  <a:pos x="connsiteX1" y="connsiteY1"/>
                </a:cxn>
              </a:cxnLst>
              <a:rect l="l" t="t" r="r" b="b"/>
              <a:pathLst>
                <a:path w="54713" h="38621">
                  <a:moveTo>
                    <a:pt x="4828" y="36690"/>
                  </a:moveTo>
                  <a:lnTo>
                    <a:pt x="52461" y="4828"/>
                  </a:lnTo>
                </a:path>
              </a:pathLst>
            </a:custGeom>
            <a:ln w="25400" cap="flat">
              <a:solidFill>
                <a:srgbClr val="FFFFFF"/>
              </a:solidFill>
              <a:prstDash val="solid"/>
              <a:round/>
            </a:ln>
          </p:spPr>
          <p:txBody>
            <a:bodyPr rtlCol="0" anchor="ctr"/>
            <a:lstStyle/>
            <a:p>
              <a:pPr defTabSz="1219170">
                <a:defRPr/>
              </a:pPr>
              <a:endParaRPr lang="en-US" sz="1600" kern="0" dirty="0">
                <a:solidFill>
                  <a:prstClr val="white"/>
                </a:solidFill>
                <a:latin typeface="+mn-ea"/>
              </a:endParaRPr>
            </a:p>
          </p:txBody>
        </p:sp>
        <p:sp>
          <p:nvSpPr>
            <p:cNvPr id="20" name="Freeform: Shape 47">
              <a:extLst>
                <a:ext uri="{FF2B5EF4-FFF2-40B4-BE49-F238E27FC236}">
                  <a16:creationId xmlns:a16="http://schemas.microsoft.com/office/drawing/2014/main" id="{52EE7537-E692-56A3-2958-C9D26E4DAB15}"/>
                </a:ext>
              </a:extLst>
            </p:cNvPr>
            <p:cNvSpPr/>
            <p:nvPr/>
          </p:nvSpPr>
          <p:spPr>
            <a:xfrm>
              <a:off x="9922120" y="777613"/>
              <a:ext cx="54714" cy="35403"/>
            </a:xfrm>
            <a:custGeom>
              <a:avLst/>
              <a:gdLst>
                <a:gd name="connsiteX0" fmla="*/ 4828 w 54713"/>
                <a:gd name="connsiteY0" fmla="*/ 31863 h 35402"/>
                <a:gd name="connsiteX1" fmla="*/ 50851 w 54713"/>
                <a:gd name="connsiteY1" fmla="*/ 4828 h 35402"/>
              </a:gdLst>
              <a:ahLst/>
              <a:cxnLst>
                <a:cxn ang="0">
                  <a:pos x="connsiteX0" y="connsiteY0"/>
                </a:cxn>
                <a:cxn ang="0">
                  <a:pos x="connsiteX1" y="connsiteY1"/>
                </a:cxn>
              </a:cxnLst>
              <a:rect l="l" t="t" r="r" b="b"/>
              <a:pathLst>
                <a:path w="54713" h="35402">
                  <a:moveTo>
                    <a:pt x="4828" y="31863"/>
                  </a:moveTo>
                  <a:lnTo>
                    <a:pt x="50851" y="4828"/>
                  </a:lnTo>
                </a:path>
              </a:pathLst>
            </a:custGeom>
            <a:ln w="25400" cap="flat">
              <a:solidFill>
                <a:srgbClr val="FFFFFF"/>
              </a:solidFill>
              <a:prstDash val="solid"/>
              <a:round/>
            </a:ln>
          </p:spPr>
          <p:txBody>
            <a:bodyPr rtlCol="0" anchor="ctr"/>
            <a:lstStyle/>
            <a:p>
              <a:pPr defTabSz="1219170">
                <a:defRPr/>
              </a:pPr>
              <a:endParaRPr lang="en-US" sz="1600" kern="0" dirty="0">
                <a:solidFill>
                  <a:prstClr val="white"/>
                </a:solidFill>
                <a:latin typeface="+mn-ea"/>
              </a:endParaRPr>
            </a:p>
          </p:txBody>
        </p:sp>
        <p:sp>
          <p:nvSpPr>
            <p:cNvPr id="21" name="Freeform: Shape 48">
              <a:extLst>
                <a:ext uri="{FF2B5EF4-FFF2-40B4-BE49-F238E27FC236}">
                  <a16:creationId xmlns:a16="http://schemas.microsoft.com/office/drawing/2014/main" id="{43FF7DC4-B9B9-B223-DD30-AE48F47B15FD}"/>
                </a:ext>
              </a:extLst>
            </p:cNvPr>
            <p:cNvSpPr/>
            <p:nvPr/>
          </p:nvSpPr>
          <p:spPr>
            <a:xfrm>
              <a:off x="9918258" y="687497"/>
              <a:ext cx="112646" cy="64369"/>
            </a:xfrm>
            <a:custGeom>
              <a:avLst/>
              <a:gdLst>
                <a:gd name="connsiteX0" fmla="*/ 4828 w 112645"/>
                <a:gd name="connsiteY0" fmla="*/ 60507 h 64368"/>
                <a:gd name="connsiteX1" fmla="*/ 108140 w 112645"/>
                <a:gd name="connsiteY1" fmla="*/ 4828 h 64368"/>
              </a:gdLst>
              <a:ahLst/>
              <a:cxnLst>
                <a:cxn ang="0">
                  <a:pos x="connsiteX0" y="connsiteY0"/>
                </a:cxn>
                <a:cxn ang="0">
                  <a:pos x="connsiteX1" y="connsiteY1"/>
                </a:cxn>
              </a:cxnLst>
              <a:rect l="l" t="t" r="r" b="b"/>
              <a:pathLst>
                <a:path w="112645" h="64368">
                  <a:moveTo>
                    <a:pt x="4828" y="60507"/>
                  </a:moveTo>
                  <a:lnTo>
                    <a:pt x="108140" y="4828"/>
                  </a:lnTo>
                </a:path>
              </a:pathLst>
            </a:custGeom>
            <a:ln w="25400" cap="flat">
              <a:solidFill>
                <a:srgbClr val="FFFFFF"/>
              </a:solidFill>
              <a:prstDash val="solid"/>
              <a:round/>
            </a:ln>
          </p:spPr>
          <p:txBody>
            <a:bodyPr rtlCol="0" anchor="ctr"/>
            <a:lstStyle/>
            <a:p>
              <a:pPr defTabSz="1219170">
                <a:defRPr/>
              </a:pPr>
              <a:endParaRPr lang="en-US" sz="1600" kern="0" dirty="0">
                <a:solidFill>
                  <a:prstClr val="white"/>
                </a:solidFill>
                <a:latin typeface="+mn-ea"/>
              </a:endParaRPr>
            </a:p>
          </p:txBody>
        </p:sp>
        <p:sp>
          <p:nvSpPr>
            <p:cNvPr id="22" name="Freeform: Shape 49">
              <a:extLst>
                <a:ext uri="{FF2B5EF4-FFF2-40B4-BE49-F238E27FC236}">
                  <a16:creationId xmlns:a16="http://schemas.microsoft.com/office/drawing/2014/main" id="{2AE0748E-7FAE-DA78-FFB2-280E0FC77BF6}"/>
                </a:ext>
              </a:extLst>
            </p:cNvPr>
            <p:cNvSpPr/>
            <p:nvPr/>
          </p:nvSpPr>
          <p:spPr>
            <a:xfrm>
              <a:off x="9878671" y="639864"/>
              <a:ext cx="54714" cy="38621"/>
            </a:xfrm>
            <a:custGeom>
              <a:avLst/>
              <a:gdLst>
                <a:gd name="connsiteX0" fmla="*/ 4828 w 54713"/>
                <a:gd name="connsiteY0" fmla="*/ 36690 h 38621"/>
                <a:gd name="connsiteX1" fmla="*/ 52461 w 54713"/>
                <a:gd name="connsiteY1" fmla="*/ 4828 h 38621"/>
              </a:gdLst>
              <a:ahLst/>
              <a:cxnLst>
                <a:cxn ang="0">
                  <a:pos x="connsiteX0" y="connsiteY0"/>
                </a:cxn>
                <a:cxn ang="0">
                  <a:pos x="connsiteX1" y="connsiteY1"/>
                </a:cxn>
              </a:cxnLst>
              <a:rect l="l" t="t" r="r" b="b"/>
              <a:pathLst>
                <a:path w="54713" h="38621">
                  <a:moveTo>
                    <a:pt x="4828" y="36690"/>
                  </a:moveTo>
                  <a:lnTo>
                    <a:pt x="52461" y="4828"/>
                  </a:lnTo>
                </a:path>
              </a:pathLst>
            </a:custGeom>
            <a:ln w="25400" cap="flat">
              <a:solidFill>
                <a:srgbClr val="FFFFFF"/>
              </a:solidFill>
              <a:prstDash val="solid"/>
              <a:round/>
            </a:ln>
          </p:spPr>
          <p:txBody>
            <a:bodyPr rtlCol="0" anchor="ctr"/>
            <a:lstStyle/>
            <a:p>
              <a:pPr defTabSz="1219170">
                <a:defRPr/>
              </a:pPr>
              <a:endParaRPr lang="en-US" sz="1600" kern="0" dirty="0">
                <a:solidFill>
                  <a:prstClr val="white"/>
                </a:solidFill>
                <a:latin typeface="+mn-ea"/>
              </a:endParaRPr>
            </a:p>
          </p:txBody>
        </p:sp>
        <p:sp>
          <p:nvSpPr>
            <p:cNvPr id="23" name="Freeform: Shape 50">
              <a:extLst>
                <a:ext uri="{FF2B5EF4-FFF2-40B4-BE49-F238E27FC236}">
                  <a16:creationId xmlns:a16="http://schemas.microsoft.com/office/drawing/2014/main" id="{1972AADC-982D-937B-85AF-58142FC35C12}"/>
                </a:ext>
              </a:extLst>
            </p:cNvPr>
            <p:cNvSpPr/>
            <p:nvPr/>
          </p:nvSpPr>
          <p:spPr>
            <a:xfrm>
              <a:off x="9831038" y="449332"/>
              <a:ext cx="199544" cy="389432"/>
            </a:xfrm>
            <a:custGeom>
              <a:avLst/>
              <a:gdLst>
                <a:gd name="connsiteX0" fmla="*/ 195360 w 199543"/>
                <a:gd name="connsiteY0" fmla="*/ 36368 h 389431"/>
                <a:gd name="connsiteX1" fmla="*/ 147727 w 199543"/>
                <a:gd name="connsiteY1" fmla="*/ 4828 h 389431"/>
                <a:gd name="connsiteX2" fmla="*/ 52461 w 199543"/>
                <a:gd name="connsiteY2" fmla="*/ 60185 h 389431"/>
                <a:gd name="connsiteX3" fmla="*/ 52461 w 199543"/>
                <a:gd name="connsiteY3" fmla="*/ 123588 h 389431"/>
                <a:gd name="connsiteX4" fmla="*/ 4828 w 199543"/>
                <a:gd name="connsiteY4" fmla="*/ 147727 h 389431"/>
                <a:gd name="connsiteX5" fmla="*/ 4828 w 199543"/>
                <a:gd name="connsiteY5" fmla="*/ 197291 h 389431"/>
                <a:gd name="connsiteX6" fmla="*/ 4828 w 199543"/>
                <a:gd name="connsiteY6" fmla="*/ 242993 h 389431"/>
                <a:gd name="connsiteX7" fmla="*/ 52461 w 199543"/>
                <a:gd name="connsiteY7" fmla="*/ 274855 h 389431"/>
                <a:gd name="connsiteX8" fmla="*/ 52461 w 199543"/>
                <a:gd name="connsiteY8" fmla="*/ 330534 h 389431"/>
                <a:gd name="connsiteX9" fmla="*/ 147727 w 199543"/>
                <a:gd name="connsiteY9" fmla="*/ 385892 h 389431"/>
                <a:gd name="connsiteX10" fmla="*/ 195360 w 199543"/>
                <a:gd name="connsiteY10" fmla="*/ 360466 h 389431"/>
                <a:gd name="connsiteX11" fmla="*/ 195360 w 199543"/>
                <a:gd name="connsiteY11" fmla="*/ 195360 h 389431"/>
                <a:gd name="connsiteX12" fmla="*/ 147727 w 199543"/>
                <a:gd name="connsiteY12" fmla="*/ 171543 h 3894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99543" h="389431">
                  <a:moveTo>
                    <a:pt x="195360" y="36368"/>
                  </a:moveTo>
                  <a:lnTo>
                    <a:pt x="147727" y="4828"/>
                  </a:lnTo>
                  <a:lnTo>
                    <a:pt x="52461" y="60185"/>
                  </a:lnTo>
                  <a:lnTo>
                    <a:pt x="52461" y="123588"/>
                  </a:lnTo>
                  <a:lnTo>
                    <a:pt x="4828" y="147727"/>
                  </a:lnTo>
                  <a:lnTo>
                    <a:pt x="4828" y="197291"/>
                  </a:lnTo>
                  <a:lnTo>
                    <a:pt x="4828" y="242993"/>
                  </a:lnTo>
                  <a:lnTo>
                    <a:pt x="52461" y="274855"/>
                  </a:lnTo>
                  <a:lnTo>
                    <a:pt x="52461" y="330534"/>
                  </a:lnTo>
                  <a:lnTo>
                    <a:pt x="147727" y="385892"/>
                  </a:lnTo>
                  <a:lnTo>
                    <a:pt x="195360" y="360466"/>
                  </a:lnTo>
                  <a:lnTo>
                    <a:pt x="195360" y="195360"/>
                  </a:lnTo>
                  <a:lnTo>
                    <a:pt x="147727" y="171543"/>
                  </a:lnTo>
                </a:path>
              </a:pathLst>
            </a:custGeom>
            <a:noFill/>
            <a:ln w="25400" cap="flat">
              <a:solidFill>
                <a:srgbClr val="FFFFFF"/>
              </a:solidFill>
              <a:prstDash val="solid"/>
              <a:round/>
            </a:ln>
          </p:spPr>
          <p:txBody>
            <a:bodyPr rtlCol="0" anchor="ctr"/>
            <a:lstStyle/>
            <a:p>
              <a:pPr defTabSz="1219170">
                <a:defRPr/>
              </a:pPr>
              <a:endParaRPr lang="en-US" sz="1600" kern="0" dirty="0">
                <a:solidFill>
                  <a:prstClr val="white"/>
                </a:solidFill>
                <a:latin typeface="+mn-ea"/>
              </a:endParaRPr>
            </a:p>
          </p:txBody>
        </p:sp>
        <p:sp>
          <p:nvSpPr>
            <p:cNvPr id="24" name="Freeform: Shape 51">
              <a:extLst>
                <a:ext uri="{FF2B5EF4-FFF2-40B4-BE49-F238E27FC236}">
                  <a16:creationId xmlns:a16="http://schemas.microsoft.com/office/drawing/2014/main" id="{599A09D5-EA14-F357-2A5A-5393AFAA8355}"/>
                </a:ext>
              </a:extLst>
            </p:cNvPr>
            <p:cNvSpPr/>
            <p:nvPr/>
          </p:nvSpPr>
          <p:spPr>
            <a:xfrm>
              <a:off x="9926304" y="639864"/>
              <a:ext cx="54714" cy="80461"/>
            </a:xfrm>
            <a:custGeom>
              <a:avLst/>
              <a:gdLst>
                <a:gd name="connsiteX0" fmla="*/ 52461 w 54713"/>
                <a:gd name="connsiteY0" fmla="*/ 76277 h 80461"/>
                <a:gd name="connsiteX1" fmla="*/ 52461 w 54713"/>
                <a:gd name="connsiteY1" fmla="*/ 36690 h 80461"/>
                <a:gd name="connsiteX2" fmla="*/ 4828 w 54713"/>
                <a:gd name="connsiteY2" fmla="*/ 4828 h 80461"/>
              </a:gdLst>
              <a:ahLst/>
              <a:cxnLst>
                <a:cxn ang="0">
                  <a:pos x="connsiteX0" y="connsiteY0"/>
                </a:cxn>
                <a:cxn ang="0">
                  <a:pos x="connsiteX1" y="connsiteY1"/>
                </a:cxn>
                <a:cxn ang="0">
                  <a:pos x="connsiteX2" y="connsiteY2"/>
                </a:cxn>
              </a:cxnLst>
              <a:rect l="l" t="t" r="r" b="b"/>
              <a:pathLst>
                <a:path w="54713" h="80461">
                  <a:moveTo>
                    <a:pt x="52461" y="76277"/>
                  </a:moveTo>
                  <a:lnTo>
                    <a:pt x="52461" y="36690"/>
                  </a:lnTo>
                  <a:lnTo>
                    <a:pt x="4828" y="4828"/>
                  </a:lnTo>
                </a:path>
              </a:pathLst>
            </a:custGeom>
            <a:noFill/>
            <a:ln w="25400" cap="flat">
              <a:solidFill>
                <a:srgbClr val="FFFFFF"/>
              </a:solidFill>
              <a:prstDash val="solid"/>
              <a:round/>
            </a:ln>
          </p:spPr>
          <p:txBody>
            <a:bodyPr rtlCol="0" anchor="ctr"/>
            <a:lstStyle/>
            <a:p>
              <a:pPr defTabSz="1219170">
                <a:defRPr/>
              </a:pPr>
              <a:endParaRPr lang="en-US" sz="1600" kern="0" dirty="0">
                <a:solidFill>
                  <a:prstClr val="white"/>
                </a:solidFill>
                <a:latin typeface="+mn-ea"/>
              </a:endParaRPr>
            </a:p>
          </p:txBody>
        </p:sp>
        <p:sp>
          <p:nvSpPr>
            <p:cNvPr id="25" name="Freeform: Shape 52">
              <a:extLst>
                <a:ext uri="{FF2B5EF4-FFF2-40B4-BE49-F238E27FC236}">
                  <a16:creationId xmlns:a16="http://schemas.microsoft.com/office/drawing/2014/main" id="{149872CD-469B-FB22-6449-DE8C39CC8619}"/>
                </a:ext>
              </a:extLst>
            </p:cNvPr>
            <p:cNvSpPr/>
            <p:nvPr/>
          </p:nvSpPr>
          <p:spPr>
            <a:xfrm>
              <a:off x="10212102" y="599633"/>
              <a:ext cx="9655" cy="93335"/>
            </a:xfrm>
            <a:custGeom>
              <a:avLst/>
              <a:gdLst>
                <a:gd name="connsiteX0" fmla="*/ 4828 w 9655"/>
                <a:gd name="connsiteY0" fmla="*/ 4828 h 93334"/>
                <a:gd name="connsiteX1" fmla="*/ 4828 w 9655"/>
                <a:gd name="connsiteY1" fmla="*/ 46989 h 93334"/>
                <a:gd name="connsiteX2" fmla="*/ 4828 w 9655"/>
                <a:gd name="connsiteY2" fmla="*/ 89473 h 93334"/>
              </a:gdLst>
              <a:ahLst/>
              <a:cxnLst>
                <a:cxn ang="0">
                  <a:pos x="connsiteX0" y="connsiteY0"/>
                </a:cxn>
                <a:cxn ang="0">
                  <a:pos x="connsiteX1" y="connsiteY1"/>
                </a:cxn>
                <a:cxn ang="0">
                  <a:pos x="connsiteX2" y="connsiteY2"/>
                </a:cxn>
              </a:cxnLst>
              <a:rect l="l" t="t" r="r" b="b"/>
              <a:pathLst>
                <a:path w="9655" h="93334">
                  <a:moveTo>
                    <a:pt x="4828" y="4828"/>
                  </a:moveTo>
                  <a:lnTo>
                    <a:pt x="4828" y="46989"/>
                  </a:lnTo>
                  <a:lnTo>
                    <a:pt x="4828" y="89473"/>
                  </a:lnTo>
                  <a:close/>
                </a:path>
              </a:pathLst>
            </a:custGeom>
            <a:noFill/>
            <a:ln w="25400" cap="flat">
              <a:solidFill>
                <a:srgbClr val="FFFFFF"/>
              </a:solidFill>
              <a:prstDash val="solid"/>
              <a:round/>
            </a:ln>
          </p:spPr>
          <p:txBody>
            <a:bodyPr rtlCol="0" anchor="ctr"/>
            <a:lstStyle/>
            <a:p>
              <a:pPr defTabSz="1219170">
                <a:defRPr/>
              </a:pPr>
              <a:endParaRPr lang="en-US" sz="1600" kern="0" dirty="0">
                <a:solidFill>
                  <a:prstClr val="white"/>
                </a:solidFill>
                <a:latin typeface="+mn-ea"/>
              </a:endParaRPr>
            </a:p>
          </p:txBody>
        </p:sp>
        <p:sp>
          <p:nvSpPr>
            <p:cNvPr id="26" name="Freeform: Shape 53">
              <a:extLst>
                <a:ext uri="{FF2B5EF4-FFF2-40B4-BE49-F238E27FC236}">
                  <a16:creationId xmlns:a16="http://schemas.microsoft.com/office/drawing/2014/main" id="{2F1CD8AF-9269-0061-CC8E-E262E89FD4F7}"/>
                </a:ext>
              </a:extLst>
            </p:cNvPr>
            <p:cNvSpPr/>
            <p:nvPr/>
          </p:nvSpPr>
          <p:spPr>
            <a:xfrm>
              <a:off x="10164469" y="663680"/>
              <a:ext cx="54714" cy="32184"/>
            </a:xfrm>
            <a:custGeom>
              <a:avLst/>
              <a:gdLst>
                <a:gd name="connsiteX0" fmla="*/ 4828 w 54713"/>
                <a:gd name="connsiteY0" fmla="*/ 4828 h 32184"/>
                <a:gd name="connsiteX1" fmla="*/ 52461 w 54713"/>
                <a:gd name="connsiteY1" fmla="*/ 28644 h 32184"/>
              </a:gdLst>
              <a:ahLst/>
              <a:cxnLst>
                <a:cxn ang="0">
                  <a:pos x="connsiteX0" y="connsiteY0"/>
                </a:cxn>
                <a:cxn ang="0">
                  <a:pos x="connsiteX1" y="connsiteY1"/>
                </a:cxn>
              </a:cxnLst>
              <a:rect l="l" t="t" r="r" b="b"/>
              <a:pathLst>
                <a:path w="54713" h="32184">
                  <a:moveTo>
                    <a:pt x="4828" y="4828"/>
                  </a:moveTo>
                  <a:lnTo>
                    <a:pt x="52461" y="28644"/>
                  </a:lnTo>
                </a:path>
              </a:pathLst>
            </a:custGeom>
            <a:ln w="25400" cap="flat">
              <a:solidFill>
                <a:srgbClr val="F46EBB"/>
              </a:solidFill>
              <a:prstDash val="solid"/>
              <a:round/>
            </a:ln>
          </p:spPr>
          <p:txBody>
            <a:bodyPr rtlCol="0" anchor="ctr"/>
            <a:lstStyle/>
            <a:p>
              <a:pPr defTabSz="1219170">
                <a:defRPr/>
              </a:pPr>
              <a:endParaRPr lang="en-US" sz="1600" kern="0" dirty="0">
                <a:solidFill>
                  <a:prstClr val="white"/>
                </a:solidFill>
                <a:latin typeface="+mn-ea"/>
              </a:endParaRPr>
            </a:p>
          </p:txBody>
        </p:sp>
        <p:sp>
          <p:nvSpPr>
            <p:cNvPr id="27" name="Freeform: Shape 54">
              <a:extLst>
                <a:ext uri="{FF2B5EF4-FFF2-40B4-BE49-F238E27FC236}">
                  <a16:creationId xmlns:a16="http://schemas.microsoft.com/office/drawing/2014/main" id="{CC327646-F903-2A56-3EBD-E7BEE035A600}"/>
                </a:ext>
              </a:extLst>
            </p:cNvPr>
            <p:cNvSpPr/>
            <p:nvPr/>
          </p:nvSpPr>
          <p:spPr>
            <a:xfrm>
              <a:off x="10132928" y="536552"/>
              <a:ext cx="38621" cy="9655"/>
            </a:xfrm>
            <a:custGeom>
              <a:avLst/>
              <a:gdLst>
                <a:gd name="connsiteX0" fmla="*/ 36368 w 38621"/>
                <a:gd name="connsiteY0" fmla="*/ 4828 h 9655"/>
                <a:gd name="connsiteX1" fmla="*/ 4828 w 38621"/>
                <a:gd name="connsiteY1" fmla="*/ 4828 h 9655"/>
              </a:gdLst>
              <a:ahLst/>
              <a:cxnLst>
                <a:cxn ang="0">
                  <a:pos x="connsiteX0" y="connsiteY0"/>
                </a:cxn>
                <a:cxn ang="0">
                  <a:pos x="connsiteX1" y="connsiteY1"/>
                </a:cxn>
              </a:cxnLst>
              <a:rect l="l" t="t" r="r" b="b"/>
              <a:pathLst>
                <a:path w="38621" h="9655">
                  <a:moveTo>
                    <a:pt x="36368" y="4828"/>
                  </a:moveTo>
                  <a:lnTo>
                    <a:pt x="4828" y="4828"/>
                  </a:lnTo>
                </a:path>
              </a:pathLst>
            </a:custGeom>
            <a:ln w="25400" cap="flat">
              <a:solidFill>
                <a:srgbClr val="F46EBB"/>
              </a:solidFill>
              <a:prstDash val="solid"/>
              <a:round/>
            </a:ln>
          </p:spPr>
          <p:txBody>
            <a:bodyPr rtlCol="0" anchor="ctr"/>
            <a:lstStyle/>
            <a:p>
              <a:pPr defTabSz="1219170">
                <a:defRPr/>
              </a:pPr>
              <a:endParaRPr lang="en-US" sz="1600" kern="0" dirty="0">
                <a:solidFill>
                  <a:prstClr val="white"/>
                </a:solidFill>
                <a:latin typeface="+mn-ea"/>
              </a:endParaRPr>
            </a:p>
          </p:txBody>
        </p:sp>
        <p:sp>
          <p:nvSpPr>
            <p:cNvPr id="28" name="Freeform: Shape 55">
              <a:extLst>
                <a:ext uri="{FF2B5EF4-FFF2-40B4-BE49-F238E27FC236}">
                  <a16:creationId xmlns:a16="http://schemas.microsoft.com/office/drawing/2014/main" id="{05D8833D-C989-C44B-C62C-695342D667DA}"/>
                </a:ext>
              </a:extLst>
            </p:cNvPr>
            <p:cNvSpPr/>
            <p:nvPr/>
          </p:nvSpPr>
          <p:spPr>
            <a:xfrm>
              <a:off x="10021570" y="751222"/>
              <a:ext cx="54714" cy="9655"/>
            </a:xfrm>
            <a:custGeom>
              <a:avLst/>
              <a:gdLst>
                <a:gd name="connsiteX0" fmla="*/ 4828 w 54713"/>
                <a:gd name="connsiteY0" fmla="*/ 4828 h 9655"/>
                <a:gd name="connsiteX1" fmla="*/ 52461 w 54713"/>
                <a:gd name="connsiteY1" fmla="*/ 4828 h 9655"/>
              </a:gdLst>
              <a:ahLst/>
              <a:cxnLst>
                <a:cxn ang="0">
                  <a:pos x="connsiteX0" y="connsiteY0"/>
                </a:cxn>
                <a:cxn ang="0">
                  <a:pos x="connsiteX1" y="connsiteY1"/>
                </a:cxn>
              </a:cxnLst>
              <a:rect l="l" t="t" r="r" b="b"/>
              <a:pathLst>
                <a:path w="54713" h="9655">
                  <a:moveTo>
                    <a:pt x="4828" y="4828"/>
                  </a:moveTo>
                  <a:lnTo>
                    <a:pt x="52461" y="4828"/>
                  </a:lnTo>
                </a:path>
              </a:pathLst>
            </a:custGeom>
            <a:ln w="25400" cap="flat">
              <a:solidFill>
                <a:srgbClr val="F46EBB"/>
              </a:solidFill>
              <a:prstDash val="solid"/>
              <a:round/>
            </a:ln>
          </p:spPr>
          <p:txBody>
            <a:bodyPr rtlCol="0" anchor="ctr"/>
            <a:lstStyle/>
            <a:p>
              <a:pPr defTabSz="1219170">
                <a:defRPr/>
              </a:pPr>
              <a:endParaRPr lang="en-US" sz="1600" kern="0" dirty="0">
                <a:solidFill>
                  <a:prstClr val="white"/>
                </a:solidFill>
                <a:latin typeface="+mn-ea"/>
              </a:endParaRPr>
            </a:p>
          </p:txBody>
        </p:sp>
        <p:sp>
          <p:nvSpPr>
            <p:cNvPr id="29" name="Freeform: Shape 56">
              <a:extLst>
                <a:ext uri="{FF2B5EF4-FFF2-40B4-BE49-F238E27FC236}">
                  <a16:creationId xmlns:a16="http://schemas.microsoft.com/office/drawing/2014/main" id="{4684B059-46A6-FA06-FF71-5221C991EE99}"/>
                </a:ext>
              </a:extLst>
            </p:cNvPr>
            <p:cNvSpPr/>
            <p:nvPr/>
          </p:nvSpPr>
          <p:spPr>
            <a:xfrm>
              <a:off x="10101065" y="520781"/>
              <a:ext cx="38621" cy="38621"/>
            </a:xfrm>
            <a:custGeom>
              <a:avLst/>
              <a:gdLst>
                <a:gd name="connsiteX0" fmla="*/ 36368 w 38621"/>
                <a:gd name="connsiteY0" fmla="*/ 20598 h 38621"/>
                <a:gd name="connsiteX1" fmla="*/ 20598 w 38621"/>
                <a:gd name="connsiteY1" fmla="*/ 36368 h 38621"/>
                <a:gd name="connsiteX2" fmla="*/ 4828 w 38621"/>
                <a:gd name="connsiteY2" fmla="*/ 20598 h 38621"/>
                <a:gd name="connsiteX3" fmla="*/ 20598 w 38621"/>
                <a:gd name="connsiteY3" fmla="*/ 4828 h 38621"/>
                <a:gd name="connsiteX4" fmla="*/ 36368 w 38621"/>
                <a:gd name="connsiteY4" fmla="*/ 20598 h 386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621" h="38621">
                  <a:moveTo>
                    <a:pt x="36368" y="20598"/>
                  </a:moveTo>
                  <a:cubicBezTo>
                    <a:pt x="36368" y="29308"/>
                    <a:pt x="29308" y="36368"/>
                    <a:pt x="20598" y="36368"/>
                  </a:cubicBezTo>
                  <a:cubicBezTo>
                    <a:pt x="11888" y="36368"/>
                    <a:pt x="4828" y="29308"/>
                    <a:pt x="4828" y="20598"/>
                  </a:cubicBezTo>
                  <a:cubicBezTo>
                    <a:pt x="4828" y="11888"/>
                    <a:pt x="11888" y="4828"/>
                    <a:pt x="20598" y="4828"/>
                  </a:cubicBezTo>
                  <a:cubicBezTo>
                    <a:pt x="29308" y="4828"/>
                    <a:pt x="36368" y="11888"/>
                    <a:pt x="36368" y="20598"/>
                  </a:cubicBezTo>
                  <a:close/>
                </a:path>
              </a:pathLst>
            </a:custGeom>
            <a:noFill/>
            <a:ln w="25400" cap="flat">
              <a:solidFill>
                <a:srgbClr val="F46EBB"/>
              </a:solidFill>
              <a:prstDash val="solid"/>
              <a:round/>
            </a:ln>
          </p:spPr>
          <p:txBody>
            <a:bodyPr rtlCol="0" anchor="ctr"/>
            <a:lstStyle/>
            <a:p>
              <a:pPr defTabSz="1219170">
                <a:defRPr/>
              </a:pPr>
              <a:endParaRPr lang="en-US" sz="1600" kern="0" dirty="0">
                <a:solidFill>
                  <a:prstClr val="white"/>
                </a:solidFill>
                <a:latin typeface="+mn-ea"/>
              </a:endParaRPr>
            </a:p>
          </p:txBody>
        </p:sp>
        <p:sp>
          <p:nvSpPr>
            <p:cNvPr id="30" name="Freeform: Shape 57">
              <a:extLst>
                <a:ext uri="{FF2B5EF4-FFF2-40B4-BE49-F238E27FC236}">
                  <a16:creationId xmlns:a16="http://schemas.microsoft.com/office/drawing/2014/main" id="{1AB326C1-1C20-C532-1968-ECA4C9F43782}"/>
                </a:ext>
              </a:extLst>
            </p:cNvPr>
            <p:cNvSpPr/>
            <p:nvPr/>
          </p:nvSpPr>
          <p:spPr>
            <a:xfrm>
              <a:off x="10132928" y="639864"/>
              <a:ext cx="38621" cy="38621"/>
            </a:xfrm>
            <a:custGeom>
              <a:avLst/>
              <a:gdLst>
                <a:gd name="connsiteX0" fmla="*/ 36368 w 38621"/>
                <a:gd name="connsiteY0" fmla="*/ 20598 h 38621"/>
                <a:gd name="connsiteX1" fmla="*/ 20598 w 38621"/>
                <a:gd name="connsiteY1" fmla="*/ 36368 h 38621"/>
                <a:gd name="connsiteX2" fmla="*/ 4828 w 38621"/>
                <a:gd name="connsiteY2" fmla="*/ 20598 h 38621"/>
                <a:gd name="connsiteX3" fmla="*/ 20598 w 38621"/>
                <a:gd name="connsiteY3" fmla="*/ 4828 h 38621"/>
                <a:gd name="connsiteX4" fmla="*/ 36368 w 38621"/>
                <a:gd name="connsiteY4" fmla="*/ 20598 h 386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621" h="38621">
                  <a:moveTo>
                    <a:pt x="36368" y="20598"/>
                  </a:moveTo>
                  <a:cubicBezTo>
                    <a:pt x="36368" y="29308"/>
                    <a:pt x="29308" y="36368"/>
                    <a:pt x="20598" y="36368"/>
                  </a:cubicBezTo>
                  <a:cubicBezTo>
                    <a:pt x="11888" y="36368"/>
                    <a:pt x="4828" y="29308"/>
                    <a:pt x="4828" y="20598"/>
                  </a:cubicBezTo>
                  <a:cubicBezTo>
                    <a:pt x="4828" y="11888"/>
                    <a:pt x="11888" y="4828"/>
                    <a:pt x="20598" y="4828"/>
                  </a:cubicBezTo>
                  <a:cubicBezTo>
                    <a:pt x="29308" y="4828"/>
                    <a:pt x="36368" y="11888"/>
                    <a:pt x="36368" y="20598"/>
                  </a:cubicBezTo>
                  <a:close/>
                </a:path>
              </a:pathLst>
            </a:custGeom>
            <a:noFill/>
            <a:ln w="25400" cap="flat">
              <a:solidFill>
                <a:srgbClr val="F46EBB"/>
              </a:solidFill>
              <a:prstDash val="solid"/>
              <a:round/>
            </a:ln>
          </p:spPr>
          <p:txBody>
            <a:bodyPr rtlCol="0" anchor="ctr"/>
            <a:lstStyle/>
            <a:p>
              <a:pPr defTabSz="1219170">
                <a:defRPr/>
              </a:pPr>
              <a:endParaRPr lang="en-US" sz="1600" kern="0" dirty="0">
                <a:solidFill>
                  <a:prstClr val="white"/>
                </a:solidFill>
                <a:latin typeface="+mn-ea"/>
              </a:endParaRPr>
            </a:p>
          </p:txBody>
        </p:sp>
        <p:sp>
          <p:nvSpPr>
            <p:cNvPr id="31" name="Freeform: Shape 58">
              <a:extLst>
                <a:ext uri="{FF2B5EF4-FFF2-40B4-BE49-F238E27FC236}">
                  <a16:creationId xmlns:a16="http://schemas.microsoft.com/office/drawing/2014/main" id="{CBA359B7-FF13-649D-E95A-880E699E094B}"/>
                </a:ext>
              </a:extLst>
            </p:cNvPr>
            <p:cNvSpPr/>
            <p:nvPr/>
          </p:nvSpPr>
          <p:spPr>
            <a:xfrm>
              <a:off x="10069203" y="600277"/>
              <a:ext cx="38621" cy="38621"/>
            </a:xfrm>
            <a:custGeom>
              <a:avLst/>
              <a:gdLst>
                <a:gd name="connsiteX0" fmla="*/ 36368 w 38621"/>
                <a:gd name="connsiteY0" fmla="*/ 20598 h 38621"/>
                <a:gd name="connsiteX1" fmla="*/ 20598 w 38621"/>
                <a:gd name="connsiteY1" fmla="*/ 36368 h 38621"/>
                <a:gd name="connsiteX2" fmla="*/ 4828 w 38621"/>
                <a:gd name="connsiteY2" fmla="*/ 20598 h 38621"/>
                <a:gd name="connsiteX3" fmla="*/ 20598 w 38621"/>
                <a:gd name="connsiteY3" fmla="*/ 4828 h 38621"/>
                <a:gd name="connsiteX4" fmla="*/ 36368 w 38621"/>
                <a:gd name="connsiteY4" fmla="*/ 20598 h 386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621" h="38621">
                  <a:moveTo>
                    <a:pt x="36368" y="20598"/>
                  </a:moveTo>
                  <a:cubicBezTo>
                    <a:pt x="36368" y="29308"/>
                    <a:pt x="29308" y="36368"/>
                    <a:pt x="20598" y="36368"/>
                  </a:cubicBezTo>
                  <a:cubicBezTo>
                    <a:pt x="11888" y="36368"/>
                    <a:pt x="4828" y="29308"/>
                    <a:pt x="4828" y="20598"/>
                  </a:cubicBezTo>
                  <a:cubicBezTo>
                    <a:pt x="4828" y="11888"/>
                    <a:pt x="11888" y="4828"/>
                    <a:pt x="20598" y="4828"/>
                  </a:cubicBezTo>
                  <a:cubicBezTo>
                    <a:pt x="29308" y="4828"/>
                    <a:pt x="36368" y="11888"/>
                    <a:pt x="36368" y="20598"/>
                  </a:cubicBezTo>
                  <a:close/>
                </a:path>
              </a:pathLst>
            </a:custGeom>
            <a:noFill/>
            <a:ln w="25400" cap="flat">
              <a:solidFill>
                <a:srgbClr val="F46EBB"/>
              </a:solidFill>
              <a:prstDash val="solid"/>
              <a:round/>
            </a:ln>
          </p:spPr>
          <p:txBody>
            <a:bodyPr rtlCol="0" anchor="ctr"/>
            <a:lstStyle/>
            <a:p>
              <a:pPr defTabSz="1219170">
                <a:defRPr/>
              </a:pPr>
              <a:endParaRPr lang="en-US" sz="1600" kern="0" dirty="0">
                <a:solidFill>
                  <a:prstClr val="white"/>
                </a:solidFill>
                <a:latin typeface="+mn-ea"/>
              </a:endParaRPr>
            </a:p>
          </p:txBody>
        </p:sp>
        <p:sp>
          <p:nvSpPr>
            <p:cNvPr id="32" name="Freeform: Shape 59">
              <a:extLst>
                <a:ext uri="{FF2B5EF4-FFF2-40B4-BE49-F238E27FC236}">
                  <a16:creationId xmlns:a16="http://schemas.microsoft.com/office/drawing/2014/main" id="{80AC253D-E8F2-5633-993D-C2AB4686DB6E}"/>
                </a:ext>
              </a:extLst>
            </p:cNvPr>
            <p:cNvSpPr/>
            <p:nvPr/>
          </p:nvSpPr>
          <p:spPr>
            <a:xfrm>
              <a:off x="10069203" y="735452"/>
              <a:ext cx="38621" cy="38621"/>
            </a:xfrm>
            <a:custGeom>
              <a:avLst/>
              <a:gdLst>
                <a:gd name="connsiteX0" fmla="*/ 36368 w 38621"/>
                <a:gd name="connsiteY0" fmla="*/ 20598 h 38621"/>
                <a:gd name="connsiteX1" fmla="*/ 20598 w 38621"/>
                <a:gd name="connsiteY1" fmla="*/ 36368 h 38621"/>
                <a:gd name="connsiteX2" fmla="*/ 4828 w 38621"/>
                <a:gd name="connsiteY2" fmla="*/ 20598 h 38621"/>
                <a:gd name="connsiteX3" fmla="*/ 20598 w 38621"/>
                <a:gd name="connsiteY3" fmla="*/ 4828 h 38621"/>
                <a:gd name="connsiteX4" fmla="*/ 36368 w 38621"/>
                <a:gd name="connsiteY4" fmla="*/ 20598 h 386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621" h="38621">
                  <a:moveTo>
                    <a:pt x="36368" y="20598"/>
                  </a:moveTo>
                  <a:cubicBezTo>
                    <a:pt x="36368" y="29308"/>
                    <a:pt x="29308" y="36368"/>
                    <a:pt x="20598" y="36368"/>
                  </a:cubicBezTo>
                  <a:cubicBezTo>
                    <a:pt x="11888" y="36368"/>
                    <a:pt x="4828" y="29308"/>
                    <a:pt x="4828" y="20598"/>
                  </a:cubicBezTo>
                  <a:cubicBezTo>
                    <a:pt x="4828" y="11888"/>
                    <a:pt x="11888" y="4828"/>
                    <a:pt x="20598" y="4828"/>
                  </a:cubicBezTo>
                  <a:cubicBezTo>
                    <a:pt x="29308" y="4828"/>
                    <a:pt x="36368" y="11888"/>
                    <a:pt x="36368" y="20598"/>
                  </a:cubicBezTo>
                  <a:close/>
                </a:path>
              </a:pathLst>
            </a:custGeom>
            <a:noFill/>
            <a:ln w="25400" cap="flat">
              <a:solidFill>
                <a:srgbClr val="F46EBB"/>
              </a:solidFill>
              <a:prstDash val="solid"/>
              <a:round/>
            </a:ln>
          </p:spPr>
          <p:txBody>
            <a:bodyPr rtlCol="0" anchor="ctr"/>
            <a:lstStyle/>
            <a:p>
              <a:pPr defTabSz="1219170">
                <a:defRPr/>
              </a:pPr>
              <a:endParaRPr lang="en-US" sz="1600" kern="0" dirty="0">
                <a:solidFill>
                  <a:prstClr val="white"/>
                </a:solidFill>
                <a:latin typeface="+mn-ea"/>
              </a:endParaRPr>
            </a:p>
          </p:txBody>
        </p:sp>
        <p:sp>
          <p:nvSpPr>
            <p:cNvPr id="33" name="Freeform: Shape 60">
              <a:extLst>
                <a:ext uri="{FF2B5EF4-FFF2-40B4-BE49-F238E27FC236}">
                  <a16:creationId xmlns:a16="http://schemas.microsoft.com/office/drawing/2014/main" id="{6FC4C0F9-1956-16F1-6BB7-5C6398A3A921}"/>
                </a:ext>
              </a:extLst>
            </p:cNvPr>
            <p:cNvSpPr/>
            <p:nvPr/>
          </p:nvSpPr>
          <p:spPr>
            <a:xfrm>
              <a:off x="10021570" y="449332"/>
              <a:ext cx="199544" cy="389432"/>
            </a:xfrm>
            <a:custGeom>
              <a:avLst/>
              <a:gdLst>
                <a:gd name="connsiteX0" fmla="*/ 52461 w 199543"/>
                <a:gd name="connsiteY0" fmla="*/ 163497 h 389431"/>
                <a:gd name="connsiteX1" fmla="*/ 4828 w 199543"/>
                <a:gd name="connsiteY1" fmla="*/ 131956 h 389431"/>
                <a:gd name="connsiteX2" fmla="*/ 4828 w 199543"/>
                <a:gd name="connsiteY2" fmla="*/ 36368 h 389431"/>
                <a:gd name="connsiteX3" fmla="*/ 52461 w 199543"/>
                <a:gd name="connsiteY3" fmla="*/ 4828 h 389431"/>
                <a:gd name="connsiteX4" fmla="*/ 147727 w 199543"/>
                <a:gd name="connsiteY4" fmla="*/ 61794 h 389431"/>
                <a:gd name="connsiteX5" fmla="*/ 147727 w 199543"/>
                <a:gd name="connsiteY5" fmla="*/ 123588 h 389431"/>
                <a:gd name="connsiteX6" fmla="*/ 195360 w 199543"/>
                <a:gd name="connsiteY6" fmla="*/ 150623 h 389431"/>
                <a:gd name="connsiteX7" fmla="*/ 195360 w 199543"/>
                <a:gd name="connsiteY7" fmla="*/ 197291 h 389431"/>
                <a:gd name="connsiteX8" fmla="*/ 195360 w 199543"/>
                <a:gd name="connsiteY8" fmla="*/ 242993 h 389431"/>
                <a:gd name="connsiteX9" fmla="*/ 147727 w 199543"/>
                <a:gd name="connsiteY9" fmla="*/ 274855 h 389431"/>
                <a:gd name="connsiteX10" fmla="*/ 147727 w 199543"/>
                <a:gd name="connsiteY10" fmla="*/ 330534 h 389431"/>
                <a:gd name="connsiteX11" fmla="*/ 52461 w 199543"/>
                <a:gd name="connsiteY11" fmla="*/ 385892 h 389431"/>
                <a:gd name="connsiteX12" fmla="*/ 4828 w 199543"/>
                <a:gd name="connsiteY12" fmla="*/ 362075 h 389431"/>
                <a:gd name="connsiteX13" fmla="*/ 4828 w 199543"/>
                <a:gd name="connsiteY13" fmla="*/ 197934 h 3894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99543" h="389431">
                  <a:moveTo>
                    <a:pt x="52461" y="163497"/>
                  </a:moveTo>
                  <a:lnTo>
                    <a:pt x="4828" y="131956"/>
                  </a:lnTo>
                  <a:lnTo>
                    <a:pt x="4828" y="36368"/>
                  </a:lnTo>
                  <a:lnTo>
                    <a:pt x="52461" y="4828"/>
                  </a:lnTo>
                  <a:lnTo>
                    <a:pt x="147727" y="61794"/>
                  </a:lnTo>
                  <a:lnTo>
                    <a:pt x="147727" y="123588"/>
                  </a:lnTo>
                  <a:lnTo>
                    <a:pt x="195360" y="150623"/>
                  </a:lnTo>
                  <a:lnTo>
                    <a:pt x="195360" y="197291"/>
                  </a:lnTo>
                  <a:lnTo>
                    <a:pt x="195360" y="242993"/>
                  </a:lnTo>
                  <a:lnTo>
                    <a:pt x="147727" y="274855"/>
                  </a:lnTo>
                  <a:lnTo>
                    <a:pt x="147727" y="330534"/>
                  </a:lnTo>
                  <a:lnTo>
                    <a:pt x="52461" y="385892"/>
                  </a:lnTo>
                  <a:lnTo>
                    <a:pt x="4828" y="362075"/>
                  </a:lnTo>
                  <a:lnTo>
                    <a:pt x="4828" y="197934"/>
                  </a:lnTo>
                </a:path>
              </a:pathLst>
            </a:custGeom>
            <a:noFill/>
            <a:ln w="25400" cap="flat">
              <a:solidFill>
                <a:srgbClr val="FFFFFF"/>
              </a:solidFill>
              <a:prstDash val="solid"/>
              <a:round/>
            </a:ln>
          </p:spPr>
          <p:txBody>
            <a:bodyPr rtlCol="0" anchor="ctr"/>
            <a:lstStyle/>
            <a:p>
              <a:pPr defTabSz="1219170">
                <a:defRPr/>
              </a:pPr>
              <a:endParaRPr lang="en-US" sz="1600" kern="0" dirty="0">
                <a:solidFill>
                  <a:prstClr val="white"/>
                </a:solidFill>
                <a:latin typeface="+mn-ea"/>
              </a:endParaRPr>
            </a:p>
          </p:txBody>
        </p:sp>
      </p:grpSp>
      <p:sp>
        <p:nvSpPr>
          <p:cNvPr id="34" name="TextBox 64">
            <a:extLst>
              <a:ext uri="{FF2B5EF4-FFF2-40B4-BE49-F238E27FC236}">
                <a16:creationId xmlns:a16="http://schemas.microsoft.com/office/drawing/2014/main" id="{778BCB44-34FE-155C-FA94-ACCE9D5B4D51}"/>
              </a:ext>
            </a:extLst>
          </p:cNvPr>
          <p:cNvSpPr txBox="1"/>
          <p:nvPr/>
        </p:nvSpPr>
        <p:spPr>
          <a:xfrm>
            <a:off x="6725823" y="2787323"/>
            <a:ext cx="1573875" cy="338554"/>
          </a:xfrm>
          <a:prstGeom prst="rect">
            <a:avLst/>
          </a:prstGeom>
          <a:noFill/>
        </p:spPr>
        <p:txBody>
          <a:bodyPr wrap="square" lIns="96000" rIns="96000" rtlCol="0" anchor="t">
            <a:spAutoFit/>
          </a:bodyPr>
          <a:lstStyle/>
          <a:p>
            <a:pPr algn="ctr"/>
            <a:r>
              <a:rPr lang="ja-JP" altLang="en-US" sz="1600">
                <a:solidFill>
                  <a:schemeClr val="bg1"/>
                </a:solidFill>
                <a:latin typeface="+mn-ea"/>
              </a:rPr>
              <a:t>基盤モデル</a:t>
            </a:r>
            <a:endParaRPr lang="en-JP" altLang="ja-JP" sz="1600" dirty="0">
              <a:solidFill>
                <a:schemeClr val="bg1"/>
              </a:solidFill>
              <a:latin typeface="+mn-ea"/>
            </a:endParaRPr>
          </a:p>
        </p:txBody>
      </p:sp>
      <p:sp>
        <p:nvSpPr>
          <p:cNvPr id="35" name="TextBox 3">
            <a:extLst>
              <a:ext uri="{FF2B5EF4-FFF2-40B4-BE49-F238E27FC236}">
                <a16:creationId xmlns:a16="http://schemas.microsoft.com/office/drawing/2014/main" id="{D5B612AA-6A47-19C1-D927-8CFD3326FC20}"/>
              </a:ext>
            </a:extLst>
          </p:cNvPr>
          <p:cNvSpPr txBox="1"/>
          <p:nvPr/>
        </p:nvSpPr>
        <p:spPr>
          <a:xfrm>
            <a:off x="5483992" y="1942189"/>
            <a:ext cx="853241" cy="328295"/>
          </a:xfrm>
          <a:prstGeom prst="rect">
            <a:avLst/>
          </a:prstGeom>
          <a:noFill/>
        </p:spPr>
        <p:txBody>
          <a:bodyPr wrap="none" lIns="48000" tIns="48000" rIns="0" bIns="48000" rtlCol="0">
            <a:noAutofit/>
          </a:bodyPr>
          <a:lstStyle/>
          <a:p>
            <a:pPr algn="ctr" defTabSz="609585">
              <a:defRPr/>
            </a:pPr>
            <a:r>
              <a:rPr lang="ja-JP" altLang="en-US" sz="1467">
                <a:solidFill>
                  <a:schemeClr val="bg1"/>
                </a:solidFill>
                <a:latin typeface="+mn-ea"/>
              </a:rPr>
              <a:t>基盤モデル </a:t>
            </a:r>
            <a:r>
              <a:rPr lang="en-US" altLang="ja-JP" sz="1467" dirty="0">
                <a:solidFill>
                  <a:schemeClr val="bg1"/>
                </a:solidFill>
                <a:latin typeface="+mn-ea"/>
              </a:rPr>
              <a:t>or</a:t>
            </a:r>
            <a:br>
              <a:rPr lang="en-US" altLang="ja-JP" sz="1467" dirty="0">
                <a:solidFill>
                  <a:schemeClr val="bg1"/>
                </a:solidFill>
                <a:latin typeface="+mn-ea"/>
              </a:rPr>
            </a:br>
            <a:r>
              <a:rPr lang="ja-JP" altLang="en-US" sz="1467">
                <a:solidFill>
                  <a:schemeClr val="bg1"/>
                </a:solidFill>
                <a:latin typeface="+mn-ea"/>
              </a:rPr>
              <a:t>ナレッジベース の呼び出し</a:t>
            </a:r>
            <a:endParaRPr lang="en-US" altLang="ja-JP" sz="1467" dirty="0">
              <a:solidFill>
                <a:schemeClr val="bg1"/>
              </a:solidFill>
              <a:latin typeface="+mn-ea"/>
            </a:endParaRPr>
          </a:p>
        </p:txBody>
      </p:sp>
      <p:sp>
        <p:nvSpPr>
          <p:cNvPr id="36" name="Rounded Rectangle 13">
            <a:extLst>
              <a:ext uri="{FF2B5EF4-FFF2-40B4-BE49-F238E27FC236}">
                <a16:creationId xmlns:a16="http://schemas.microsoft.com/office/drawing/2014/main" id="{47D12D99-C3EC-EE4C-9241-4D3518AF9B4B}"/>
              </a:ext>
            </a:extLst>
          </p:cNvPr>
          <p:cNvSpPr/>
          <p:nvPr/>
        </p:nvSpPr>
        <p:spPr>
          <a:xfrm>
            <a:off x="1778265" y="2138741"/>
            <a:ext cx="2792448" cy="639895"/>
          </a:xfrm>
          <a:prstGeom prst="wedgeRoundRectCallout">
            <a:avLst>
              <a:gd name="adj1" fmla="val -65457"/>
              <a:gd name="adj2" fmla="val -17355"/>
              <a:gd name="adj3" fmla="val 16667"/>
            </a:avLst>
          </a:prstGeom>
          <a:noFill/>
          <a:ln w="19050">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lIns="60960" tIns="60960" rIns="60960" rtlCol="0" anchor="ctr"/>
          <a:lstStyle/>
          <a:p>
            <a:pPr algn="ctr"/>
            <a:r>
              <a:rPr lang="ja-JP" altLang="en-US" sz="1600" b="1">
                <a:solidFill>
                  <a:schemeClr val="accent5">
                    <a:lumMod val="60000"/>
                    <a:lumOff val="40000"/>
                  </a:schemeClr>
                </a:solidFill>
                <a:latin typeface="+mn-ea"/>
              </a:rPr>
              <a:t>ユーザー入力</a:t>
            </a:r>
            <a:br>
              <a:rPr lang="en-US" altLang="ja-JP" sz="1600" b="1" dirty="0">
                <a:solidFill>
                  <a:schemeClr val="accent5">
                    <a:lumMod val="60000"/>
                    <a:lumOff val="40000"/>
                  </a:schemeClr>
                </a:solidFill>
                <a:latin typeface="+mn-ea"/>
              </a:rPr>
            </a:br>
            <a:r>
              <a:rPr lang="en-US" altLang="ja-JP" sz="1600" b="1" dirty="0">
                <a:solidFill>
                  <a:schemeClr val="accent5">
                    <a:lumMod val="60000"/>
                    <a:lumOff val="40000"/>
                  </a:schemeClr>
                </a:solidFill>
                <a:latin typeface="+mn-ea"/>
              </a:rPr>
              <a:t>(</a:t>
            </a:r>
            <a:r>
              <a:rPr lang="ja-JP" altLang="en-US" sz="1600" b="1">
                <a:solidFill>
                  <a:schemeClr val="accent5">
                    <a:lumMod val="60000"/>
                    <a:lumOff val="40000"/>
                  </a:schemeClr>
                </a:solidFill>
                <a:latin typeface="+mn-ea"/>
              </a:rPr>
              <a:t>プロンプト</a:t>
            </a:r>
            <a:r>
              <a:rPr lang="en-US" altLang="ja-JP" sz="1600" b="1" dirty="0">
                <a:solidFill>
                  <a:schemeClr val="accent5">
                    <a:lumMod val="60000"/>
                    <a:lumOff val="40000"/>
                  </a:schemeClr>
                </a:solidFill>
                <a:latin typeface="+mn-ea"/>
              </a:rPr>
              <a:t>)</a:t>
            </a:r>
            <a:endParaRPr lang="en-JP" sz="1600" b="1" dirty="0">
              <a:solidFill>
                <a:schemeClr val="accent5">
                  <a:lumMod val="60000"/>
                  <a:lumOff val="40000"/>
                </a:schemeClr>
              </a:solidFill>
              <a:latin typeface="+mn-ea"/>
            </a:endParaRPr>
          </a:p>
        </p:txBody>
      </p:sp>
      <p:cxnSp>
        <p:nvCxnSpPr>
          <p:cNvPr id="37" name="カギ線コネクタ 29">
            <a:extLst>
              <a:ext uri="{FF2B5EF4-FFF2-40B4-BE49-F238E27FC236}">
                <a16:creationId xmlns:a16="http://schemas.microsoft.com/office/drawing/2014/main" id="{0F9EEEAB-1080-DFFF-0B2D-D98D84D46C84}"/>
              </a:ext>
            </a:extLst>
          </p:cNvPr>
          <p:cNvCxnSpPr>
            <a:cxnSpLocks/>
            <a:stCxn id="36" idx="3"/>
            <a:endCxn id="23" idx="5"/>
          </p:cNvCxnSpPr>
          <p:nvPr/>
        </p:nvCxnSpPr>
        <p:spPr>
          <a:xfrm flipV="1">
            <a:off x="4570713" y="2452173"/>
            <a:ext cx="2701936" cy="6515"/>
          </a:xfrm>
          <a:prstGeom prst="straightConnector1">
            <a:avLst/>
          </a:prstGeom>
          <a:ln w="19050">
            <a:solidFill>
              <a:schemeClr val="bg1"/>
            </a:solidFill>
            <a:tailEnd type="triangle" w="med" len="lg"/>
          </a:ln>
          <a:effectLst/>
        </p:spPr>
        <p:style>
          <a:lnRef idx="2">
            <a:schemeClr val="accent1"/>
          </a:lnRef>
          <a:fillRef idx="0">
            <a:schemeClr val="accent1"/>
          </a:fillRef>
          <a:effectRef idx="1">
            <a:schemeClr val="accent1"/>
          </a:effectRef>
          <a:fontRef idx="minor">
            <a:schemeClr val="tx1"/>
          </a:fontRef>
        </p:style>
      </p:cxnSp>
      <p:sp>
        <p:nvSpPr>
          <p:cNvPr id="38" name="Rounded Rectangle 13">
            <a:extLst>
              <a:ext uri="{FF2B5EF4-FFF2-40B4-BE49-F238E27FC236}">
                <a16:creationId xmlns:a16="http://schemas.microsoft.com/office/drawing/2014/main" id="{8A33A427-746B-55F0-F572-CB5E799332CE}"/>
              </a:ext>
            </a:extLst>
          </p:cNvPr>
          <p:cNvSpPr/>
          <p:nvPr/>
        </p:nvSpPr>
        <p:spPr>
          <a:xfrm>
            <a:off x="8299697" y="2138741"/>
            <a:ext cx="2792448" cy="639895"/>
          </a:xfrm>
          <a:prstGeom prst="wedgeRoundRectCallout">
            <a:avLst>
              <a:gd name="adj1" fmla="val -65457"/>
              <a:gd name="adj2" fmla="val -17355"/>
              <a:gd name="adj3" fmla="val 16667"/>
            </a:avLst>
          </a:prstGeom>
          <a:noFill/>
          <a:ln w="19050">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lIns="60960" tIns="60960" rIns="60960" rtlCol="0" anchor="ctr"/>
          <a:lstStyle/>
          <a:p>
            <a:pPr algn="ctr"/>
            <a:r>
              <a:rPr lang="ja-JP" altLang="en-US" sz="1600" b="1">
                <a:solidFill>
                  <a:schemeClr val="accent5">
                    <a:lumMod val="60000"/>
                    <a:lumOff val="40000"/>
                  </a:schemeClr>
                </a:solidFill>
                <a:latin typeface="+mn-ea"/>
              </a:rPr>
              <a:t>基盤モデル出力</a:t>
            </a:r>
            <a:endParaRPr lang="en-JP" sz="1600" b="1" dirty="0">
              <a:solidFill>
                <a:schemeClr val="accent5">
                  <a:lumMod val="60000"/>
                  <a:lumOff val="40000"/>
                </a:schemeClr>
              </a:solidFill>
              <a:latin typeface="+mn-ea"/>
            </a:endParaRPr>
          </a:p>
        </p:txBody>
      </p:sp>
      <p:sp>
        <p:nvSpPr>
          <p:cNvPr id="39" name="Rectangle 40">
            <a:extLst>
              <a:ext uri="{FF2B5EF4-FFF2-40B4-BE49-F238E27FC236}">
                <a16:creationId xmlns:a16="http://schemas.microsoft.com/office/drawing/2014/main" id="{0720E44B-5E22-274D-1FFB-181917FE8CFD}"/>
              </a:ext>
            </a:extLst>
          </p:cNvPr>
          <p:cNvSpPr/>
          <p:nvPr/>
        </p:nvSpPr>
        <p:spPr>
          <a:xfrm>
            <a:off x="1778265" y="3073513"/>
            <a:ext cx="9313875" cy="2288447"/>
          </a:xfrm>
          <a:prstGeom prst="rect">
            <a:avLst/>
          </a:prstGeom>
          <a:noFill/>
          <a:ln w="15875">
            <a:solidFill>
              <a:srgbClr val="01A88D"/>
            </a:solidFill>
          </a:ln>
        </p:spPr>
        <p:style>
          <a:lnRef idx="2">
            <a:schemeClr val="accent1">
              <a:shade val="50000"/>
            </a:schemeClr>
          </a:lnRef>
          <a:fillRef idx="1">
            <a:schemeClr val="accent1"/>
          </a:fillRef>
          <a:effectRef idx="0">
            <a:schemeClr val="accent1"/>
          </a:effectRef>
          <a:fontRef idx="minor">
            <a:schemeClr val="lt1"/>
          </a:fontRef>
        </p:style>
        <p:txBody>
          <a:bodyPr wrap="none" lIns="528000" tIns="48000"/>
          <a:lstStyle/>
          <a:p>
            <a:pPr>
              <a:defRPr/>
            </a:pPr>
            <a:r>
              <a:rPr lang="en-US" sz="1600" dirty="0">
                <a:ln w="0"/>
                <a:solidFill>
                  <a:schemeClr val="bg1"/>
                </a:solidFill>
                <a:latin typeface="+mn-ea"/>
                <a:cs typeface="Arial" panose="020B0604020202020204" pitchFamily="34" charset="0"/>
              </a:rPr>
              <a:t>Amazon Bedrock Guardrails  </a:t>
            </a:r>
            <a:r>
              <a:rPr lang="en-US" sz="1600" dirty="0" err="1">
                <a:ln w="0"/>
                <a:solidFill>
                  <a:schemeClr val="bg1"/>
                </a:solidFill>
                <a:latin typeface="+mn-ea"/>
                <a:cs typeface="Arial" panose="020B0604020202020204" pitchFamily="34" charset="0"/>
              </a:rPr>
              <a:t>ガードレール</a:t>
            </a:r>
            <a:endParaRPr lang="en-US" sz="1600" dirty="0">
              <a:ln w="0"/>
              <a:solidFill>
                <a:schemeClr val="bg1"/>
              </a:solidFill>
              <a:latin typeface="+mn-ea"/>
              <a:cs typeface="Arial" panose="020B0604020202020204" pitchFamily="34" charset="0"/>
            </a:endParaRPr>
          </a:p>
        </p:txBody>
      </p:sp>
      <p:pic>
        <p:nvPicPr>
          <p:cNvPr id="40" name="Graphic 6" descr="Amazon Bedrock service icon.">
            <a:extLst>
              <a:ext uri="{FF2B5EF4-FFF2-40B4-BE49-F238E27FC236}">
                <a16:creationId xmlns:a16="http://schemas.microsoft.com/office/drawing/2014/main" id="{D83E2B08-1E02-FA41-9FC1-FAFB59C882E8}"/>
              </a:ext>
            </a:extLst>
          </p:cNvPr>
          <p:cNvPicPr>
            <a:picLocks noChangeAspect="1"/>
          </p:cNvPicPr>
          <p:nvPr/>
        </p:nvPicPr>
        <p:blipFill>
          <a:blip r:embed="rId4">
            <a:extLst>
              <a:ext uri="{96DAC541-7B7A-43D3-8B79-37D633B846F1}">
                <asvg:svgBlip xmlns:asvg="http://schemas.microsoft.com/office/drawing/2016/SVG/main" r:embed="rId5"/>
              </a:ext>
            </a:extLst>
          </a:blip>
          <a:srcRect/>
          <a:stretch/>
        </p:blipFill>
        <p:spPr>
          <a:xfrm>
            <a:off x="1778265" y="3066635"/>
            <a:ext cx="456000" cy="456000"/>
          </a:xfrm>
          <a:prstGeom prst="rect">
            <a:avLst/>
          </a:prstGeom>
        </p:spPr>
      </p:pic>
      <p:cxnSp>
        <p:nvCxnSpPr>
          <p:cNvPr id="41" name="カギ線コネクタ 29">
            <a:extLst>
              <a:ext uri="{FF2B5EF4-FFF2-40B4-BE49-F238E27FC236}">
                <a16:creationId xmlns:a16="http://schemas.microsoft.com/office/drawing/2014/main" id="{33DDB550-2B18-3FA9-7548-539C0E575EBD}"/>
              </a:ext>
            </a:extLst>
          </p:cNvPr>
          <p:cNvCxnSpPr>
            <a:cxnSpLocks/>
          </p:cNvCxnSpPr>
          <p:nvPr/>
        </p:nvCxnSpPr>
        <p:spPr>
          <a:xfrm>
            <a:off x="3230045" y="2787323"/>
            <a:ext cx="0" cy="279312"/>
          </a:xfrm>
          <a:prstGeom prst="straightConnector1">
            <a:avLst/>
          </a:prstGeom>
          <a:ln w="19050">
            <a:solidFill>
              <a:schemeClr val="accent1"/>
            </a:solidFill>
            <a:tailEnd type="triangle" w="med" len="lg"/>
          </a:ln>
          <a:effectLst/>
        </p:spPr>
        <p:style>
          <a:lnRef idx="2">
            <a:schemeClr val="accent1"/>
          </a:lnRef>
          <a:fillRef idx="0">
            <a:schemeClr val="accent1"/>
          </a:fillRef>
          <a:effectRef idx="1">
            <a:schemeClr val="accent1"/>
          </a:effectRef>
          <a:fontRef idx="minor">
            <a:schemeClr val="tx1"/>
          </a:fontRef>
        </p:style>
      </p:cxnSp>
      <p:cxnSp>
        <p:nvCxnSpPr>
          <p:cNvPr id="42" name="カギ線コネクタ 29">
            <a:extLst>
              <a:ext uri="{FF2B5EF4-FFF2-40B4-BE49-F238E27FC236}">
                <a16:creationId xmlns:a16="http://schemas.microsoft.com/office/drawing/2014/main" id="{3C3A9BD6-CD0C-8980-E9CA-74F384DB81DE}"/>
              </a:ext>
            </a:extLst>
          </p:cNvPr>
          <p:cNvCxnSpPr>
            <a:cxnSpLocks/>
            <a:stCxn id="38" idx="2"/>
          </p:cNvCxnSpPr>
          <p:nvPr/>
        </p:nvCxnSpPr>
        <p:spPr>
          <a:xfrm>
            <a:off x="9695921" y="2778635"/>
            <a:ext cx="0" cy="288000"/>
          </a:xfrm>
          <a:prstGeom prst="straightConnector1">
            <a:avLst/>
          </a:prstGeom>
          <a:ln w="19050">
            <a:solidFill>
              <a:schemeClr val="accent1"/>
            </a:solidFill>
            <a:tailEnd type="triangle" w="med" len="lg"/>
          </a:ln>
          <a:effectLst/>
        </p:spPr>
        <p:style>
          <a:lnRef idx="2">
            <a:schemeClr val="accent1"/>
          </a:lnRef>
          <a:fillRef idx="0">
            <a:schemeClr val="accent1"/>
          </a:fillRef>
          <a:effectRef idx="1">
            <a:schemeClr val="accent1"/>
          </a:effectRef>
          <a:fontRef idx="minor">
            <a:schemeClr val="tx1"/>
          </a:fontRef>
        </p:style>
      </p:cxnSp>
      <p:sp>
        <p:nvSpPr>
          <p:cNvPr id="43" name="Rectangle 28">
            <a:extLst>
              <a:ext uri="{FF2B5EF4-FFF2-40B4-BE49-F238E27FC236}">
                <a16:creationId xmlns:a16="http://schemas.microsoft.com/office/drawing/2014/main" id="{2FF39117-A696-2166-B3E9-318CB73DC97F}"/>
              </a:ext>
            </a:extLst>
          </p:cNvPr>
          <p:cNvSpPr/>
          <p:nvPr/>
        </p:nvSpPr>
        <p:spPr>
          <a:xfrm>
            <a:off x="4328010" y="3601189"/>
            <a:ext cx="2009223" cy="462159"/>
          </a:xfrm>
          <a:prstGeom prst="rect">
            <a:avLst/>
          </a:prstGeom>
          <a:solidFill>
            <a:schemeClr val="tx1"/>
          </a:solidFill>
          <a:ln w="28575">
            <a:solidFill>
              <a:srgbClr val="C925D1"/>
            </a:solidFill>
          </a:ln>
        </p:spPr>
        <p:style>
          <a:lnRef idx="2">
            <a:schemeClr val="accent1">
              <a:shade val="50000"/>
            </a:schemeClr>
          </a:lnRef>
          <a:fillRef idx="1">
            <a:schemeClr val="accent1"/>
          </a:fillRef>
          <a:effectRef idx="0">
            <a:schemeClr val="accent1"/>
          </a:effectRef>
          <a:fontRef idx="minor">
            <a:schemeClr val="lt1"/>
          </a:fontRef>
        </p:style>
        <p:txBody>
          <a:bodyPr wrap="none" lIns="48000" tIns="96000" rIns="48000" bIns="48000" anchor="ctr"/>
          <a:lstStyle/>
          <a:p>
            <a:pPr algn="ctr">
              <a:defRPr/>
            </a:pPr>
            <a:r>
              <a:rPr lang="en-US" sz="1600" b="1" dirty="0" err="1">
                <a:solidFill>
                  <a:schemeClr val="bg1"/>
                </a:solidFill>
                <a:latin typeface="Meiryo" panose="020B0604030504040204" pitchFamily="34" charset="-128"/>
                <a:ea typeface="Meiryo" panose="020B0604030504040204" pitchFamily="34" charset="-128"/>
                <a:cs typeface="Arial" panose="020B0604020202020204" pitchFamily="34" charset="0"/>
              </a:rPr>
              <a:t>拒否トピック</a:t>
            </a:r>
            <a:endParaRPr lang="en-US" sz="1600" b="1" dirty="0">
              <a:solidFill>
                <a:schemeClr val="bg1"/>
              </a:solidFill>
              <a:latin typeface="Meiryo" panose="020B0604030504040204" pitchFamily="34" charset="-128"/>
              <a:ea typeface="Meiryo" panose="020B0604030504040204" pitchFamily="34" charset="-128"/>
              <a:cs typeface="Arial" panose="020B0604020202020204" pitchFamily="34" charset="0"/>
            </a:endParaRPr>
          </a:p>
        </p:txBody>
      </p:sp>
      <p:sp>
        <p:nvSpPr>
          <p:cNvPr id="44" name="Rectangle 28">
            <a:extLst>
              <a:ext uri="{FF2B5EF4-FFF2-40B4-BE49-F238E27FC236}">
                <a16:creationId xmlns:a16="http://schemas.microsoft.com/office/drawing/2014/main" id="{0F1D6052-2F68-16D2-1F61-C26F3BB7BCD2}"/>
              </a:ext>
            </a:extLst>
          </p:cNvPr>
          <p:cNvSpPr/>
          <p:nvPr/>
        </p:nvSpPr>
        <p:spPr>
          <a:xfrm>
            <a:off x="6570037" y="3601189"/>
            <a:ext cx="2009223" cy="462159"/>
          </a:xfrm>
          <a:prstGeom prst="rect">
            <a:avLst/>
          </a:prstGeom>
          <a:solidFill>
            <a:schemeClr val="tx1"/>
          </a:solidFill>
          <a:ln w="28575">
            <a:solidFill>
              <a:srgbClr val="C925D1"/>
            </a:solidFill>
          </a:ln>
        </p:spPr>
        <p:style>
          <a:lnRef idx="2">
            <a:schemeClr val="accent1">
              <a:shade val="50000"/>
            </a:schemeClr>
          </a:lnRef>
          <a:fillRef idx="1">
            <a:schemeClr val="accent1"/>
          </a:fillRef>
          <a:effectRef idx="0">
            <a:schemeClr val="accent1"/>
          </a:effectRef>
          <a:fontRef idx="minor">
            <a:schemeClr val="lt1"/>
          </a:fontRef>
        </p:style>
        <p:txBody>
          <a:bodyPr wrap="none" lIns="48000" tIns="96000" rIns="48000" bIns="48000" anchor="ctr"/>
          <a:lstStyle/>
          <a:p>
            <a:pPr algn="ctr">
              <a:defRPr/>
            </a:pPr>
            <a:r>
              <a:rPr lang="en-US" altLang="ja-JP" sz="1600" b="1" dirty="0" err="1">
                <a:solidFill>
                  <a:schemeClr val="bg1"/>
                </a:solidFill>
                <a:latin typeface="Meiryo" panose="020B0604030504040204" pitchFamily="34" charset="-128"/>
                <a:ea typeface="Meiryo" panose="020B0604030504040204" pitchFamily="34" charset="-128"/>
                <a:cs typeface="Arial" panose="020B0604020202020204" pitchFamily="34" charset="0"/>
              </a:rPr>
              <a:t>単語フィルタ</a:t>
            </a:r>
            <a:endParaRPr lang="en-US" altLang="ja-JP" sz="1600" b="1" dirty="0">
              <a:solidFill>
                <a:schemeClr val="bg1"/>
              </a:solidFill>
              <a:latin typeface="Meiryo" panose="020B0604030504040204" pitchFamily="34" charset="-128"/>
              <a:ea typeface="Meiryo" panose="020B0604030504040204" pitchFamily="34" charset="-128"/>
              <a:cs typeface="Arial" panose="020B0604020202020204" pitchFamily="34" charset="0"/>
            </a:endParaRPr>
          </a:p>
        </p:txBody>
      </p:sp>
      <p:sp>
        <p:nvSpPr>
          <p:cNvPr id="45" name="Rectangle 28">
            <a:extLst>
              <a:ext uri="{FF2B5EF4-FFF2-40B4-BE49-F238E27FC236}">
                <a16:creationId xmlns:a16="http://schemas.microsoft.com/office/drawing/2014/main" id="{8E535705-D782-ECB0-C549-1502CED03FCD}"/>
              </a:ext>
            </a:extLst>
          </p:cNvPr>
          <p:cNvSpPr/>
          <p:nvPr/>
        </p:nvSpPr>
        <p:spPr>
          <a:xfrm>
            <a:off x="8831089" y="3601189"/>
            <a:ext cx="2009223" cy="462159"/>
          </a:xfrm>
          <a:prstGeom prst="rect">
            <a:avLst/>
          </a:prstGeom>
          <a:solidFill>
            <a:schemeClr val="tx1"/>
          </a:solidFill>
          <a:ln w="28575">
            <a:solidFill>
              <a:srgbClr val="C925D1"/>
            </a:solidFill>
          </a:ln>
        </p:spPr>
        <p:style>
          <a:lnRef idx="2">
            <a:schemeClr val="accent1">
              <a:shade val="50000"/>
            </a:schemeClr>
          </a:lnRef>
          <a:fillRef idx="1">
            <a:schemeClr val="accent1"/>
          </a:fillRef>
          <a:effectRef idx="0">
            <a:schemeClr val="accent1"/>
          </a:effectRef>
          <a:fontRef idx="minor">
            <a:schemeClr val="lt1"/>
          </a:fontRef>
        </p:style>
        <p:txBody>
          <a:bodyPr wrap="none" lIns="48000" tIns="96000" rIns="48000" bIns="48000" anchor="ctr"/>
          <a:lstStyle/>
          <a:p>
            <a:pPr algn="ctr">
              <a:defRPr/>
            </a:pPr>
            <a:r>
              <a:rPr lang="ja-JP" altLang="en-US" sz="1600" b="1">
                <a:solidFill>
                  <a:schemeClr val="bg1"/>
                </a:solidFill>
                <a:latin typeface="Meiryo" panose="020B0604030504040204" pitchFamily="34" charset="-128"/>
                <a:ea typeface="Meiryo" panose="020B0604030504040204" pitchFamily="34" charset="-128"/>
                <a:cs typeface="Arial" panose="020B0604020202020204" pitchFamily="34" charset="0"/>
              </a:rPr>
              <a:t>機微情報フィルタ</a:t>
            </a:r>
            <a:endParaRPr lang="en-US" sz="1600" b="1" dirty="0">
              <a:solidFill>
                <a:schemeClr val="bg1"/>
              </a:solidFill>
              <a:latin typeface="Meiryo" panose="020B0604030504040204" pitchFamily="34" charset="-128"/>
              <a:ea typeface="Meiryo" panose="020B0604030504040204" pitchFamily="34" charset="-128"/>
              <a:cs typeface="Arial" panose="020B0604020202020204" pitchFamily="34" charset="0"/>
            </a:endParaRPr>
          </a:p>
        </p:txBody>
      </p:sp>
      <p:cxnSp>
        <p:nvCxnSpPr>
          <p:cNvPr id="46" name="カギ線コネクタ 29">
            <a:extLst>
              <a:ext uri="{FF2B5EF4-FFF2-40B4-BE49-F238E27FC236}">
                <a16:creationId xmlns:a16="http://schemas.microsoft.com/office/drawing/2014/main" id="{4B60A39D-DEEA-8A1C-D10F-49C3E779F7BA}"/>
              </a:ext>
            </a:extLst>
          </p:cNvPr>
          <p:cNvCxnSpPr>
            <a:cxnSpLocks/>
            <a:stCxn id="39" idx="2"/>
            <a:endCxn id="3" idx="0"/>
          </p:cNvCxnSpPr>
          <p:nvPr/>
        </p:nvCxnSpPr>
        <p:spPr>
          <a:xfrm>
            <a:off x="6435204" y="5361959"/>
            <a:ext cx="1" cy="383869"/>
          </a:xfrm>
          <a:prstGeom prst="straightConnector1">
            <a:avLst/>
          </a:prstGeom>
          <a:ln w="19050">
            <a:solidFill>
              <a:schemeClr val="accent1"/>
            </a:solidFill>
            <a:tailEnd type="triangle" w="med" len="lg"/>
          </a:ln>
          <a:effectLst/>
        </p:spPr>
        <p:style>
          <a:lnRef idx="2">
            <a:schemeClr val="accent1"/>
          </a:lnRef>
          <a:fillRef idx="0">
            <a:schemeClr val="accent1"/>
          </a:fillRef>
          <a:effectRef idx="1">
            <a:schemeClr val="accent1"/>
          </a:effectRef>
          <a:fontRef idx="minor">
            <a:schemeClr val="tx1"/>
          </a:fontRef>
        </p:style>
      </p:cxnSp>
      <p:cxnSp>
        <p:nvCxnSpPr>
          <p:cNvPr id="47" name="カギ線コネクタ 29">
            <a:extLst>
              <a:ext uri="{FF2B5EF4-FFF2-40B4-BE49-F238E27FC236}">
                <a16:creationId xmlns:a16="http://schemas.microsoft.com/office/drawing/2014/main" id="{3C7F33AB-5D66-FAD3-43EA-5236532C1E50}"/>
              </a:ext>
            </a:extLst>
          </p:cNvPr>
          <p:cNvCxnSpPr>
            <a:cxnSpLocks/>
            <a:stCxn id="3" idx="1"/>
            <a:endCxn id="5" idx="2"/>
          </p:cNvCxnSpPr>
          <p:nvPr/>
        </p:nvCxnSpPr>
        <p:spPr>
          <a:xfrm rot="10800000">
            <a:off x="978773" y="2746689"/>
            <a:ext cx="4311368" cy="3303159"/>
          </a:xfrm>
          <a:prstGeom prst="bentConnector2">
            <a:avLst/>
          </a:prstGeom>
          <a:ln w="19050">
            <a:solidFill>
              <a:schemeClr val="bg1"/>
            </a:solidFill>
            <a:prstDash val="sysDash"/>
            <a:tailEnd type="triangle" w="med" len="lg"/>
          </a:ln>
          <a:effectLst/>
        </p:spPr>
        <p:style>
          <a:lnRef idx="2">
            <a:schemeClr val="accent1"/>
          </a:lnRef>
          <a:fillRef idx="0">
            <a:schemeClr val="accent1"/>
          </a:fillRef>
          <a:effectRef idx="1">
            <a:schemeClr val="accent1"/>
          </a:effectRef>
          <a:fontRef idx="minor">
            <a:schemeClr val="tx1"/>
          </a:fontRef>
        </p:style>
      </p:cxnSp>
      <p:sp>
        <p:nvSpPr>
          <p:cNvPr id="48" name="TextBox 3">
            <a:extLst>
              <a:ext uri="{FF2B5EF4-FFF2-40B4-BE49-F238E27FC236}">
                <a16:creationId xmlns:a16="http://schemas.microsoft.com/office/drawing/2014/main" id="{67E73F32-DD20-1206-D7F9-BC17171AFDD9}"/>
              </a:ext>
            </a:extLst>
          </p:cNvPr>
          <p:cNvSpPr txBox="1"/>
          <p:nvPr/>
        </p:nvSpPr>
        <p:spPr>
          <a:xfrm>
            <a:off x="6362406" y="5406701"/>
            <a:ext cx="853241" cy="328295"/>
          </a:xfrm>
          <a:prstGeom prst="rect">
            <a:avLst/>
          </a:prstGeom>
          <a:noFill/>
        </p:spPr>
        <p:txBody>
          <a:bodyPr wrap="none" lIns="48000" tIns="48000" rIns="0" bIns="48000" rtlCol="0">
            <a:noAutofit/>
          </a:bodyPr>
          <a:lstStyle/>
          <a:p>
            <a:pPr algn="ctr" defTabSz="609585">
              <a:defRPr/>
            </a:pPr>
            <a:r>
              <a:rPr lang="ja-JP" altLang="en-US" sz="1467">
                <a:solidFill>
                  <a:schemeClr val="bg1"/>
                </a:solidFill>
                <a:latin typeface="Meiryo" panose="020B0604030504040204" pitchFamily="34" charset="-128"/>
                <a:ea typeface="Meiryo" panose="020B0604030504040204" pitchFamily="34" charset="-128"/>
              </a:rPr>
              <a:t>出力</a:t>
            </a:r>
            <a:endParaRPr lang="en-US" altLang="ja-JP" sz="1467" dirty="0">
              <a:solidFill>
                <a:schemeClr val="bg1"/>
              </a:solidFill>
              <a:latin typeface="Meiryo" panose="020B0604030504040204" pitchFamily="34" charset="-128"/>
              <a:ea typeface="Meiryo" panose="020B0604030504040204" pitchFamily="34" charset="-128"/>
            </a:endParaRPr>
          </a:p>
        </p:txBody>
      </p:sp>
      <p:sp>
        <p:nvSpPr>
          <p:cNvPr id="49" name="角丸四角形 92">
            <a:extLst>
              <a:ext uri="{FF2B5EF4-FFF2-40B4-BE49-F238E27FC236}">
                <a16:creationId xmlns:a16="http://schemas.microsoft.com/office/drawing/2014/main" id="{662466DD-C9DF-13D9-4DF1-9536DB8FF028}"/>
              </a:ext>
            </a:extLst>
          </p:cNvPr>
          <p:cNvSpPr/>
          <p:nvPr/>
        </p:nvSpPr>
        <p:spPr>
          <a:xfrm>
            <a:off x="7970366" y="5493441"/>
            <a:ext cx="4077565" cy="1000515"/>
          </a:xfrm>
          <a:prstGeom prst="wedgeRectCallout">
            <a:avLst>
              <a:gd name="adj1" fmla="val -57110"/>
              <a:gd name="adj2" fmla="val 148"/>
            </a:avLst>
          </a:prstGeom>
          <a:solidFill>
            <a:schemeClr val="tx1">
              <a:lumMod val="10000"/>
              <a:lumOff val="90000"/>
            </a:schemeClr>
          </a:solidFill>
          <a:ln w="28575" cap="flat" cmpd="sng" algn="ctr">
            <a:solidFill>
              <a:srgbClr val="00B0F0"/>
            </a:solidFill>
            <a:prstDash val="solid"/>
          </a:ln>
          <a:effectLst/>
        </p:spPr>
        <p:txBody>
          <a:bodyPr vert="horz" wrap="square" lIns="48000" tIns="48000" rIns="48000" bIns="48000" rtlCol="0" anchor="ctr"/>
          <a:lstStyle/>
          <a:p>
            <a:pPr algn="ctr" defTabSz="1219170">
              <a:defRPr/>
            </a:pPr>
            <a:r>
              <a:rPr kumimoji="1" lang="ja-JP" altLang="en-US" sz="1867" b="1" kern="0">
                <a:solidFill>
                  <a:srgbClr val="0432FF"/>
                </a:solidFill>
                <a:latin typeface="Meiryo" panose="020B0604030504040204" pitchFamily="34" charset="-128"/>
                <a:ea typeface="Meiryo" panose="020B0604030504040204" pitchFamily="34" charset="-128"/>
                <a:cs typeface="メイリオ"/>
              </a:rPr>
              <a:t>ガードレールに抵触すると</a:t>
            </a:r>
            <a:br>
              <a:rPr kumimoji="1" lang="en-US" altLang="ja-JP" sz="1867" b="1" kern="0" dirty="0">
                <a:solidFill>
                  <a:srgbClr val="0432FF"/>
                </a:solidFill>
                <a:latin typeface="Meiryo" panose="020B0604030504040204" pitchFamily="34" charset="-128"/>
                <a:ea typeface="Meiryo" panose="020B0604030504040204" pitchFamily="34" charset="-128"/>
                <a:cs typeface="メイリオ"/>
              </a:rPr>
            </a:br>
            <a:r>
              <a:rPr kumimoji="1" lang="ja-JP" altLang="en-US" sz="1867" b="1" kern="0">
                <a:solidFill>
                  <a:srgbClr val="0432FF"/>
                </a:solidFill>
                <a:latin typeface="Meiryo" panose="020B0604030504040204" pitchFamily="34" charset="-128"/>
                <a:ea typeface="Meiryo" panose="020B0604030504040204" pitchFamily="34" charset="-128"/>
                <a:cs typeface="メイリオ"/>
              </a:rPr>
              <a:t>判断された場合、拒否メッセージや</a:t>
            </a:r>
            <a:r>
              <a:rPr kumimoji="1" lang="en-US" altLang="ja-JP" sz="1867" b="1" kern="0" dirty="0">
                <a:solidFill>
                  <a:srgbClr val="0432FF"/>
                </a:solidFill>
                <a:latin typeface="Meiryo" panose="020B0604030504040204" pitchFamily="34" charset="-128"/>
                <a:ea typeface="Meiryo" panose="020B0604030504040204" pitchFamily="34" charset="-128"/>
                <a:cs typeface="メイリオ"/>
              </a:rPr>
              <a:t>PII</a:t>
            </a:r>
            <a:r>
              <a:rPr kumimoji="1" lang="ja-JP" altLang="en-US" sz="1867" b="1" kern="0">
                <a:solidFill>
                  <a:srgbClr val="0432FF"/>
                </a:solidFill>
                <a:latin typeface="Meiryo" panose="020B0604030504040204" pitchFamily="34" charset="-128"/>
                <a:ea typeface="Meiryo" panose="020B0604030504040204" pitchFamily="34" charset="-128"/>
                <a:cs typeface="メイリオ"/>
              </a:rPr>
              <a:t>削除を行った内容を応答とする</a:t>
            </a:r>
            <a:endParaRPr kumimoji="1" lang="en-US" altLang="ja-JP" sz="1867" b="1" kern="0" dirty="0">
              <a:solidFill>
                <a:srgbClr val="0432FF"/>
              </a:solidFill>
              <a:latin typeface="Meiryo" panose="020B0604030504040204" pitchFamily="34" charset="-128"/>
              <a:ea typeface="Meiryo" panose="020B0604030504040204" pitchFamily="34" charset="-128"/>
              <a:cs typeface="メイリオ"/>
            </a:endParaRPr>
          </a:p>
        </p:txBody>
      </p:sp>
      <p:sp>
        <p:nvSpPr>
          <p:cNvPr id="50" name="Rectangle 28">
            <a:extLst>
              <a:ext uri="{FF2B5EF4-FFF2-40B4-BE49-F238E27FC236}">
                <a16:creationId xmlns:a16="http://schemas.microsoft.com/office/drawing/2014/main" id="{7FEA1483-8805-ED3F-DAA5-0FFAB1A8B4D2}"/>
              </a:ext>
            </a:extLst>
          </p:cNvPr>
          <p:cNvSpPr/>
          <p:nvPr/>
        </p:nvSpPr>
        <p:spPr>
          <a:xfrm>
            <a:off x="2006265" y="4805963"/>
            <a:ext cx="2832000" cy="322199"/>
          </a:xfrm>
          <a:prstGeom prst="rect">
            <a:avLst/>
          </a:prstGeom>
          <a:solidFill>
            <a:schemeClr val="tx1"/>
          </a:solidFill>
          <a:ln w="19050">
            <a:solidFill>
              <a:schemeClr val="accent6">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lIns="48000" tIns="96000" rIns="48000" bIns="48000" anchor="ctr"/>
          <a:lstStyle/>
          <a:p>
            <a:pPr algn="ctr">
              <a:defRPr/>
            </a:pPr>
            <a:r>
              <a:rPr lang="en-US" sz="1600" b="1" dirty="0" err="1">
                <a:solidFill>
                  <a:schemeClr val="bg1"/>
                </a:solidFill>
                <a:latin typeface="Meiryo" panose="020B0604030504040204" pitchFamily="34" charset="-128"/>
                <a:ea typeface="Meiryo" panose="020B0604030504040204" pitchFamily="34" charset="-128"/>
                <a:cs typeface="Arial" panose="020B0604020202020204" pitchFamily="34" charset="0"/>
              </a:rPr>
              <a:t>プロンプトフィルター強度</a:t>
            </a:r>
            <a:endParaRPr lang="en-US" sz="1600" b="1" dirty="0">
              <a:solidFill>
                <a:schemeClr val="bg1"/>
              </a:solidFill>
              <a:latin typeface="Meiryo" panose="020B0604030504040204" pitchFamily="34" charset="-128"/>
              <a:ea typeface="Meiryo" panose="020B0604030504040204" pitchFamily="34" charset="-128"/>
              <a:cs typeface="Arial" panose="020B0604020202020204" pitchFamily="34" charset="0"/>
            </a:endParaRPr>
          </a:p>
        </p:txBody>
      </p:sp>
      <p:sp>
        <p:nvSpPr>
          <p:cNvPr id="51" name="Rectangle 28">
            <a:extLst>
              <a:ext uri="{FF2B5EF4-FFF2-40B4-BE49-F238E27FC236}">
                <a16:creationId xmlns:a16="http://schemas.microsoft.com/office/drawing/2014/main" id="{F8F6E25E-D5AA-4103-277C-85817A479282}"/>
              </a:ext>
            </a:extLst>
          </p:cNvPr>
          <p:cNvSpPr/>
          <p:nvPr/>
        </p:nvSpPr>
        <p:spPr>
          <a:xfrm>
            <a:off x="8033293" y="4805963"/>
            <a:ext cx="2832000" cy="322199"/>
          </a:xfrm>
          <a:prstGeom prst="rect">
            <a:avLst/>
          </a:prstGeom>
          <a:solidFill>
            <a:schemeClr val="tx1"/>
          </a:solidFill>
          <a:ln w="19050">
            <a:solidFill>
              <a:schemeClr val="accent6">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lIns="48000" tIns="96000" rIns="48000" bIns="48000" anchor="ctr"/>
          <a:lstStyle/>
          <a:p>
            <a:pPr algn="ctr">
              <a:defRPr/>
            </a:pPr>
            <a:r>
              <a:rPr lang="en-US" sz="1600" b="1" dirty="0" err="1">
                <a:solidFill>
                  <a:schemeClr val="bg1"/>
                </a:solidFill>
                <a:latin typeface="Meiryo" panose="020B0604030504040204" pitchFamily="34" charset="-128"/>
                <a:ea typeface="Meiryo" panose="020B0604030504040204" pitchFamily="34" charset="-128"/>
                <a:cs typeface="Arial" panose="020B0604020202020204" pitchFamily="34" charset="0"/>
              </a:rPr>
              <a:t>応答フィルター強度</a:t>
            </a:r>
            <a:endParaRPr lang="en-US" sz="1600" b="1" dirty="0">
              <a:solidFill>
                <a:schemeClr val="bg1"/>
              </a:solidFill>
              <a:latin typeface="Meiryo" panose="020B0604030504040204" pitchFamily="34" charset="-128"/>
              <a:ea typeface="Meiryo" panose="020B0604030504040204" pitchFamily="34" charset="-128"/>
              <a:cs typeface="Arial" panose="020B0604020202020204" pitchFamily="34" charset="0"/>
            </a:endParaRPr>
          </a:p>
        </p:txBody>
      </p:sp>
      <p:sp>
        <p:nvSpPr>
          <p:cNvPr id="52" name="Rectangle 28">
            <a:extLst>
              <a:ext uri="{FF2B5EF4-FFF2-40B4-BE49-F238E27FC236}">
                <a16:creationId xmlns:a16="http://schemas.microsoft.com/office/drawing/2014/main" id="{90231050-9D71-D61C-764B-055E5D819380}"/>
              </a:ext>
            </a:extLst>
          </p:cNvPr>
          <p:cNvSpPr/>
          <p:nvPr/>
        </p:nvSpPr>
        <p:spPr>
          <a:xfrm>
            <a:off x="5019204" y="4805963"/>
            <a:ext cx="2832000" cy="322199"/>
          </a:xfrm>
          <a:prstGeom prst="rect">
            <a:avLst/>
          </a:prstGeom>
          <a:solidFill>
            <a:schemeClr val="tx1"/>
          </a:solidFill>
          <a:ln w="19050">
            <a:solidFill>
              <a:schemeClr val="accent6">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lIns="48000" tIns="96000" rIns="48000" bIns="48000" anchor="ctr"/>
          <a:lstStyle/>
          <a:p>
            <a:pPr algn="ctr">
              <a:defRPr/>
            </a:pPr>
            <a:r>
              <a:rPr lang="en-US" sz="1600" b="1" dirty="0" err="1">
                <a:solidFill>
                  <a:schemeClr val="bg1"/>
                </a:solidFill>
                <a:latin typeface="Meiryo" panose="020B0604030504040204" pitchFamily="34" charset="-128"/>
                <a:ea typeface="Meiryo" panose="020B0604030504040204" pitchFamily="34" charset="-128"/>
                <a:cs typeface="Arial" panose="020B0604020202020204" pitchFamily="34" charset="0"/>
              </a:rPr>
              <a:t>ブロックメッセージ</a:t>
            </a:r>
            <a:endParaRPr lang="en-US" sz="1600" b="1" dirty="0">
              <a:solidFill>
                <a:schemeClr val="bg1"/>
              </a:solidFill>
              <a:latin typeface="Meiryo" panose="020B0604030504040204" pitchFamily="34" charset="-128"/>
              <a:ea typeface="Meiryo" panose="020B0604030504040204" pitchFamily="34" charset="-128"/>
              <a:cs typeface="Arial" panose="020B0604020202020204" pitchFamily="34" charset="0"/>
            </a:endParaRPr>
          </a:p>
        </p:txBody>
      </p:sp>
      <p:sp>
        <p:nvSpPr>
          <p:cNvPr id="10" name="Rectangle 28">
            <a:extLst>
              <a:ext uri="{FF2B5EF4-FFF2-40B4-BE49-F238E27FC236}">
                <a16:creationId xmlns:a16="http://schemas.microsoft.com/office/drawing/2014/main" id="{297BAE19-5F12-C66D-F939-E2948A48D964}"/>
              </a:ext>
            </a:extLst>
          </p:cNvPr>
          <p:cNvSpPr/>
          <p:nvPr/>
        </p:nvSpPr>
        <p:spPr>
          <a:xfrm>
            <a:off x="2006266" y="3601189"/>
            <a:ext cx="2009223" cy="462159"/>
          </a:xfrm>
          <a:prstGeom prst="rect">
            <a:avLst/>
          </a:prstGeom>
          <a:solidFill>
            <a:schemeClr val="tx1"/>
          </a:solidFill>
          <a:ln w="28575">
            <a:solidFill>
              <a:srgbClr val="C925D1"/>
            </a:solidFill>
          </a:ln>
        </p:spPr>
        <p:style>
          <a:lnRef idx="2">
            <a:schemeClr val="accent1">
              <a:shade val="50000"/>
            </a:schemeClr>
          </a:lnRef>
          <a:fillRef idx="1">
            <a:schemeClr val="accent1"/>
          </a:fillRef>
          <a:effectRef idx="0">
            <a:schemeClr val="accent1"/>
          </a:effectRef>
          <a:fontRef idx="minor">
            <a:schemeClr val="lt1"/>
          </a:fontRef>
        </p:style>
        <p:txBody>
          <a:bodyPr wrap="none" lIns="48000" tIns="96000" rIns="48000" bIns="48000" anchor="ctr"/>
          <a:lstStyle/>
          <a:p>
            <a:pPr algn="ctr">
              <a:defRPr/>
            </a:pPr>
            <a:r>
              <a:rPr lang="en-US" sz="1600" b="1" dirty="0" err="1">
                <a:solidFill>
                  <a:schemeClr val="bg1"/>
                </a:solidFill>
                <a:latin typeface="Meiryo" panose="020B0604030504040204" pitchFamily="34" charset="-128"/>
                <a:ea typeface="Meiryo" panose="020B0604030504040204" pitchFamily="34" charset="-128"/>
                <a:cs typeface="Arial" panose="020B0604020202020204" pitchFamily="34" charset="0"/>
              </a:rPr>
              <a:t>コンテンツフィルタ</a:t>
            </a:r>
            <a:endParaRPr lang="en-US" sz="1600" b="1" dirty="0">
              <a:solidFill>
                <a:schemeClr val="bg1"/>
              </a:solidFill>
              <a:latin typeface="Meiryo" panose="020B0604030504040204" pitchFamily="34" charset="-128"/>
              <a:ea typeface="Meiryo" panose="020B0604030504040204" pitchFamily="34" charset="-128"/>
              <a:cs typeface="Arial" panose="020B0604020202020204" pitchFamily="34" charset="0"/>
            </a:endParaRPr>
          </a:p>
        </p:txBody>
      </p:sp>
      <p:sp>
        <p:nvSpPr>
          <p:cNvPr id="14" name="Rectangle 28">
            <a:extLst>
              <a:ext uri="{FF2B5EF4-FFF2-40B4-BE49-F238E27FC236}">
                <a16:creationId xmlns:a16="http://schemas.microsoft.com/office/drawing/2014/main" id="{7CC3EF83-D706-67CC-9C37-7B37A7BCA245}"/>
              </a:ext>
            </a:extLst>
          </p:cNvPr>
          <p:cNvSpPr/>
          <p:nvPr/>
        </p:nvSpPr>
        <p:spPr>
          <a:xfrm>
            <a:off x="5437673" y="4200710"/>
            <a:ext cx="2009223" cy="462159"/>
          </a:xfrm>
          <a:prstGeom prst="rect">
            <a:avLst/>
          </a:prstGeom>
          <a:solidFill>
            <a:schemeClr val="tx1"/>
          </a:solidFill>
          <a:ln w="28575">
            <a:solidFill>
              <a:srgbClr val="C925D1"/>
            </a:solidFill>
          </a:ln>
        </p:spPr>
        <p:style>
          <a:lnRef idx="2">
            <a:schemeClr val="accent1">
              <a:shade val="50000"/>
            </a:schemeClr>
          </a:lnRef>
          <a:fillRef idx="1">
            <a:schemeClr val="accent1"/>
          </a:fillRef>
          <a:effectRef idx="0">
            <a:schemeClr val="accent1"/>
          </a:effectRef>
          <a:fontRef idx="minor">
            <a:schemeClr val="lt1"/>
          </a:fontRef>
        </p:style>
        <p:txBody>
          <a:bodyPr wrap="none" lIns="48000" tIns="96000" rIns="48000" bIns="48000" anchor="ctr"/>
          <a:lstStyle/>
          <a:p>
            <a:pPr algn="ctr">
              <a:defRPr/>
            </a:pPr>
            <a:r>
              <a:rPr lang="ja-JP" altLang="en-US" sz="1600" b="1">
                <a:solidFill>
                  <a:schemeClr val="bg1"/>
                </a:solidFill>
                <a:latin typeface="Meiryo" panose="020B0604030504040204" pitchFamily="34" charset="-128"/>
                <a:ea typeface="Meiryo" panose="020B0604030504040204" pitchFamily="34" charset="-128"/>
                <a:cs typeface="Arial" panose="020B0604020202020204" pitchFamily="34" charset="0"/>
              </a:rPr>
              <a:t>文脈根拠チェック</a:t>
            </a:r>
            <a:endParaRPr lang="en-US" sz="1600" b="1" dirty="0">
              <a:solidFill>
                <a:schemeClr val="bg1"/>
              </a:solidFill>
              <a:latin typeface="Meiryo" panose="020B0604030504040204" pitchFamily="34" charset="-128"/>
              <a:ea typeface="Meiryo" panose="020B0604030504040204" pitchFamily="34" charset="-128"/>
              <a:cs typeface="Arial" panose="020B0604020202020204" pitchFamily="34" charset="0"/>
            </a:endParaRPr>
          </a:p>
        </p:txBody>
      </p:sp>
      <p:sp>
        <p:nvSpPr>
          <p:cNvPr id="11" name="TextBox 3">
            <a:extLst>
              <a:ext uri="{FF2B5EF4-FFF2-40B4-BE49-F238E27FC236}">
                <a16:creationId xmlns:a16="http://schemas.microsoft.com/office/drawing/2014/main" id="{0154E7DD-E8D3-0ED6-AB4C-A3B72CF9851B}"/>
              </a:ext>
            </a:extLst>
          </p:cNvPr>
          <p:cNvSpPr txBox="1"/>
          <p:nvPr/>
        </p:nvSpPr>
        <p:spPr>
          <a:xfrm>
            <a:off x="2584256" y="4101719"/>
            <a:ext cx="853241" cy="328295"/>
          </a:xfrm>
          <a:prstGeom prst="rect">
            <a:avLst/>
          </a:prstGeom>
          <a:noFill/>
        </p:spPr>
        <p:txBody>
          <a:bodyPr wrap="none" lIns="48000" tIns="48000" rIns="0" bIns="48000" rtlCol="0">
            <a:noAutofit/>
          </a:bodyPr>
          <a:lstStyle/>
          <a:p>
            <a:pPr algn="ctr" defTabSz="609585">
              <a:defRPr/>
            </a:pPr>
            <a:r>
              <a:rPr lang="en-US" altLang="ja-JP" sz="1333" dirty="0">
                <a:solidFill>
                  <a:schemeClr val="bg1"/>
                </a:solidFill>
                <a:latin typeface="Meiryo" panose="020B0604030504040204" pitchFamily="34" charset="-128"/>
                <a:ea typeface="Meiryo" panose="020B0604030504040204" pitchFamily="34" charset="-128"/>
              </a:rPr>
              <a:t>(</a:t>
            </a:r>
            <a:r>
              <a:rPr lang="ja-JP" altLang="en-US" sz="1333">
                <a:solidFill>
                  <a:schemeClr val="bg1"/>
                </a:solidFill>
                <a:latin typeface="Meiryo" panose="020B0604030504040204" pitchFamily="34" charset="-128"/>
                <a:ea typeface="Meiryo" panose="020B0604030504040204" pitchFamily="34" charset="-128"/>
              </a:rPr>
              <a:t>テキスト </a:t>
            </a:r>
            <a:r>
              <a:rPr lang="en-US" altLang="ja-JP" sz="1333" dirty="0">
                <a:solidFill>
                  <a:schemeClr val="bg1"/>
                </a:solidFill>
                <a:latin typeface="Meiryo" panose="020B0604030504040204" pitchFamily="34" charset="-128"/>
                <a:ea typeface="Meiryo" panose="020B0604030504040204" pitchFamily="34" charset="-128"/>
              </a:rPr>
              <a:t>or </a:t>
            </a:r>
            <a:r>
              <a:rPr lang="ja-JP" altLang="en-US" sz="1333">
                <a:solidFill>
                  <a:schemeClr val="bg1"/>
                </a:solidFill>
                <a:latin typeface="Meiryo" panose="020B0604030504040204" pitchFamily="34" charset="-128"/>
                <a:ea typeface="Meiryo" panose="020B0604030504040204" pitchFamily="34" charset="-128"/>
              </a:rPr>
              <a:t>画像 に対応</a:t>
            </a:r>
            <a:r>
              <a:rPr lang="en-US" altLang="ja-JP" sz="1333" dirty="0">
                <a:solidFill>
                  <a:schemeClr val="bg1"/>
                </a:solidFill>
                <a:latin typeface="Meiryo" panose="020B0604030504040204" pitchFamily="34" charset="-128"/>
                <a:ea typeface="Meiryo" panose="020B0604030504040204" pitchFamily="34" charset="-128"/>
              </a:rPr>
              <a:t>)</a:t>
            </a:r>
          </a:p>
        </p:txBody>
      </p:sp>
    </p:spTree>
    <p:extLst>
      <p:ext uri="{BB962C8B-B14F-4D97-AF65-F5344CB8AC3E}">
        <p14:creationId xmlns:p14="http://schemas.microsoft.com/office/powerpoint/2010/main" val="5823379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スライド番号プレースホルダー 2">
            <a:extLst>
              <a:ext uri="{FF2B5EF4-FFF2-40B4-BE49-F238E27FC236}">
                <a16:creationId xmlns:a16="http://schemas.microsoft.com/office/drawing/2014/main" id="{39E5B74E-225D-D4D9-F841-73B303F9032F}"/>
              </a:ext>
            </a:extLst>
          </p:cNvPr>
          <p:cNvSpPr>
            <a:spLocks noGrp="1"/>
          </p:cNvSpPr>
          <p:nvPr>
            <p:ph type="sldNum" sz="quarter" idx="12"/>
          </p:nvPr>
        </p:nvSpPr>
        <p:spPr/>
        <p:txBody>
          <a:bodyPr/>
          <a:lstStyle/>
          <a:p>
            <a:fld id="{DC503246-BBCE-4F0A-BCDC-08FC4C52637D}" type="slidenum">
              <a:rPr lang="en-US" smtClean="0"/>
              <a:pPr/>
              <a:t>9</a:t>
            </a:fld>
            <a:endParaRPr lang="en-US"/>
          </a:p>
        </p:txBody>
      </p:sp>
      <p:sp>
        <p:nvSpPr>
          <p:cNvPr id="2" name="タイトル 1">
            <a:extLst>
              <a:ext uri="{FF2B5EF4-FFF2-40B4-BE49-F238E27FC236}">
                <a16:creationId xmlns:a16="http://schemas.microsoft.com/office/drawing/2014/main" id="{82FB3566-4822-B9F6-2579-0C0A1D923B4F}"/>
              </a:ext>
            </a:extLst>
          </p:cNvPr>
          <p:cNvSpPr>
            <a:spLocks noGrp="1"/>
          </p:cNvSpPr>
          <p:nvPr>
            <p:ph type="title"/>
          </p:nvPr>
        </p:nvSpPr>
        <p:spPr/>
        <p:txBody>
          <a:bodyPr/>
          <a:lstStyle/>
          <a:p>
            <a:r>
              <a:rPr lang="en-US" altLang="ja-JP" dirty="0"/>
              <a:t>RAG - </a:t>
            </a:r>
            <a:r>
              <a:rPr lang="ja-JP" altLang="en-US"/>
              <a:t>概要</a:t>
            </a:r>
            <a:endParaRPr kumimoji="1" lang="ja-JP" altLang="en-US"/>
          </a:p>
        </p:txBody>
      </p:sp>
      <p:sp>
        <p:nvSpPr>
          <p:cNvPr id="4" name="Rectangle 5">
            <a:extLst>
              <a:ext uri="{FF2B5EF4-FFF2-40B4-BE49-F238E27FC236}">
                <a16:creationId xmlns:a16="http://schemas.microsoft.com/office/drawing/2014/main" id="{7A936C2F-C5D1-D252-6AE9-32C177F8A585}"/>
              </a:ext>
            </a:extLst>
          </p:cNvPr>
          <p:cNvSpPr/>
          <p:nvPr/>
        </p:nvSpPr>
        <p:spPr>
          <a:xfrm>
            <a:off x="2" y="932457"/>
            <a:ext cx="12191999" cy="910632"/>
          </a:xfrm>
          <a:prstGeom prst="rect">
            <a:avLst/>
          </a:prstGeom>
          <a:solidFill>
            <a:srgbClr val="FAFAFA">
              <a:alpha val="15000"/>
            </a:srgbClr>
          </a:solidFill>
          <a:ln w="12700" cap="flat" cmpd="sng" algn="ctr">
            <a:noFill/>
            <a:prstDash val="solid"/>
            <a:miter lim="800000"/>
          </a:ln>
          <a:effectLst/>
        </p:spPr>
        <p:txBody>
          <a:bodyPr rot="0" spcFirstLastPara="0" vertOverflow="overflow" horzOverflow="overflow" vert="horz" wrap="square" lIns="121920" tIns="121920" rIns="121920" bIns="60960" numCol="1" spcCol="0" rtlCol="0" fromWordArt="0" anchor="ctr" anchorCtr="0" forceAA="0" compatLnSpc="1">
            <a:prstTxWarp prst="textNoShape">
              <a:avLst/>
            </a:prstTxWarp>
            <a:noAutofit/>
          </a:bodyPr>
          <a:lstStyle/>
          <a:p>
            <a:pPr algn="ctr" defTabSz="1219170">
              <a:defRPr/>
            </a:pPr>
            <a:r>
              <a:rPr lang="en-US" altLang="ja-JP" sz="2400" kern="0" dirty="0">
                <a:solidFill>
                  <a:srgbClr val="FFFFFF"/>
                </a:solidFill>
                <a:latin typeface="メイリオ"/>
                <a:ea typeface="メイリオ"/>
              </a:rPr>
              <a:t>RAG (Retrieval Augmented Generation: </a:t>
            </a:r>
            <a:r>
              <a:rPr lang="ja-JP" altLang="en-US" sz="2400" kern="0">
                <a:solidFill>
                  <a:srgbClr val="FFFFFF"/>
                </a:solidFill>
                <a:latin typeface="メイリオ"/>
                <a:ea typeface="メイリオ"/>
              </a:rPr>
              <a:t>検索拡張生成</a:t>
            </a:r>
            <a:r>
              <a:rPr lang="en-US" altLang="ja-JP" sz="2400" kern="0" dirty="0">
                <a:solidFill>
                  <a:srgbClr val="FFFFFF"/>
                </a:solidFill>
                <a:latin typeface="メイリオ"/>
                <a:ea typeface="メイリオ"/>
              </a:rPr>
              <a:t>) </a:t>
            </a:r>
            <a:r>
              <a:rPr lang="ja-JP" altLang="en-US" sz="2400" kern="0">
                <a:solidFill>
                  <a:srgbClr val="FFFFFF"/>
                </a:solidFill>
                <a:latin typeface="メイリオ"/>
                <a:ea typeface="メイリオ"/>
              </a:rPr>
              <a:t>とは</a:t>
            </a:r>
            <a:r>
              <a:rPr lang="en-US" altLang="ja-JP" sz="2400" kern="0" dirty="0">
                <a:solidFill>
                  <a:srgbClr val="FFFFFF"/>
                </a:solidFill>
                <a:latin typeface="メイリオ"/>
                <a:ea typeface="メイリオ"/>
              </a:rPr>
              <a:t>?</a:t>
            </a:r>
          </a:p>
          <a:p>
            <a:pPr algn="ctr" defTabSz="1219170">
              <a:defRPr/>
            </a:pPr>
            <a:r>
              <a:rPr lang="en-US" altLang="ja-JP" sz="2400" kern="0" dirty="0">
                <a:solidFill>
                  <a:srgbClr val="FFFFFF"/>
                </a:solidFill>
                <a:latin typeface="メイリオ"/>
                <a:ea typeface="メイリオ"/>
              </a:rPr>
              <a:t>→</a:t>
            </a:r>
            <a:r>
              <a:rPr lang="ja-JP" altLang="en-US" sz="2400" kern="0">
                <a:solidFill>
                  <a:srgbClr val="FFFFFF"/>
                </a:solidFill>
                <a:latin typeface="メイリオ"/>
                <a:ea typeface="メイリオ"/>
              </a:rPr>
              <a:t> </a:t>
            </a:r>
            <a:r>
              <a:rPr lang="en-US" altLang="ja-JP" sz="2400" kern="0" dirty="0" err="1">
                <a:solidFill>
                  <a:srgbClr val="FFFFFF"/>
                </a:solidFill>
                <a:latin typeface="メイリオ"/>
                <a:ea typeface="メイリオ"/>
              </a:rPr>
              <a:t>プロンプトエンジニアリング</a:t>
            </a:r>
            <a:r>
              <a:rPr lang="en-US" altLang="ja-JP" sz="2400" kern="0" dirty="0">
                <a:solidFill>
                  <a:srgbClr val="FFFFFF"/>
                </a:solidFill>
                <a:latin typeface="メイリオ"/>
                <a:ea typeface="メイリオ"/>
              </a:rPr>
              <a:t> </a:t>
            </a:r>
            <a:r>
              <a:rPr lang="en-US" altLang="ja-JP" sz="2400" kern="0" dirty="0" err="1">
                <a:solidFill>
                  <a:srgbClr val="FFFFFF"/>
                </a:solidFill>
                <a:latin typeface="メイリオ"/>
                <a:ea typeface="メイリオ"/>
              </a:rPr>
              <a:t>における</a:t>
            </a:r>
            <a:r>
              <a:rPr lang="en-US" altLang="ja-JP" sz="2400" kern="0" dirty="0">
                <a:solidFill>
                  <a:srgbClr val="FFFFFF"/>
                </a:solidFill>
                <a:latin typeface="メイリオ"/>
                <a:ea typeface="メイリオ"/>
              </a:rPr>
              <a:t> </a:t>
            </a:r>
            <a:r>
              <a:rPr lang="en-US" altLang="ja-JP" sz="2400" kern="0" dirty="0" err="1">
                <a:solidFill>
                  <a:srgbClr val="FFFFFF"/>
                </a:solidFill>
                <a:latin typeface="メイリオ"/>
                <a:ea typeface="メイリオ"/>
              </a:rPr>
              <a:t>テクニック</a:t>
            </a:r>
            <a:r>
              <a:rPr lang="en-US" altLang="ja-JP" sz="2400" kern="0" dirty="0">
                <a:solidFill>
                  <a:srgbClr val="FFFFFF"/>
                </a:solidFill>
                <a:latin typeface="メイリオ"/>
                <a:ea typeface="メイリオ"/>
              </a:rPr>
              <a:t> </a:t>
            </a:r>
            <a:r>
              <a:rPr lang="en-US" altLang="ja-JP" sz="2400" kern="0" dirty="0" err="1">
                <a:solidFill>
                  <a:srgbClr val="FFFFFF"/>
                </a:solidFill>
                <a:latin typeface="メイリオ"/>
                <a:ea typeface="メイリオ"/>
              </a:rPr>
              <a:t>の一種</a:t>
            </a:r>
            <a:endParaRPr lang="en-US" altLang="ja-JP" sz="1400" kern="0" dirty="0">
              <a:solidFill>
                <a:srgbClr val="FFFFFF"/>
              </a:solidFill>
              <a:latin typeface="メイリオ"/>
              <a:ea typeface="メイリオ"/>
            </a:endParaRPr>
          </a:p>
        </p:txBody>
      </p:sp>
      <p:grpSp>
        <p:nvGrpSpPr>
          <p:cNvPr id="5" name="Graphic 250">
            <a:extLst>
              <a:ext uri="{FF2B5EF4-FFF2-40B4-BE49-F238E27FC236}">
                <a16:creationId xmlns:a16="http://schemas.microsoft.com/office/drawing/2014/main" id="{11FCB4F7-1BFA-DC35-E595-57A5F7F8BB1A}"/>
              </a:ext>
            </a:extLst>
          </p:cNvPr>
          <p:cNvGrpSpPr>
            <a:grpSpLocks noChangeAspect="1"/>
          </p:cNvGrpSpPr>
          <p:nvPr/>
        </p:nvGrpSpPr>
        <p:grpSpPr>
          <a:xfrm>
            <a:off x="1492703" y="2532781"/>
            <a:ext cx="824704" cy="832895"/>
            <a:chOff x="9704553" y="322847"/>
            <a:chExt cx="643689" cy="643689"/>
          </a:xfrm>
        </p:grpSpPr>
        <p:sp>
          <p:nvSpPr>
            <p:cNvPr id="6" name="Freeform: Shape 39">
              <a:extLst>
                <a:ext uri="{FF2B5EF4-FFF2-40B4-BE49-F238E27FC236}">
                  <a16:creationId xmlns:a16="http://schemas.microsoft.com/office/drawing/2014/main" id="{4D82CE85-82BB-6B76-3F31-2B191E08EE9A}"/>
                </a:ext>
              </a:extLst>
            </p:cNvPr>
            <p:cNvSpPr/>
            <p:nvPr/>
          </p:nvSpPr>
          <p:spPr>
            <a:xfrm>
              <a:off x="9831038" y="599633"/>
              <a:ext cx="9655" cy="93335"/>
            </a:xfrm>
            <a:custGeom>
              <a:avLst/>
              <a:gdLst>
                <a:gd name="connsiteX0" fmla="*/ 4828 w 9655"/>
                <a:gd name="connsiteY0" fmla="*/ 89473 h 93334"/>
                <a:gd name="connsiteX1" fmla="*/ 4828 w 9655"/>
                <a:gd name="connsiteY1" fmla="*/ 46989 h 93334"/>
                <a:gd name="connsiteX2" fmla="*/ 4828 w 9655"/>
                <a:gd name="connsiteY2" fmla="*/ 4828 h 93334"/>
              </a:gdLst>
              <a:ahLst/>
              <a:cxnLst>
                <a:cxn ang="0">
                  <a:pos x="connsiteX0" y="connsiteY0"/>
                </a:cxn>
                <a:cxn ang="0">
                  <a:pos x="connsiteX1" y="connsiteY1"/>
                </a:cxn>
                <a:cxn ang="0">
                  <a:pos x="connsiteX2" y="connsiteY2"/>
                </a:cxn>
              </a:cxnLst>
              <a:rect l="l" t="t" r="r" b="b"/>
              <a:pathLst>
                <a:path w="9655" h="93334">
                  <a:moveTo>
                    <a:pt x="4828" y="89473"/>
                  </a:moveTo>
                  <a:lnTo>
                    <a:pt x="4828" y="46989"/>
                  </a:lnTo>
                  <a:lnTo>
                    <a:pt x="4828" y="4828"/>
                  </a:lnTo>
                  <a:close/>
                </a:path>
              </a:pathLst>
            </a:custGeom>
            <a:noFill/>
            <a:ln w="25400" cap="flat">
              <a:solidFill>
                <a:srgbClr val="FFFFFF"/>
              </a:solidFill>
              <a:prstDash val="solid"/>
              <a:round/>
            </a:ln>
          </p:spPr>
          <p:txBody>
            <a:bodyPr rtlCol="0" anchor="ctr"/>
            <a:lstStyle/>
            <a:p>
              <a:pPr defTabSz="1219170">
                <a:defRPr/>
              </a:pPr>
              <a:endParaRPr lang="en-US" sz="1600" kern="0" dirty="0">
                <a:solidFill>
                  <a:prstClr val="white"/>
                </a:solidFill>
                <a:latin typeface="メイリオ"/>
                <a:ea typeface="メイリオ"/>
              </a:endParaRPr>
            </a:p>
          </p:txBody>
        </p:sp>
        <p:sp>
          <p:nvSpPr>
            <p:cNvPr id="7" name="Freeform: Shape 40">
              <a:extLst>
                <a:ext uri="{FF2B5EF4-FFF2-40B4-BE49-F238E27FC236}">
                  <a16:creationId xmlns:a16="http://schemas.microsoft.com/office/drawing/2014/main" id="{14DD7BEE-BD9B-5183-98B7-05E3713167FC}"/>
                </a:ext>
              </a:extLst>
            </p:cNvPr>
            <p:cNvSpPr/>
            <p:nvPr/>
          </p:nvSpPr>
          <p:spPr>
            <a:xfrm>
              <a:off x="9926304" y="520781"/>
              <a:ext cx="54714" cy="128738"/>
            </a:xfrm>
            <a:custGeom>
              <a:avLst/>
              <a:gdLst>
                <a:gd name="connsiteX0" fmla="*/ 4828 w 54713"/>
                <a:gd name="connsiteY0" fmla="*/ 125841 h 128737"/>
                <a:gd name="connsiteX1" fmla="*/ 4828 w 54713"/>
                <a:gd name="connsiteY1" fmla="*/ 76277 h 128737"/>
                <a:gd name="connsiteX2" fmla="*/ 52461 w 54713"/>
                <a:gd name="connsiteY2" fmla="*/ 52461 h 128737"/>
                <a:gd name="connsiteX3" fmla="*/ 52461 w 54713"/>
                <a:gd name="connsiteY3" fmla="*/ 4828 h 128737"/>
              </a:gdLst>
              <a:ahLst/>
              <a:cxnLst>
                <a:cxn ang="0">
                  <a:pos x="connsiteX0" y="connsiteY0"/>
                </a:cxn>
                <a:cxn ang="0">
                  <a:pos x="connsiteX1" y="connsiteY1"/>
                </a:cxn>
                <a:cxn ang="0">
                  <a:pos x="connsiteX2" y="connsiteY2"/>
                </a:cxn>
                <a:cxn ang="0">
                  <a:pos x="connsiteX3" y="connsiteY3"/>
                </a:cxn>
              </a:cxnLst>
              <a:rect l="l" t="t" r="r" b="b"/>
              <a:pathLst>
                <a:path w="54713" h="128737">
                  <a:moveTo>
                    <a:pt x="4828" y="125841"/>
                  </a:moveTo>
                  <a:lnTo>
                    <a:pt x="4828" y="76277"/>
                  </a:lnTo>
                  <a:lnTo>
                    <a:pt x="52461" y="52461"/>
                  </a:lnTo>
                  <a:lnTo>
                    <a:pt x="52461" y="4828"/>
                  </a:lnTo>
                </a:path>
              </a:pathLst>
            </a:custGeom>
            <a:noFill/>
            <a:ln w="25400" cap="flat">
              <a:solidFill>
                <a:srgbClr val="FFFFFF"/>
              </a:solidFill>
              <a:prstDash val="solid"/>
              <a:round/>
            </a:ln>
          </p:spPr>
          <p:txBody>
            <a:bodyPr rtlCol="0" anchor="ctr"/>
            <a:lstStyle/>
            <a:p>
              <a:pPr defTabSz="1219170">
                <a:defRPr/>
              </a:pPr>
              <a:endParaRPr lang="en-US" sz="1600" kern="0" dirty="0">
                <a:solidFill>
                  <a:prstClr val="white"/>
                </a:solidFill>
                <a:latin typeface="メイリオ"/>
                <a:ea typeface="メイリオ"/>
              </a:endParaRPr>
            </a:p>
          </p:txBody>
        </p:sp>
        <p:sp>
          <p:nvSpPr>
            <p:cNvPr id="8" name="Freeform: Shape 43">
              <a:extLst>
                <a:ext uri="{FF2B5EF4-FFF2-40B4-BE49-F238E27FC236}">
                  <a16:creationId xmlns:a16="http://schemas.microsoft.com/office/drawing/2014/main" id="{4ABBFB93-2088-B354-A56E-63BFE96AEE21}"/>
                </a:ext>
              </a:extLst>
            </p:cNvPr>
            <p:cNvSpPr/>
            <p:nvPr/>
          </p:nvSpPr>
          <p:spPr>
            <a:xfrm>
              <a:off x="9878671" y="568414"/>
              <a:ext cx="54714" cy="32184"/>
            </a:xfrm>
            <a:custGeom>
              <a:avLst/>
              <a:gdLst>
                <a:gd name="connsiteX0" fmla="*/ 52461 w 54713"/>
                <a:gd name="connsiteY0" fmla="*/ 28644 h 32184"/>
                <a:gd name="connsiteX1" fmla="*/ 4828 w 54713"/>
                <a:gd name="connsiteY1" fmla="*/ 4828 h 32184"/>
              </a:gdLst>
              <a:ahLst/>
              <a:cxnLst>
                <a:cxn ang="0">
                  <a:pos x="connsiteX0" y="connsiteY0"/>
                </a:cxn>
                <a:cxn ang="0">
                  <a:pos x="connsiteX1" y="connsiteY1"/>
                </a:cxn>
              </a:cxnLst>
              <a:rect l="l" t="t" r="r" b="b"/>
              <a:pathLst>
                <a:path w="54713" h="32184">
                  <a:moveTo>
                    <a:pt x="52461" y="28644"/>
                  </a:moveTo>
                  <a:lnTo>
                    <a:pt x="4828" y="4828"/>
                  </a:lnTo>
                </a:path>
              </a:pathLst>
            </a:custGeom>
            <a:ln w="25400" cap="flat">
              <a:solidFill>
                <a:srgbClr val="FFFFFF"/>
              </a:solidFill>
              <a:prstDash val="solid"/>
              <a:round/>
            </a:ln>
          </p:spPr>
          <p:txBody>
            <a:bodyPr rtlCol="0" anchor="ctr"/>
            <a:lstStyle/>
            <a:p>
              <a:pPr defTabSz="1219170">
                <a:defRPr/>
              </a:pPr>
              <a:endParaRPr lang="en-US" sz="1600" kern="0" dirty="0">
                <a:solidFill>
                  <a:prstClr val="white"/>
                </a:solidFill>
                <a:latin typeface="メイリオ"/>
                <a:ea typeface="メイリオ"/>
              </a:endParaRPr>
            </a:p>
          </p:txBody>
        </p:sp>
        <p:sp>
          <p:nvSpPr>
            <p:cNvPr id="9" name="Freeform: Shape 44">
              <a:extLst>
                <a:ext uri="{FF2B5EF4-FFF2-40B4-BE49-F238E27FC236}">
                  <a16:creationId xmlns:a16="http://schemas.microsoft.com/office/drawing/2014/main" id="{0C87B9FB-C8D5-B2BB-EDAB-C2C02C410C3A}"/>
                </a:ext>
              </a:extLst>
            </p:cNvPr>
            <p:cNvSpPr/>
            <p:nvPr/>
          </p:nvSpPr>
          <p:spPr>
            <a:xfrm>
              <a:off x="9926304" y="477976"/>
              <a:ext cx="9655" cy="67587"/>
            </a:xfrm>
            <a:custGeom>
              <a:avLst/>
              <a:gdLst>
                <a:gd name="connsiteX0" fmla="*/ 4828 w 9655"/>
                <a:gd name="connsiteY0" fmla="*/ 63403 h 67587"/>
                <a:gd name="connsiteX1" fmla="*/ 4828 w 9655"/>
                <a:gd name="connsiteY1" fmla="*/ 4828 h 67587"/>
              </a:gdLst>
              <a:ahLst/>
              <a:cxnLst>
                <a:cxn ang="0">
                  <a:pos x="connsiteX0" y="connsiteY0"/>
                </a:cxn>
                <a:cxn ang="0">
                  <a:pos x="connsiteX1" y="connsiteY1"/>
                </a:cxn>
              </a:cxnLst>
              <a:rect l="l" t="t" r="r" b="b"/>
              <a:pathLst>
                <a:path w="9655" h="67587">
                  <a:moveTo>
                    <a:pt x="4828" y="63403"/>
                  </a:moveTo>
                  <a:lnTo>
                    <a:pt x="4828" y="4828"/>
                  </a:lnTo>
                </a:path>
              </a:pathLst>
            </a:custGeom>
            <a:ln w="25400" cap="flat">
              <a:solidFill>
                <a:srgbClr val="FFFFFF"/>
              </a:solidFill>
              <a:prstDash val="solid"/>
              <a:round/>
            </a:ln>
          </p:spPr>
          <p:txBody>
            <a:bodyPr rtlCol="0" anchor="ctr"/>
            <a:lstStyle/>
            <a:p>
              <a:pPr defTabSz="1219170">
                <a:defRPr/>
              </a:pPr>
              <a:endParaRPr lang="en-US" sz="1600" kern="0" dirty="0">
                <a:solidFill>
                  <a:prstClr val="white"/>
                </a:solidFill>
                <a:latin typeface="メイリオ"/>
                <a:ea typeface="メイリオ"/>
              </a:endParaRPr>
            </a:p>
          </p:txBody>
        </p:sp>
        <p:sp>
          <p:nvSpPr>
            <p:cNvPr id="10" name="Freeform: Shape 45">
              <a:extLst>
                <a:ext uri="{FF2B5EF4-FFF2-40B4-BE49-F238E27FC236}">
                  <a16:creationId xmlns:a16="http://schemas.microsoft.com/office/drawing/2014/main" id="{06627C64-762D-E687-974E-A16694339A2D}"/>
                </a:ext>
              </a:extLst>
            </p:cNvPr>
            <p:cNvSpPr/>
            <p:nvPr/>
          </p:nvSpPr>
          <p:spPr>
            <a:xfrm>
              <a:off x="9831038" y="615404"/>
              <a:ext cx="54714" cy="35403"/>
            </a:xfrm>
            <a:custGeom>
              <a:avLst/>
              <a:gdLst>
                <a:gd name="connsiteX0" fmla="*/ 4828 w 54713"/>
                <a:gd name="connsiteY0" fmla="*/ 31863 h 35402"/>
                <a:gd name="connsiteX1" fmla="*/ 50530 w 54713"/>
                <a:gd name="connsiteY1" fmla="*/ 4828 h 35402"/>
              </a:gdLst>
              <a:ahLst/>
              <a:cxnLst>
                <a:cxn ang="0">
                  <a:pos x="connsiteX0" y="connsiteY0"/>
                </a:cxn>
                <a:cxn ang="0">
                  <a:pos x="connsiteX1" y="connsiteY1"/>
                </a:cxn>
              </a:cxnLst>
              <a:rect l="l" t="t" r="r" b="b"/>
              <a:pathLst>
                <a:path w="54713" h="35402">
                  <a:moveTo>
                    <a:pt x="4828" y="31863"/>
                  </a:moveTo>
                  <a:lnTo>
                    <a:pt x="50530" y="4828"/>
                  </a:lnTo>
                </a:path>
              </a:pathLst>
            </a:custGeom>
            <a:ln w="25400" cap="flat">
              <a:solidFill>
                <a:srgbClr val="FFFFFF"/>
              </a:solidFill>
              <a:prstDash val="solid"/>
              <a:round/>
            </a:ln>
          </p:spPr>
          <p:txBody>
            <a:bodyPr rtlCol="0" anchor="ctr"/>
            <a:lstStyle/>
            <a:p>
              <a:pPr defTabSz="1219170">
                <a:defRPr/>
              </a:pPr>
              <a:endParaRPr lang="en-US" sz="1600" kern="0" dirty="0">
                <a:solidFill>
                  <a:prstClr val="white"/>
                </a:solidFill>
                <a:latin typeface="メイリオ"/>
                <a:ea typeface="メイリオ"/>
              </a:endParaRPr>
            </a:p>
          </p:txBody>
        </p:sp>
        <p:sp>
          <p:nvSpPr>
            <p:cNvPr id="11" name="Freeform: Shape 46">
              <a:extLst>
                <a:ext uri="{FF2B5EF4-FFF2-40B4-BE49-F238E27FC236}">
                  <a16:creationId xmlns:a16="http://schemas.microsoft.com/office/drawing/2014/main" id="{69768112-0090-AEC1-9BB0-53A219900263}"/>
                </a:ext>
              </a:extLst>
            </p:cNvPr>
            <p:cNvSpPr/>
            <p:nvPr/>
          </p:nvSpPr>
          <p:spPr>
            <a:xfrm>
              <a:off x="9878671" y="687497"/>
              <a:ext cx="54714" cy="38621"/>
            </a:xfrm>
            <a:custGeom>
              <a:avLst/>
              <a:gdLst>
                <a:gd name="connsiteX0" fmla="*/ 4828 w 54713"/>
                <a:gd name="connsiteY0" fmla="*/ 36690 h 38621"/>
                <a:gd name="connsiteX1" fmla="*/ 52461 w 54713"/>
                <a:gd name="connsiteY1" fmla="*/ 4828 h 38621"/>
              </a:gdLst>
              <a:ahLst/>
              <a:cxnLst>
                <a:cxn ang="0">
                  <a:pos x="connsiteX0" y="connsiteY0"/>
                </a:cxn>
                <a:cxn ang="0">
                  <a:pos x="connsiteX1" y="connsiteY1"/>
                </a:cxn>
              </a:cxnLst>
              <a:rect l="l" t="t" r="r" b="b"/>
              <a:pathLst>
                <a:path w="54713" h="38621">
                  <a:moveTo>
                    <a:pt x="4828" y="36690"/>
                  </a:moveTo>
                  <a:lnTo>
                    <a:pt x="52461" y="4828"/>
                  </a:lnTo>
                </a:path>
              </a:pathLst>
            </a:custGeom>
            <a:ln w="25400" cap="flat">
              <a:solidFill>
                <a:srgbClr val="FFFFFF"/>
              </a:solidFill>
              <a:prstDash val="solid"/>
              <a:round/>
            </a:ln>
          </p:spPr>
          <p:txBody>
            <a:bodyPr rtlCol="0" anchor="ctr"/>
            <a:lstStyle/>
            <a:p>
              <a:pPr defTabSz="1219170">
                <a:defRPr/>
              </a:pPr>
              <a:endParaRPr lang="en-US" sz="1600" kern="0" dirty="0">
                <a:solidFill>
                  <a:prstClr val="white"/>
                </a:solidFill>
                <a:latin typeface="メイリオ"/>
                <a:ea typeface="メイリオ"/>
              </a:endParaRPr>
            </a:p>
          </p:txBody>
        </p:sp>
        <p:sp>
          <p:nvSpPr>
            <p:cNvPr id="12" name="Freeform: Shape 47">
              <a:extLst>
                <a:ext uri="{FF2B5EF4-FFF2-40B4-BE49-F238E27FC236}">
                  <a16:creationId xmlns:a16="http://schemas.microsoft.com/office/drawing/2014/main" id="{C08E1579-C9C7-C90C-5038-1B61555971AA}"/>
                </a:ext>
              </a:extLst>
            </p:cNvPr>
            <p:cNvSpPr/>
            <p:nvPr/>
          </p:nvSpPr>
          <p:spPr>
            <a:xfrm>
              <a:off x="9922120" y="777613"/>
              <a:ext cx="54714" cy="35403"/>
            </a:xfrm>
            <a:custGeom>
              <a:avLst/>
              <a:gdLst>
                <a:gd name="connsiteX0" fmla="*/ 4828 w 54713"/>
                <a:gd name="connsiteY0" fmla="*/ 31863 h 35402"/>
                <a:gd name="connsiteX1" fmla="*/ 50851 w 54713"/>
                <a:gd name="connsiteY1" fmla="*/ 4828 h 35402"/>
              </a:gdLst>
              <a:ahLst/>
              <a:cxnLst>
                <a:cxn ang="0">
                  <a:pos x="connsiteX0" y="connsiteY0"/>
                </a:cxn>
                <a:cxn ang="0">
                  <a:pos x="connsiteX1" y="connsiteY1"/>
                </a:cxn>
              </a:cxnLst>
              <a:rect l="l" t="t" r="r" b="b"/>
              <a:pathLst>
                <a:path w="54713" h="35402">
                  <a:moveTo>
                    <a:pt x="4828" y="31863"/>
                  </a:moveTo>
                  <a:lnTo>
                    <a:pt x="50851" y="4828"/>
                  </a:lnTo>
                </a:path>
              </a:pathLst>
            </a:custGeom>
            <a:ln w="25400" cap="flat">
              <a:solidFill>
                <a:srgbClr val="FFFFFF"/>
              </a:solidFill>
              <a:prstDash val="solid"/>
              <a:round/>
            </a:ln>
          </p:spPr>
          <p:txBody>
            <a:bodyPr rtlCol="0" anchor="ctr"/>
            <a:lstStyle/>
            <a:p>
              <a:pPr defTabSz="1219170">
                <a:defRPr/>
              </a:pPr>
              <a:endParaRPr lang="en-US" sz="1600" kern="0" dirty="0">
                <a:solidFill>
                  <a:prstClr val="white"/>
                </a:solidFill>
                <a:latin typeface="メイリオ"/>
                <a:ea typeface="メイリオ"/>
              </a:endParaRPr>
            </a:p>
          </p:txBody>
        </p:sp>
        <p:sp>
          <p:nvSpPr>
            <p:cNvPr id="13" name="Freeform: Shape 48">
              <a:extLst>
                <a:ext uri="{FF2B5EF4-FFF2-40B4-BE49-F238E27FC236}">
                  <a16:creationId xmlns:a16="http://schemas.microsoft.com/office/drawing/2014/main" id="{83AE3868-7546-6CFD-3F9E-B4C163B6003B}"/>
                </a:ext>
              </a:extLst>
            </p:cNvPr>
            <p:cNvSpPr/>
            <p:nvPr/>
          </p:nvSpPr>
          <p:spPr>
            <a:xfrm>
              <a:off x="9918258" y="687497"/>
              <a:ext cx="112646" cy="64369"/>
            </a:xfrm>
            <a:custGeom>
              <a:avLst/>
              <a:gdLst>
                <a:gd name="connsiteX0" fmla="*/ 4828 w 112645"/>
                <a:gd name="connsiteY0" fmla="*/ 60507 h 64368"/>
                <a:gd name="connsiteX1" fmla="*/ 108140 w 112645"/>
                <a:gd name="connsiteY1" fmla="*/ 4828 h 64368"/>
              </a:gdLst>
              <a:ahLst/>
              <a:cxnLst>
                <a:cxn ang="0">
                  <a:pos x="connsiteX0" y="connsiteY0"/>
                </a:cxn>
                <a:cxn ang="0">
                  <a:pos x="connsiteX1" y="connsiteY1"/>
                </a:cxn>
              </a:cxnLst>
              <a:rect l="l" t="t" r="r" b="b"/>
              <a:pathLst>
                <a:path w="112645" h="64368">
                  <a:moveTo>
                    <a:pt x="4828" y="60507"/>
                  </a:moveTo>
                  <a:lnTo>
                    <a:pt x="108140" y="4828"/>
                  </a:lnTo>
                </a:path>
              </a:pathLst>
            </a:custGeom>
            <a:ln w="25400" cap="flat">
              <a:solidFill>
                <a:srgbClr val="FFFFFF"/>
              </a:solidFill>
              <a:prstDash val="solid"/>
              <a:round/>
            </a:ln>
          </p:spPr>
          <p:txBody>
            <a:bodyPr rtlCol="0" anchor="ctr"/>
            <a:lstStyle/>
            <a:p>
              <a:pPr defTabSz="1219170">
                <a:defRPr/>
              </a:pPr>
              <a:endParaRPr lang="en-US" sz="1600" kern="0" dirty="0">
                <a:solidFill>
                  <a:prstClr val="white"/>
                </a:solidFill>
                <a:latin typeface="メイリオ"/>
                <a:ea typeface="メイリオ"/>
              </a:endParaRPr>
            </a:p>
          </p:txBody>
        </p:sp>
        <p:sp>
          <p:nvSpPr>
            <p:cNvPr id="14" name="Freeform: Shape 49">
              <a:extLst>
                <a:ext uri="{FF2B5EF4-FFF2-40B4-BE49-F238E27FC236}">
                  <a16:creationId xmlns:a16="http://schemas.microsoft.com/office/drawing/2014/main" id="{1A569AA2-3605-75EE-35B7-D816D2221C2E}"/>
                </a:ext>
              </a:extLst>
            </p:cNvPr>
            <p:cNvSpPr/>
            <p:nvPr/>
          </p:nvSpPr>
          <p:spPr>
            <a:xfrm>
              <a:off x="9878671" y="639864"/>
              <a:ext cx="54714" cy="38621"/>
            </a:xfrm>
            <a:custGeom>
              <a:avLst/>
              <a:gdLst>
                <a:gd name="connsiteX0" fmla="*/ 4828 w 54713"/>
                <a:gd name="connsiteY0" fmla="*/ 36690 h 38621"/>
                <a:gd name="connsiteX1" fmla="*/ 52461 w 54713"/>
                <a:gd name="connsiteY1" fmla="*/ 4828 h 38621"/>
              </a:gdLst>
              <a:ahLst/>
              <a:cxnLst>
                <a:cxn ang="0">
                  <a:pos x="connsiteX0" y="connsiteY0"/>
                </a:cxn>
                <a:cxn ang="0">
                  <a:pos x="connsiteX1" y="connsiteY1"/>
                </a:cxn>
              </a:cxnLst>
              <a:rect l="l" t="t" r="r" b="b"/>
              <a:pathLst>
                <a:path w="54713" h="38621">
                  <a:moveTo>
                    <a:pt x="4828" y="36690"/>
                  </a:moveTo>
                  <a:lnTo>
                    <a:pt x="52461" y="4828"/>
                  </a:lnTo>
                </a:path>
              </a:pathLst>
            </a:custGeom>
            <a:ln w="25400" cap="flat">
              <a:solidFill>
                <a:srgbClr val="FFFFFF"/>
              </a:solidFill>
              <a:prstDash val="solid"/>
              <a:round/>
            </a:ln>
          </p:spPr>
          <p:txBody>
            <a:bodyPr rtlCol="0" anchor="ctr"/>
            <a:lstStyle/>
            <a:p>
              <a:pPr defTabSz="1219170">
                <a:defRPr/>
              </a:pPr>
              <a:endParaRPr lang="en-US" sz="1600" kern="0" dirty="0">
                <a:solidFill>
                  <a:prstClr val="white"/>
                </a:solidFill>
                <a:latin typeface="メイリオ"/>
                <a:ea typeface="メイリオ"/>
              </a:endParaRPr>
            </a:p>
          </p:txBody>
        </p:sp>
        <p:sp>
          <p:nvSpPr>
            <p:cNvPr id="15" name="Freeform: Shape 50">
              <a:extLst>
                <a:ext uri="{FF2B5EF4-FFF2-40B4-BE49-F238E27FC236}">
                  <a16:creationId xmlns:a16="http://schemas.microsoft.com/office/drawing/2014/main" id="{31EB8411-469D-54A3-A9DD-1382B6EDFD4D}"/>
                </a:ext>
              </a:extLst>
            </p:cNvPr>
            <p:cNvSpPr/>
            <p:nvPr/>
          </p:nvSpPr>
          <p:spPr>
            <a:xfrm>
              <a:off x="9831038" y="449332"/>
              <a:ext cx="199544" cy="389432"/>
            </a:xfrm>
            <a:custGeom>
              <a:avLst/>
              <a:gdLst>
                <a:gd name="connsiteX0" fmla="*/ 195360 w 199543"/>
                <a:gd name="connsiteY0" fmla="*/ 36368 h 389431"/>
                <a:gd name="connsiteX1" fmla="*/ 147727 w 199543"/>
                <a:gd name="connsiteY1" fmla="*/ 4828 h 389431"/>
                <a:gd name="connsiteX2" fmla="*/ 52461 w 199543"/>
                <a:gd name="connsiteY2" fmla="*/ 60185 h 389431"/>
                <a:gd name="connsiteX3" fmla="*/ 52461 w 199543"/>
                <a:gd name="connsiteY3" fmla="*/ 123588 h 389431"/>
                <a:gd name="connsiteX4" fmla="*/ 4828 w 199543"/>
                <a:gd name="connsiteY4" fmla="*/ 147727 h 389431"/>
                <a:gd name="connsiteX5" fmla="*/ 4828 w 199543"/>
                <a:gd name="connsiteY5" fmla="*/ 197291 h 389431"/>
                <a:gd name="connsiteX6" fmla="*/ 4828 w 199543"/>
                <a:gd name="connsiteY6" fmla="*/ 242993 h 389431"/>
                <a:gd name="connsiteX7" fmla="*/ 52461 w 199543"/>
                <a:gd name="connsiteY7" fmla="*/ 274855 h 389431"/>
                <a:gd name="connsiteX8" fmla="*/ 52461 w 199543"/>
                <a:gd name="connsiteY8" fmla="*/ 330534 h 389431"/>
                <a:gd name="connsiteX9" fmla="*/ 147727 w 199543"/>
                <a:gd name="connsiteY9" fmla="*/ 385892 h 389431"/>
                <a:gd name="connsiteX10" fmla="*/ 195360 w 199543"/>
                <a:gd name="connsiteY10" fmla="*/ 360466 h 389431"/>
                <a:gd name="connsiteX11" fmla="*/ 195360 w 199543"/>
                <a:gd name="connsiteY11" fmla="*/ 195360 h 389431"/>
                <a:gd name="connsiteX12" fmla="*/ 147727 w 199543"/>
                <a:gd name="connsiteY12" fmla="*/ 171543 h 3894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99543" h="389431">
                  <a:moveTo>
                    <a:pt x="195360" y="36368"/>
                  </a:moveTo>
                  <a:lnTo>
                    <a:pt x="147727" y="4828"/>
                  </a:lnTo>
                  <a:lnTo>
                    <a:pt x="52461" y="60185"/>
                  </a:lnTo>
                  <a:lnTo>
                    <a:pt x="52461" y="123588"/>
                  </a:lnTo>
                  <a:lnTo>
                    <a:pt x="4828" y="147727"/>
                  </a:lnTo>
                  <a:lnTo>
                    <a:pt x="4828" y="197291"/>
                  </a:lnTo>
                  <a:lnTo>
                    <a:pt x="4828" y="242993"/>
                  </a:lnTo>
                  <a:lnTo>
                    <a:pt x="52461" y="274855"/>
                  </a:lnTo>
                  <a:lnTo>
                    <a:pt x="52461" y="330534"/>
                  </a:lnTo>
                  <a:lnTo>
                    <a:pt x="147727" y="385892"/>
                  </a:lnTo>
                  <a:lnTo>
                    <a:pt x="195360" y="360466"/>
                  </a:lnTo>
                  <a:lnTo>
                    <a:pt x="195360" y="195360"/>
                  </a:lnTo>
                  <a:lnTo>
                    <a:pt x="147727" y="171543"/>
                  </a:lnTo>
                </a:path>
              </a:pathLst>
            </a:custGeom>
            <a:noFill/>
            <a:ln w="25400" cap="flat">
              <a:solidFill>
                <a:srgbClr val="FFFFFF"/>
              </a:solidFill>
              <a:prstDash val="solid"/>
              <a:round/>
            </a:ln>
          </p:spPr>
          <p:txBody>
            <a:bodyPr rtlCol="0" anchor="ctr"/>
            <a:lstStyle/>
            <a:p>
              <a:pPr defTabSz="1219170">
                <a:defRPr/>
              </a:pPr>
              <a:endParaRPr lang="en-US" sz="1600" kern="0" dirty="0">
                <a:solidFill>
                  <a:prstClr val="white"/>
                </a:solidFill>
                <a:latin typeface="メイリオ"/>
                <a:ea typeface="メイリオ"/>
              </a:endParaRPr>
            </a:p>
          </p:txBody>
        </p:sp>
        <p:sp>
          <p:nvSpPr>
            <p:cNvPr id="16" name="Freeform: Shape 51">
              <a:extLst>
                <a:ext uri="{FF2B5EF4-FFF2-40B4-BE49-F238E27FC236}">
                  <a16:creationId xmlns:a16="http://schemas.microsoft.com/office/drawing/2014/main" id="{D084FD71-D1EB-AFF0-770A-AEC1319043D9}"/>
                </a:ext>
              </a:extLst>
            </p:cNvPr>
            <p:cNvSpPr/>
            <p:nvPr/>
          </p:nvSpPr>
          <p:spPr>
            <a:xfrm>
              <a:off x="9926304" y="639864"/>
              <a:ext cx="54714" cy="80461"/>
            </a:xfrm>
            <a:custGeom>
              <a:avLst/>
              <a:gdLst>
                <a:gd name="connsiteX0" fmla="*/ 52461 w 54713"/>
                <a:gd name="connsiteY0" fmla="*/ 76277 h 80461"/>
                <a:gd name="connsiteX1" fmla="*/ 52461 w 54713"/>
                <a:gd name="connsiteY1" fmla="*/ 36690 h 80461"/>
                <a:gd name="connsiteX2" fmla="*/ 4828 w 54713"/>
                <a:gd name="connsiteY2" fmla="*/ 4828 h 80461"/>
              </a:gdLst>
              <a:ahLst/>
              <a:cxnLst>
                <a:cxn ang="0">
                  <a:pos x="connsiteX0" y="connsiteY0"/>
                </a:cxn>
                <a:cxn ang="0">
                  <a:pos x="connsiteX1" y="connsiteY1"/>
                </a:cxn>
                <a:cxn ang="0">
                  <a:pos x="connsiteX2" y="connsiteY2"/>
                </a:cxn>
              </a:cxnLst>
              <a:rect l="l" t="t" r="r" b="b"/>
              <a:pathLst>
                <a:path w="54713" h="80461">
                  <a:moveTo>
                    <a:pt x="52461" y="76277"/>
                  </a:moveTo>
                  <a:lnTo>
                    <a:pt x="52461" y="36690"/>
                  </a:lnTo>
                  <a:lnTo>
                    <a:pt x="4828" y="4828"/>
                  </a:lnTo>
                </a:path>
              </a:pathLst>
            </a:custGeom>
            <a:noFill/>
            <a:ln w="25400" cap="flat">
              <a:solidFill>
                <a:srgbClr val="FFFFFF"/>
              </a:solidFill>
              <a:prstDash val="solid"/>
              <a:round/>
            </a:ln>
          </p:spPr>
          <p:txBody>
            <a:bodyPr rtlCol="0" anchor="ctr"/>
            <a:lstStyle/>
            <a:p>
              <a:pPr defTabSz="1219170">
                <a:defRPr/>
              </a:pPr>
              <a:endParaRPr lang="en-US" sz="1600" kern="0" dirty="0">
                <a:solidFill>
                  <a:prstClr val="white"/>
                </a:solidFill>
                <a:latin typeface="メイリオ"/>
                <a:ea typeface="メイリオ"/>
              </a:endParaRPr>
            </a:p>
          </p:txBody>
        </p:sp>
        <p:sp>
          <p:nvSpPr>
            <p:cNvPr id="17" name="Freeform: Shape 52">
              <a:extLst>
                <a:ext uri="{FF2B5EF4-FFF2-40B4-BE49-F238E27FC236}">
                  <a16:creationId xmlns:a16="http://schemas.microsoft.com/office/drawing/2014/main" id="{8812647B-AB39-77A9-7FDA-2FB5B8AEC2CF}"/>
                </a:ext>
              </a:extLst>
            </p:cNvPr>
            <p:cNvSpPr/>
            <p:nvPr/>
          </p:nvSpPr>
          <p:spPr>
            <a:xfrm>
              <a:off x="10212102" y="599633"/>
              <a:ext cx="9655" cy="93335"/>
            </a:xfrm>
            <a:custGeom>
              <a:avLst/>
              <a:gdLst>
                <a:gd name="connsiteX0" fmla="*/ 4828 w 9655"/>
                <a:gd name="connsiteY0" fmla="*/ 4828 h 93334"/>
                <a:gd name="connsiteX1" fmla="*/ 4828 w 9655"/>
                <a:gd name="connsiteY1" fmla="*/ 46989 h 93334"/>
                <a:gd name="connsiteX2" fmla="*/ 4828 w 9655"/>
                <a:gd name="connsiteY2" fmla="*/ 89473 h 93334"/>
              </a:gdLst>
              <a:ahLst/>
              <a:cxnLst>
                <a:cxn ang="0">
                  <a:pos x="connsiteX0" y="connsiteY0"/>
                </a:cxn>
                <a:cxn ang="0">
                  <a:pos x="connsiteX1" y="connsiteY1"/>
                </a:cxn>
                <a:cxn ang="0">
                  <a:pos x="connsiteX2" y="connsiteY2"/>
                </a:cxn>
              </a:cxnLst>
              <a:rect l="l" t="t" r="r" b="b"/>
              <a:pathLst>
                <a:path w="9655" h="93334">
                  <a:moveTo>
                    <a:pt x="4828" y="4828"/>
                  </a:moveTo>
                  <a:lnTo>
                    <a:pt x="4828" y="46989"/>
                  </a:lnTo>
                  <a:lnTo>
                    <a:pt x="4828" y="89473"/>
                  </a:lnTo>
                  <a:close/>
                </a:path>
              </a:pathLst>
            </a:custGeom>
            <a:noFill/>
            <a:ln w="25400" cap="flat">
              <a:solidFill>
                <a:srgbClr val="FFFFFF"/>
              </a:solidFill>
              <a:prstDash val="solid"/>
              <a:round/>
            </a:ln>
          </p:spPr>
          <p:txBody>
            <a:bodyPr rtlCol="0" anchor="ctr"/>
            <a:lstStyle/>
            <a:p>
              <a:pPr defTabSz="1219170">
                <a:defRPr/>
              </a:pPr>
              <a:endParaRPr lang="en-US" sz="1600" kern="0" dirty="0">
                <a:solidFill>
                  <a:prstClr val="white"/>
                </a:solidFill>
                <a:latin typeface="メイリオ"/>
                <a:ea typeface="メイリオ"/>
              </a:endParaRPr>
            </a:p>
          </p:txBody>
        </p:sp>
        <p:sp>
          <p:nvSpPr>
            <p:cNvPr id="18" name="Freeform: Shape 53">
              <a:extLst>
                <a:ext uri="{FF2B5EF4-FFF2-40B4-BE49-F238E27FC236}">
                  <a16:creationId xmlns:a16="http://schemas.microsoft.com/office/drawing/2014/main" id="{2FB1A78D-1282-C3FF-2022-8A9594FE1A98}"/>
                </a:ext>
              </a:extLst>
            </p:cNvPr>
            <p:cNvSpPr/>
            <p:nvPr/>
          </p:nvSpPr>
          <p:spPr>
            <a:xfrm>
              <a:off x="10164469" y="663680"/>
              <a:ext cx="54714" cy="32184"/>
            </a:xfrm>
            <a:custGeom>
              <a:avLst/>
              <a:gdLst>
                <a:gd name="connsiteX0" fmla="*/ 4828 w 54713"/>
                <a:gd name="connsiteY0" fmla="*/ 4828 h 32184"/>
                <a:gd name="connsiteX1" fmla="*/ 52461 w 54713"/>
                <a:gd name="connsiteY1" fmla="*/ 28644 h 32184"/>
              </a:gdLst>
              <a:ahLst/>
              <a:cxnLst>
                <a:cxn ang="0">
                  <a:pos x="connsiteX0" y="connsiteY0"/>
                </a:cxn>
                <a:cxn ang="0">
                  <a:pos x="connsiteX1" y="connsiteY1"/>
                </a:cxn>
              </a:cxnLst>
              <a:rect l="l" t="t" r="r" b="b"/>
              <a:pathLst>
                <a:path w="54713" h="32184">
                  <a:moveTo>
                    <a:pt x="4828" y="4828"/>
                  </a:moveTo>
                  <a:lnTo>
                    <a:pt x="52461" y="28644"/>
                  </a:lnTo>
                </a:path>
              </a:pathLst>
            </a:custGeom>
            <a:ln w="25400" cap="flat">
              <a:solidFill>
                <a:srgbClr val="F46EBB"/>
              </a:solidFill>
              <a:prstDash val="solid"/>
              <a:round/>
            </a:ln>
          </p:spPr>
          <p:txBody>
            <a:bodyPr rtlCol="0" anchor="ctr"/>
            <a:lstStyle/>
            <a:p>
              <a:pPr defTabSz="1219170">
                <a:defRPr/>
              </a:pPr>
              <a:endParaRPr lang="en-US" sz="1600" kern="0" dirty="0">
                <a:solidFill>
                  <a:prstClr val="white"/>
                </a:solidFill>
                <a:latin typeface="メイリオ"/>
                <a:ea typeface="メイリオ"/>
              </a:endParaRPr>
            </a:p>
          </p:txBody>
        </p:sp>
        <p:sp>
          <p:nvSpPr>
            <p:cNvPr id="19" name="Freeform: Shape 54">
              <a:extLst>
                <a:ext uri="{FF2B5EF4-FFF2-40B4-BE49-F238E27FC236}">
                  <a16:creationId xmlns:a16="http://schemas.microsoft.com/office/drawing/2014/main" id="{86CF2F8E-B452-A1BA-F098-22EFB20D1BEE}"/>
                </a:ext>
              </a:extLst>
            </p:cNvPr>
            <p:cNvSpPr/>
            <p:nvPr/>
          </p:nvSpPr>
          <p:spPr>
            <a:xfrm>
              <a:off x="10132928" y="536552"/>
              <a:ext cx="38621" cy="9655"/>
            </a:xfrm>
            <a:custGeom>
              <a:avLst/>
              <a:gdLst>
                <a:gd name="connsiteX0" fmla="*/ 36368 w 38621"/>
                <a:gd name="connsiteY0" fmla="*/ 4828 h 9655"/>
                <a:gd name="connsiteX1" fmla="*/ 4828 w 38621"/>
                <a:gd name="connsiteY1" fmla="*/ 4828 h 9655"/>
              </a:gdLst>
              <a:ahLst/>
              <a:cxnLst>
                <a:cxn ang="0">
                  <a:pos x="connsiteX0" y="connsiteY0"/>
                </a:cxn>
                <a:cxn ang="0">
                  <a:pos x="connsiteX1" y="connsiteY1"/>
                </a:cxn>
              </a:cxnLst>
              <a:rect l="l" t="t" r="r" b="b"/>
              <a:pathLst>
                <a:path w="38621" h="9655">
                  <a:moveTo>
                    <a:pt x="36368" y="4828"/>
                  </a:moveTo>
                  <a:lnTo>
                    <a:pt x="4828" y="4828"/>
                  </a:lnTo>
                </a:path>
              </a:pathLst>
            </a:custGeom>
            <a:ln w="25400" cap="flat">
              <a:solidFill>
                <a:srgbClr val="F46EBB"/>
              </a:solidFill>
              <a:prstDash val="solid"/>
              <a:round/>
            </a:ln>
          </p:spPr>
          <p:txBody>
            <a:bodyPr rtlCol="0" anchor="ctr"/>
            <a:lstStyle/>
            <a:p>
              <a:pPr defTabSz="1219170">
                <a:defRPr/>
              </a:pPr>
              <a:endParaRPr lang="en-US" sz="1600" kern="0" dirty="0">
                <a:solidFill>
                  <a:prstClr val="white"/>
                </a:solidFill>
                <a:latin typeface="メイリオ"/>
                <a:ea typeface="メイリオ"/>
              </a:endParaRPr>
            </a:p>
          </p:txBody>
        </p:sp>
        <p:sp>
          <p:nvSpPr>
            <p:cNvPr id="20" name="Freeform: Shape 55">
              <a:extLst>
                <a:ext uri="{FF2B5EF4-FFF2-40B4-BE49-F238E27FC236}">
                  <a16:creationId xmlns:a16="http://schemas.microsoft.com/office/drawing/2014/main" id="{5A39564B-7F20-893C-041D-F9F2B17F6CE4}"/>
                </a:ext>
              </a:extLst>
            </p:cNvPr>
            <p:cNvSpPr/>
            <p:nvPr/>
          </p:nvSpPr>
          <p:spPr>
            <a:xfrm>
              <a:off x="10021570" y="751222"/>
              <a:ext cx="54714" cy="9655"/>
            </a:xfrm>
            <a:custGeom>
              <a:avLst/>
              <a:gdLst>
                <a:gd name="connsiteX0" fmla="*/ 4828 w 54713"/>
                <a:gd name="connsiteY0" fmla="*/ 4828 h 9655"/>
                <a:gd name="connsiteX1" fmla="*/ 52461 w 54713"/>
                <a:gd name="connsiteY1" fmla="*/ 4828 h 9655"/>
              </a:gdLst>
              <a:ahLst/>
              <a:cxnLst>
                <a:cxn ang="0">
                  <a:pos x="connsiteX0" y="connsiteY0"/>
                </a:cxn>
                <a:cxn ang="0">
                  <a:pos x="connsiteX1" y="connsiteY1"/>
                </a:cxn>
              </a:cxnLst>
              <a:rect l="l" t="t" r="r" b="b"/>
              <a:pathLst>
                <a:path w="54713" h="9655">
                  <a:moveTo>
                    <a:pt x="4828" y="4828"/>
                  </a:moveTo>
                  <a:lnTo>
                    <a:pt x="52461" y="4828"/>
                  </a:lnTo>
                </a:path>
              </a:pathLst>
            </a:custGeom>
            <a:ln w="25400" cap="flat">
              <a:solidFill>
                <a:srgbClr val="F46EBB"/>
              </a:solidFill>
              <a:prstDash val="solid"/>
              <a:round/>
            </a:ln>
          </p:spPr>
          <p:txBody>
            <a:bodyPr rtlCol="0" anchor="ctr"/>
            <a:lstStyle/>
            <a:p>
              <a:pPr defTabSz="1219170">
                <a:defRPr/>
              </a:pPr>
              <a:endParaRPr lang="en-US" sz="1600" kern="0" dirty="0">
                <a:solidFill>
                  <a:prstClr val="white"/>
                </a:solidFill>
                <a:latin typeface="メイリオ"/>
                <a:ea typeface="メイリオ"/>
              </a:endParaRPr>
            </a:p>
          </p:txBody>
        </p:sp>
        <p:sp>
          <p:nvSpPr>
            <p:cNvPr id="21" name="Freeform: Shape 56">
              <a:extLst>
                <a:ext uri="{FF2B5EF4-FFF2-40B4-BE49-F238E27FC236}">
                  <a16:creationId xmlns:a16="http://schemas.microsoft.com/office/drawing/2014/main" id="{4047A7C2-5E0F-02E5-B364-A896E0B1A29D}"/>
                </a:ext>
              </a:extLst>
            </p:cNvPr>
            <p:cNvSpPr/>
            <p:nvPr/>
          </p:nvSpPr>
          <p:spPr>
            <a:xfrm>
              <a:off x="10101065" y="520781"/>
              <a:ext cx="38621" cy="38621"/>
            </a:xfrm>
            <a:custGeom>
              <a:avLst/>
              <a:gdLst>
                <a:gd name="connsiteX0" fmla="*/ 36368 w 38621"/>
                <a:gd name="connsiteY0" fmla="*/ 20598 h 38621"/>
                <a:gd name="connsiteX1" fmla="*/ 20598 w 38621"/>
                <a:gd name="connsiteY1" fmla="*/ 36368 h 38621"/>
                <a:gd name="connsiteX2" fmla="*/ 4828 w 38621"/>
                <a:gd name="connsiteY2" fmla="*/ 20598 h 38621"/>
                <a:gd name="connsiteX3" fmla="*/ 20598 w 38621"/>
                <a:gd name="connsiteY3" fmla="*/ 4828 h 38621"/>
                <a:gd name="connsiteX4" fmla="*/ 36368 w 38621"/>
                <a:gd name="connsiteY4" fmla="*/ 20598 h 386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621" h="38621">
                  <a:moveTo>
                    <a:pt x="36368" y="20598"/>
                  </a:moveTo>
                  <a:cubicBezTo>
                    <a:pt x="36368" y="29308"/>
                    <a:pt x="29308" y="36368"/>
                    <a:pt x="20598" y="36368"/>
                  </a:cubicBezTo>
                  <a:cubicBezTo>
                    <a:pt x="11888" y="36368"/>
                    <a:pt x="4828" y="29308"/>
                    <a:pt x="4828" y="20598"/>
                  </a:cubicBezTo>
                  <a:cubicBezTo>
                    <a:pt x="4828" y="11888"/>
                    <a:pt x="11888" y="4828"/>
                    <a:pt x="20598" y="4828"/>
                  </a:cubicBezTo>
                  <a:cubicBezTo>
                    <a:pt x="29308" y="4828"/>
                    <a:pt x="36368" y="11888"/>
                    <a:pt x="36368" y="20598"/>
                  </a:cubicBezTo>
                  <a:close/>
                </a:path>
              </a:pathLst>
            </a:custGeom>
            <a:noFill/>
            <a:ln w="25400" cap="flat">
              <a:solidFill>
                <a:srgbClr val="F46EBB"/>
              </a:solidFill>
              <a:prstDash val="solid"/>
              <a:round/>
            </a:ln>
          </p:spPr>
          <p:txBody>
            <a:bodyPr rtlCol="0" anchor="ctr"/>
            <a:lstStyle/>
            <a:p>
              <a:pPr defTabSz="1219170">
                <a:defRPr/>
              </a:pPr>
              <a:endParaRPr lang="en-US" sz="1600" kern="0" dirty="0">
                <a:solidFill>
                  <a:prstClr val="white"/>
                </a:solidFill>
                <a:latin typeface="メイリオ"/>
                <a:ea typeface="メイリオ"/>
              </a:endParaRPr>
            </a:p>
          </p:txBody>
        </p:sp>
        <p:sp>
          <p:nvSpPr>
            <p:cNvPr id="22" name="Freeform: Shape 57">
              <a:extLst>
                <a:ext uri="{FF2B5EF4-FFF2-40B4-BE49-F238E27FC236}">
                  <a16:creationId xmlns:a16="http://schemas.microsoft.com/office/drawing/2014/main" id="{E734B180-D16F-4175-D2AC-98DE9541DC8A}"/>
                </a:ext>
              </a:extLst>
            </p:cNvPr>
            <p:cNvSpPr/>
            <p:nvPr/>
          </p:nvSpPr>
          <p:spPr>
            <a:xfrm>
              <a:off x="10132928" y="639864"/>
              <a:ext cx="38621" cy="38621"/>
            </a:xfrm>
            <a:custGeom>
              <a:avLst/>
              <a:gdLst>
                <a:gd name="connsiteX0" fmla="*/ 36368 w 38621"/>
                <a:gd name="connsiteY0" fmla="*/ 20598 h 38621"/>
                <a:gd name="connsiteX1" fmla="*/ 20598 w 38621"/>
                <a:gd name="connsiteY1" fmla="*/ 36368 h 38621"/>
                <a:gd name="connsiteX2" fmla="*/ 4828 w 38621"/>
                <a:gd name="connsiteY2" fmla="*/ 20598 h 38621"/>
                <a:gd name="connsiteX3" fmla="*/ 20598 w 38621"/>
                <a:gd name="connsiteY3" fmla="*/ 4828 h 38621"/>
                <a:gd name="connsiteX4" fmla="*/ 36368 w 38621"/>
                <a:gd name="connsiteY4" fmla="*/ 20598 h 386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621" h="38621">
                  <a:moveTo>
                    <a:pt x="36368" y="20598"/>
                  </a:moveTo>
                  <a:cubicBezTo>
                    <a:pt x="36368" y="29308"/>
                    <a:pt x="29308" y="36368"/>
                    <a:pt x="20598" y="36368"/>
                  </a:cubicBezTo>
                  <a:cubicBezTo>
                    <a:pt x="11888" y="36368"/>
                    <a:pt x="4828" y="29308"/>
                    <a:pt x="4828" y="20598"/>
                  </a:cubicBezTo>
                  <a:cubicBezTo>
                    <a:pt x="4828" y="11888"/>
                    <a:pt x="11888" y="4828"/>
                    <a:pt x="20598" y="4828"/>
                  </a:cubicBezTo>
                  <a:cubicBezTo>
                    <a:pt x="29308" y="4828"/>
                    <a:pt x="36368" y="11888"/>
                    <a:pt x="36368" y="20598"/>
                  </a:cubicBezTo>
                  <a:close/>
                </a:path>
              </a:pathLst>
            </a:custGeom>
            <a:noFill/>
            <a:ln w="25400" cap="flat">
              <a:solidFill>
                <a:srgbClr val="F46EBB"/>
              </a:solidFill>
              <a:prstDash val="solid"/>
              <a:round/>
            </a:ln>
          </p:spPr>
          <p:txBody>
            <a:bodyPr rtlCol="0" anchor="ctr"/>
            <a:lstStyle/>
            <a:p>
              <a:pPr defTabSz="1219170">
                <a:defRPr/>
              </a:pPr>
              <a:endParaRPr lang="en-US" sz="1600" kern="0" dirty="0">
                <a:solidFill>
                  <a:prstClr val="white"/>
                </a:solidFill>
                <a:latin typeface="メイリオ"/>
                <a:ea typeface="メイリオ"/>
              </a:endParaRPr>
            </a:p>
          </p:txBody>
        </p:sp>
        <p:sp>
          <p:nvSpPr>
            <p:cNvPr id="23" name="Freeform: Shape 58">
              <a:extLst>
                <a:ext uri="{FF2B5EF4-FFF2-40B4-BE49-F238E27FC236}">
                  <a16:creationId xmlns:a16="http://schemas.microsoft.com/office/drawing/2014/main" id="{05354F0C-C975-8BEC-9929-4E2976A42D78}"/>
                </a:ext>
              </a:extLst>
            </p:cNvPr>
            <p:cNvSpPr/>
            <p:nvPr/>
          </p:nvSpPr>
          <p:spPr>
            <a:xfrm>
              <a:off x="10069203" y="600277"/>
              <a:ext cx="38621" cy="38621"/>
            </a:xfrm>
            <a:custGeom>
              <a:avLst/>
              <a:gdLst>
                <a:gd name="connsiteX0" fmla="*/ 36368 w 38621"/>
                <a:gd name="connsiteY0" fmla="*/ 20598 h 38621"/>
                <a:gd name="connsiteX1" fmla="*/ 20598 w 38621"/>
                <a:gd name="connsiteY1" fmla="*/ 36368 h 38621"/>
                <a:gd name="connsiteX2" fmla="*/ 4828 w 38621"/>
                <a:gd name="connsiteY2" fmla="*/ 20598 h 38621"/>
                <a:gd name="connsiteX3" fmla="*/ 20598 w 38621"/>
                <a:gd name="connsiteY3" fmla="*/ 4828 h 38621"/>
                <a:gd name="connsiteX4" fmla="*/ 36368 w 38621"/>
                <a:gd name="connsiteY4" fmla="*/ 20598 h 386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621" h="38621">
                  <a:moveTo>
                    <a:pt x="36368" y="20598"/>
                  </a:moveTo>
                  <a:cubicBezTo>
                    <a:pt x="36368" y="29308"/>
                    <a:pt x="29308" y="36368"/>
                    <a:pt x="20598" y="36368"/>
                  </a:cubicBezTo>
                  <a:cubicBezTo>
                    <a:pt x="11888" y="36368"/>
                    <a:pt x="4828" y="29308"/>
                    <a:pt x="4828" y="20598"/>
                  </a:cubicBezTo>
                  <a:cubicBezTo>
                    <a:pt x="4828" y="11888"/>
                    <a:pt x="11888" y="4828"/>
                    <a:pt x="20598" y="4828"/>
                  </a:cubicBezTo>
                  <a:cubicBezTo>
                    <a:pt x="29308" y="4828"/>
                    <a:pt x="36368" y="11888"/>
                    <a:pt x="36368" y="20598"/>
                  </a:cubicBezTo>
                  <a:close/>
                </a:path>
              </a:pathLst>
            </a:custGeom>
            <a:noFill/>
            <a:ln w="25400" cap="flat">
              <a:solidFill>
                <a:srgbClr val="F46EBB"/>
              </a:solidFill>
              <a:prstDash val="solid"/>
              <a:round/>
            </a:ln>
          </p:spPr>
          <p:txBody>
            <a:bodyPr rtlCol="0" anchor="ctr"/>
            <a:lstStyle/>
            <a:p>
              <a:pPr defTabSz="1219170">
                <a:defRPr/>
              </a:pPr>
              <a:endParaRPr lang="en-US" sz="1600" kern="0" dirty="0">
                <a:solidFill>
                  <a:prstClr val="white"/>
                </a:solidFill>
                <a:latin typeface="メイリオ"/>
                <a:ea typeface="メイリオ"/>
              </a:endParaRPr>
            </a:p>
          </p:txBody>
        </p:sp>
        <p:sp>
          <p:nvSpPr>
            <p:cNvPr id="24" name="Freeform: Shape 59">
              <a:extLst>
                <a:ext uri="{FF2B5EF4-FFF2-40B4-BE49-F238E27FC236}">
                  <a16:creationId xmlns:a16="http://schemas.microsoft.com/office/drawing/2014/main" id="{81772ED3-7AA2-6C7E-F68A-D7C10C958CA3}"/>
                </a:ext>
              </a:extLst>
            </p:cNvPr>
            <p:cNvSpPr/>
            <p:nvPr/>
          </p:nvSpPr>
          <p:spPr>
            <a:xfrm>
              <a:off x="10069203" y="735452"/>
              <a:ext cx="38621" cy="38621"/>
            </a:xfrm>
            <a:custGeom>
              <a:avLst/>
              <a:gdLst>
                <a:gd name="connsiteX0" fmla="*/ 36368 w 38621"/>
                <a:gd name="connsiteY0" fmla="*/ 20598 h 38621"/>
                <a:gd name="connsiteX1" fmla="*/ 20598 w 38621"/>
                <a:gd name="connsiteY1" fmla="*/ 36368 h 38621"/>
                <a:gd name="connsiteX2" fmla="*/ 4828 w 38621"/>
                <a:gd name="connsiteY2" fmla="*/ 20598 h 38621"/>
                <a:gd name="connsiteX3" fmla="*/ 20598 w 38621"/>
                <a:gd name="connsiteY3" fmla="*/ 4828 h 38621"/>
                <a:gd name="connsiteX4" fmla="*/ 36368 w 38621"/>
                <a:gd name="connsiteY4" fmla="*/ 20598 h 386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621" h="38621">
                  <a:moveTo>
                    <a:pt x="36368" y="20598"/>
                  </a:moveTo>
                  <a:cubicBezTo>
                    <a:pt x="36368" y="29308"/>
                    <a:pt x="29308" y="36368"/>
                    <a:pt x="20598" y="36368"/>
                  </a:cubicBezTo>
                  <a:cubicBezTo>
                    <a:pt x="11888" y="36368"/>
                    <a:pt x="4828" y="29308"/>
                    <a:pt x="4828" y="20598"/>
                  </a:cubicBezTo>
                  <a:cubicBezTo>
                    <a:pt x="4828" y="11888"/>
                    <a:pt x="11888" y="4828"/>
                    <a:pt x="20598" y="4828"/>
                  </a:cubicBezTo>
                  <a:cubicBezTo>
                    <a:pt x="29308" y="4828"/>
                    <a:pt x="36368" y="11888"/>
                    <a:pt x="36368" y="20598"/>
                  </a:cubicBezTo>
                  <a:close/>
                </a:path>
              </a:pathLst>
            </a:custGeom>
            <a:noFill/>
            <a:ln w="25400" cap="flat">
              <a:solidFill>
                <a:srgbClr val="F46EBB"/>
              </a:solidFill>
              <a:prstDash val="solid"/>
              <a:round/>
            </a:ln>
          </p:spPr>
          <p:txBody>
            <a:bodyPr rtlCol="0" anchor="ctr"/>
            <a:lstStyle/>
            <a:p>
              <a:pPr defTabSz="1219170">
                <a:defRPr/>
              </a:pPr>
              <a:endParaRPr lang="en-US" sz="1600" kern="0" dirty="0">
                <a:solidFill>
                  <a:prstClr val="white"/>
                </a:solidFill>
                <a:latin typeface="メイリオ"/>
                <a:ea typeface="メイリオ"/>
              </a:endParaRPr>
            </a:p>
          </p:txBody>
        </p:sp>
        <p:sp>
          <p:nvSpPr>
            <p:cNvPr id="25" name="Freeform: Shape 60">
              <a:extLst>
                <a:ext uri="{FF2B5EF4-FFF2-40B4-BE49-F238E27FC236}">
                  <a16:creationId xmlns:a16="http://schemas.microsoft.com/office/drawing/2014/main" id="{FE36E827-E7F3-10D3-122C-B9985E9C6057}"/>
                </a:ext>
              </a:extLst>
            </p:cNvPr>
            <p:cNvSpPr/>
            <p:nvPr/>
          </p:nvSpPr>
          <p:spPr>
            <a:xfrm>
              <a:off x="10021570" y="449332"/>
              <a:ext cx="199544" cy="389432"/>
            </a:xfrm>
            <a:custGeom>
              <a:avLst/>
              <a:gdLst>
                <a:gd name="connsiteX0" fmla="*/ 52461 w 199543"/>
                <a:gd name="connsiteY0" fmla="*/ 163497 h 389431"/>
                <a:gd name="connsiteX1" fmla="*/ 4828 w 199543"/>
                <a:gd name="connsiteY1" fmla="*/ 131956 h 389431"/>
                <a:gd name="connsiteX2" fmla="*/ 4828 w 199543"/>
                <a:gd name="connsiteY2" fmla="*/ 36368 h 389431"/>
                <a:gd name="connsiteX3" fmla="*/ 52461 w 199543"/>
                <a:gd name="connsiteY3" fmla="*/ 4828 h 389431"/>
                <a:gd name="connsiteX4" fmla="*/ 147727 w 199543"/>
                <a:gd name="connsiteY4" fmla="*/ 61794 h 389431"/>
                <a:gd name="connsiteX5" fmla="*/ 147727 w 199543"/>
                <a:gd name="connsiteY5" fmla="*/ 123588 h 389431"/>
                <a:gd name="connsiteX6" fmla="*/ 195360 w 199543"/>
                <a:gd name="connsiteY6" fmla="*/ 150623 h 389431"/>
                <a:gd name="connsiteX7" fmla="*/ 195360 w 199543"/>
                <a:gd name="connsiteY7" fmla="*/ 197291 h 389431"/>
                <a:gd name="connsiteX8" fmla="*/ 195360 w 199543"/>
                <a:gd name="connsiteY8" fmla="*/ 242993 h 389431"/>
                <a:gd name="connsiteX9" fmla="*/ 147727 w 199543"/>
                <a:gd name="connsiteY9" fmla="*/ 274855 h 389431"/>
                <a:gd name="connsiteX10" fmla="*/ 147727 w 199543"/>
                <a:gd name="connsiteY10" fmla="*/ 330534 h 389431"/>
                <a:gd name="connsiteX11" fmla="*/ 52461 w 199543"/>
                <a:gd name="connsiteY11" fmla="*/ 385892 h 389431"/>
                <a:gd name="connsiteX12" fmla="*/ 4828 w 199543"/>
                <a:gd name="connsiteY12" fmla="*/ 362075 h 389431"/>
                <a:gd name="connsiteX13" fmla="*/ 4828 w 199543"/>
                <a:gd name="connsiteY13" fmla="*/ 197934 h 3894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99543" h="389431">
                  <a:moveTo>
                    <a:pt x="52461" y="163497"/>
                  </a:moveTo>
                  <a:lnTo>
                    <a:pt x="4828" y="131956"/>
                  </a:lnTo>
                  <a:lnTo>
                    <a:pt x="4828" y="36368"/>
                  </a:lnTo>
                  <a:lnTo>
                    <a:pt x="52461" y="4828"/>
                  </a:lnTo>
                  <a:lnTo>
                    <a:pt x="147727" y="61794"/>
                  </a:lnTo>
                  <a:lnTo>
                    <a:pt x="147727" y="123588"/>
                  </a:lnTo>
                  <a:lnTo>
                    <a:pt x="195360" y="150623"/>
                  </a:lnTo>
                  <a:lnTo>
                    <a:pt x="195360" y="197291"/>
                  </a:lnTo>
                  <a:lnTo>
                    <a:pt x="195360" y="242993"/>
                  </a:lnTo>
                  <a:lnTo>
                    <a:pt x="147727" y="274855"/>
                  </a:lnTo>
                  <a:lnTo>
                    <a:pt x="147727" y="330534"/>
                  </a:lnTo>
                  <a:lnTo>
                    <a:pt x="52461" y="385892"/>
                  </a:lnTo>
                  <a:lnTo>
                    <a:pt x="4828" y="362075"/>
                  </a:lnTo>
                  <a:lnTo>
                    <a:pt x="4828" y="197934"/>
                  </a:lnTo>
                </a:path>
              </a:pathLst>
            </a:custGeom>
            <a:noFill/>
            <a:ln w="25400" cap="flat">
              <a:solidFill>
                <a:srgbClr val="FFFFFF"/>
              </a:solidFill>
              <a:prstDash val="solid"/>
              <a:round/>
            </a:ln>
          </p:spPr>
          <p:txBody>
            <a:bodyPr rtlCol="0" anchor="ctr"/>
            <a:lstStyle/>
            <a:p>
              <a:pPr defTabSz="1219170">
                <a:defRPr/>
              </a:pPr>
              <a:endParaRPr lang="en-US" sz="1600" kern="0" dirty="0">
                <a:solidFill>
                  <a:prstClr val="white"/>
                </a:solidFill>
                <a:latin typeface="メイリオ"/>
                <a:ea typeface="メイリオ"/>
              </a:endParaRPr>
            </a:p>
          </p:txBody>
        </p:sp>
      </p:grpSp>
      <p:pic>
        <p:nvPicPr>
          <p:cNvPr id="26" name="Graphic 8">
            <a:extLst>
              <a:ext uri="{FF2B5EF4-FFF2-40B4-BE49-F238E27FC236}">
                <a16:creationId xmlns:a16="http://schemas.microsoft.com/office/drawing/2014/main" id="{16D7C5B7-ECB9-B3B0-0E3F-67D7469B31EC}"/>
              </a:ext>
            </a:extLst>
          </p:cNvPr>
          <p:cNvPicPr>
            <a:picLocks noChangeAspect="1" noChangeArrowheads="1"/>
          </p:cNvPicPr>
          <p:nvPr/>
        </p:nvPicPr>
        <p:blipFill>
          <a:blip r:embed="rId3">
            <a:extLst>
              <a:ext uri="{96DAC541-7B7A-43D3-8B79-37D633B846F1}">
                <asvg:svgBlip xmlns:asvg="http://schemas.microsoft.com/office/drawing/2016/SVG/main" r:embed="rId4"/>
              </a:ext>
            </a:extLst>
          </a:blip>
          <a:srcRect/>
          <a:stretch/>
        </p:blipFill>
        <p:spPr bwMode="auto">
          <a:xfrm>
            <a:off x="6985127" y="2685227"/>
            <a:ext cx="528000" cy="52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7" name="TextBox 64">
            <a:extLst>
              <a:ext uri="{FF2B5EF4-FFF2-40B4-BE49-F238E27FC236}">
                <a16:creationId xmlns:a16="http://schemas.microsoft.com/office/drawing/2014/main" id="{59A09853-5DE0-CDA8-7F39-EA5AA5AE230F}"/>
              </a:ext>
            </a:extLst>
          </p:cNvPr>
          <p:cNvSpPr txBox="1"/>
          <p:nvPr/>
        </p:nvSpPr>
        <p:spPr>
          <a:xfrm>
            <a:off x="6552623" y="3226998"/>
            <a:ext cx="1393010" cy="318100"/>
          </a:xfrm>
          <a:prstGeom prst="rect">
            <a:avLst/>
          </a:prstGeom>
          <a:noFill/>
        </p:spPr>
        <p:txBody>
          <a:bodyPr wrap="none" lIns="0" rIns="0" rtlCol="0" anchor="t">
            <a:spAutoFit/>
          </a:bodyPr>
          <a:lstStyle/>
          <a:p>
            <a:pPr algn="ctr" defTabSz="609585"/>
            <a:r>
              <a:rPr lang="ja-JP" altLang="en-US" sz="1467">
                <a:solidFill>
                  <a:srgbClr val="FFFFFF"/>
                </a:solidFill>
                <a:latin typeface="メイリオ"/>
                <a:ea typeface="メイリオ"/>
              </a:rPr>
              <a:t>生成系</a:t>
            </a:r>
            <a:r>
              <a:rPr lang="en-US" altLang="ja-JP" sz="1467" dirty="0">
                <a:solidFill>
                  <a:srgbClr val="FFFFFF"/>
                </a:solidFill>
                <a:latin typeface="メイリオ"/>
                <a:ea typeface="メイリオ"/>
              </a:rPr>
              <a:t>AI</a:t>
            </a:r>
            <a:r>
              <a:rPr lang="ja-JP" altLang="en-US" sz="1467">
                <a:solidFill>
                  <a:srgbClr val="FFFFFF"/>
                </a:solidFill>
                <a:latin typeface="メイリオ"/>
                <a:ea typeface="メイリオ"/>
              </a:rPr>
              <a:t> アプリ</a:t>
            </a:r>
            <a:endParaRPr lang="en-JP" sz="1467" dirty="0">
              <a:solidFill>
                <a:srgbClr val="FFFFFF"/>
              </a:solidFill>
              <a:latin typeface="メイリオ"/>
              <a:ea typeface="メイリオ"/>
            </a:endParaRPr>
          </a:p>
        </p:txBody>
      </p:sp>
      <p:pic>
        <p:nvPicPr>
          <p:cNvPr id="28" name="Graphic 23">
            <a:extLst>
              <a:ext uri="{FF2B5EF4-FFF2-40B4-BE49-F238E27FC236}">
                <a16:creationId xmlns:a16="http://schemas.microsoft.com/office/drawing/2014/main" id="{50776E88-FE8F-4EBE-2406-19837A53E517}"/>
              </a:ext>
            </a:extLst>
          </p:cNvPr>
          <p:cNvPicPr>
            <a:picLocks noChangeAspect="1" noChangeArrowheads="1"/>
          </p:cNvPicPr>
          <p:nvPr/>
        </p:nvPicPr>
        <p:blipFill>
          <a:blip r:embed="rId5">
            <a:extLst>
              <a:ext uri="{96DAC541-7B7A-43D3-8B79-37D633B846F1}">
                <asvg:svgBlip xmlns:asvg="http://schemas.microsoft.com/office/drawing/2016/SVG/main" r:embed="rId6"/>
              </a:ext>
            </a:extLst>
          </a:blip>
          <a:srcRect/>
          <a:stretch/>
        </p:blipFill>
        <p:spPr bwMode="auto">
          <a:xfrm flipH="1">
            <a:off x="10150457" y="2661227"/>
            <a:ext cx="576000" cy="57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9" name="TextBox 64">
            <a:extLst>
              <a:ext uri="{FF2B5EF4-FFF2-40B4-BE49-F238E27FC236}">
                <a16:creationId xmlns:a16="http://schemas.microsoft.com/office/drawing/2014/main" id="{4A12D093-BB3F-514A-E1B1-D3BC3290B833}"/>
              </a:ext>
            </a:extLst>
          </p:cNvPr>
          <p:cNvSpPr txBox="1"/>
          <p:nvPr/>
        </p:nvSpPr>
        <p:spPr>
          <a:xfrm>
            <a:off x="1429992" y="3249487"/>
            <a:ext cx="937756" cy="318100"/>
          </a:xfrm>
          <a:prstGeom prst="rect">
            <a:avLst/>
          </a:prstGeom>
          <a:noFill/>
        </p:spPr>
        <p:txBody>
          <a:bodyPr wrap="none" lIns="0" rIns="0" rtlCol="0" anchor="t">
            <a:spAutoFit/>
          </a:bodyPr>
          <a:lstStyle/>
          <a:p>
            <a:pPr algn="ctr" defTabSz="609585"/>
            <a:r>
              <a:rPr lang="ja-JP" altLang="en-US" sz="1467">
                <a:solidFill>
                  <a:srgbClr val="FFFFFF"/>
                </a:solidFill>
                <a:latin typeface="メイリオ"/>
                <a:ea typeface="メイリオ"/>
              </a:rPr>
              <a:t>基盤モデル</a:t>
            </a:r>
            <a:endParaRPr lang="en-JP" sz="1467" dirty="0">
              <a:solidFill>
                <a:srgbClr val="FFFFFF"/>
              </a:solidFill>
              <a:latin typeface="メイリオ"/>
              <a:ea typeface="メイリオ"/>
            </a:endParaRPr>
          </a:p>
        </p:txBody>
      </p:sp>
      <p:sp>
        <p:nvSpPr>
          <p:cNvPr id="30" name="角丸四角形 92">
            <a:extLst>
              <a:ext uri="{FF2B5EF4-FFF2-40B4-BE49-F238E27FC236}">
                <a16:creationId xmlns:a16="http://schemas.microsoft.com/office/drawing/2014/main" id="{D8B2EDA9-6B61-7645-2666-5E59FD3F60BB}"/>
              </a:ext>
            </a:extLst>
          </p:cNvPr>
          <p:cNvSpPr/>
          <p:nvPr/>
        </p:nvSpPr>
        <p:spPr>
          <a:xfrm>
            <a:off x="325332" y="1972118"/>
            <a:ext cx="2882347" cy="412257"/>
          </a:xfrm>
          <a:prstGeom prst="roundRect">
            <a:avLst>
              <a:gd name="adj" fmla="val 50000"/>
            </a:avLst>
          </a:prstGeom>
          <a:noFill/>
          <a:ln w="28575" cap="flat" cmpd="sng" algn="ctr">
            <a:solidFill>
              <a:schemeClr val="bg1">
                <a:lumMod val="95000"/>
              </a:schemeClr>
            </a:solidFill>
            <a:prstDash val="solid"/>
          </a:ln>
          <a:effectLst/>
        </p:spPr>
        <p:txBody>
          <a:bodyPr rtlCol="0" anchor="ctr"/>
          <a:lstStyle/>
          <a:p>
            <a:pPr algn="ctr" defTabSz="1219170">
              <a:defRPr/>
            </a:pPr>
            <a:r>
              <a:rPr kumimoji="1" lang="ja-JP" altLang="en-US" sz="1867" b="1" kern="0">
                <a:solidFill>
                  <a:srgbClr val="00A0C8">
                    <a:lumMod val="40000"/>
                    <a:lumOff val="60000"/>
                  </a:srgbClr>
                </a:solidFill>
                <a:latin typeface="メイリオ"/>
                <a:ea typeface="メイリオ"/>
                <a:cs typeface="メイリオ"/>
              </a:rPr>
              <a:t>非</a:t>
            </a:r>
            <a:r>
              <a:rPr kumimoji="1" lang="en-US" altLang="ja-JP" sz="1867" b="1" kern="0" dirty="0">
                <a:solidFill>
                  <a:srgbClr val="00A0C8">
                    <a:lumMod val="40000"/>
                    <a:lumOff val="60000"/>
                  </a:srgbClr>
                </a:solidFill>
                <a:latin typeface="メイリオ"/>
                <a:ea typeface="メイリオ"/>
                <a:cs typeface="メイリオ"/>
              </a:rPr>
              <a:t>RAG</a:t>
            </a:r>
            <a:r>
              <a:rPr kumimoji="1" lang="ja-JP" altLang="en-US" sz="1867" b="1" kern="0">
                <a:solidFill>
                  <a:srgbClr val="00A0C8">
                    <a:lumMod val="40000"/>
                    <a:lumOff val="60000"/>
                  </a:srgbClr>
                </a:solidFill>
                <a:latin typeface="メイリオ"/>
                <a:ea typeface="メイリオ"/>
                <a:cs typeface="メイリオ"/>
              </a:rPr>
              <a:t> </a:t>
            </a:r>
            <a:r>
              <a:rPr kumimoji="1" lang="en-US" altLang="ja-JP" sz="1867" b="1" kern="0" dirty="0">
                <a:solidFill>
                  <a:srgbClr val="00A0C8">
                    <a:lumMod val="40000"/>
                    <a:lumOff val="60000"/>
                  </a:srgbClr>
                </a:solidFill>
                <a:latin typeface="メイリオ"/>
                <a:ea typeface="メイリオ"/>
                <a:cs typeface="メイリオ"/>
              </a:rPr>
              <a:t>(Zero-shot)</a:t>
            </a:r>
          </a:p>
        </p:txBody>
      </p:sp>
      <p:cxnSp>
        <p:nvCxnSpPr>
          <p:cNvPr id="31" name="カギ線コネクタ 29">
            <a:extLst>
              <a:ext uri="{FF2B5EF4-FFF2-40B4-BE49-F238E27FC236}">
                <a16:creationId xmlns:a16="http://schemas.microsoft.com/office/drawing/2014/main" id="{896CC83B-DD2A-165E-CB62-D94DB3E1BD00}"/>
              </a:ext>
            </a:extLst>
          </p:cNvPr>
          <p:cNvCxnSpPr>
            <a:cxnSpLocks/>
          </p:cNvCxnSpPr>
          <p:nvPr/>
        </p:nvCxnSpPr>
        <p:spPr>
          <a:xfrm flipH="1">
            <a:off x="710881" y="3864957"/>
            <a:ext cx="10865932" cy="1"/>
          </a:xfrm>
          <a:prstGeom prst="straightConnector1">
            <a:avLst/>
          </a:prstGeom>
          <a:ln w="12700">
            <a:solidFill>
              <a:schemeClr val="bg1">
                <a:lumMod val="85000"/>
              </a:schemeClr>
            </a:solidFill>
            <a:prstDash val="sysDash"/>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sp>
        <p:nvSpPr>
          <p:cNvPr id="32" name="角丸四角形 92">
            <a:extLst>
              <a:ext uri="{FF2B5EF4-FFF2-40B4-BE49-F238E27FC236}">
                <a16:creationId xmlns:a16="http://schemas.microsoft.com/office/drawing/2014/main" id="{E75AA413-2679-A614-432A-61A9C93E29CD}"/>
              </a:ext>
            </a:extLst>
          </p:cNvPr>
          <p:cNvSpPr/>
          <p:nvPr/>
        </p:nvSpPr>
        <p:spPr>
          <a:xfrm>
            <a:off x="325332" y="4174898"/>
            <a:ext cx="2882347" cy="412257"/>
          </a:xfrm>
          <a:prstGeom prst="roundRect">
            <a:avLst>
              <a:gd name="adj" fmla="val 50000"/>
            </a:avLst>
          </a:prstGeom>
          <a:noFill/>
          <a:ln w="28575" cap="flat" cmpd="sng" algn="ctr">
            <a:solidFill>
              <a:schemeClr val="bg1">
                <a:lumMod val="95000"/>
              </a:schemeClr>
            </a:solidFill>
            <a:prstDash val="solid"/>
          </a:ln>
          <a:effectLst/>
        </p:spPr>
        <p:txBody>
          <a:bodyPr rtlCol="0" anchor="ctr"/>
          <a:lstStyle/>
          <a:p>
            <a:pPr algn="ctr" defTabSz="1219170">
              <a:defRPr/>
            </a:pPr>
            <a:r>
              <a:rPr kumimoji="1" lang="en-US" altLang="ja-JP" sz="1867" b="1" kern="0" dirty="0">
                <a:solidFill>
                  <a:srgbClr val="FFFF00"/>
                </a:solidFill>
                <a:latin typeface="メイリオ"/>
                <a:ea typeface="メイリオ"/>
                <a:cs typeface="メイリオ"/>
              </a:rPr>
              <a:t>RAG</a:t>
            </a:r>
            <a:r>
              <a:rPr kumimoji="1" lang="ja-JP" altLang="en-US" sz="1867" b="1" kern="0">
                <a:solidFill>
                  <a:srgbClr val="FFFF00"/>
                </a:solidFill>
                <a:latin typeface="メイリオ"/>
                <a:ea typeface="メイリオ"/>
                <a:cs typeface="メイリオ"/>
              </a:rPr>
              <a:t> アプローチ</a:t>
            </a:r>
            <a:endParaRPr kumimoji="1" lang="en-US" altLang="ja-JP" sz="1867" b="1" kern="0" dirty="0">
              <a:solidFill>
                <a:srgbClr val="FFFF00"/>
              </a:solidFill>
              <a:latin typeface="メイリオ"/>
              <a:ea typeface="メイリオ"/>
              <a:cs typeface="メイリオ"/>
            </a:endParaRPr>
          </a:p>
        </p:txBody>
      </p:sp>
      <p:grpSp>
        <p:nvGrpSpPr>
          <p:cNvPr id="33" name="Graphic 250">
            <a:extLst>
              <a:ext uri="{FF2B5EF4-FFF2-40B4-BE49-F238E27FC236}">
                <a16:creationId xmlns:a16="http://schemas.microsoft.com/office/drawing/2014/main" id="{F1456166-9ED0-E13B-DDDF-A8A5E38C86AF}"/>
              </a:ext>
            </a:extLst>
          </p:cNvPr>
          <p:cNvGrpSpPr>
            <a:grpSpLocks noChangeAspect="1"/>
          </p:cNvGrpSpPr>
          <p:nvPr/>
        </p:nvGrpSpPr>
        <p:grpSpPr>
          <a:xfrm>
            <a:off x="1492703" y="4985393"/>
            <a:ext cx="824704" cy="832895"/>
            <a:chOff x="9704553" y="322847"/>
            <a:chExt cx="643689" cy="643689"/>
          </a:xfrm>
        </p:grpSpPr>
        <p:sp>
          <p:nvSpPr>
            <p:cNvPr id="34" name="Freeform: Shape 39">
              <a:extLst>
                <a:ext uri="{FF2B5EF4-FFF2-40B4-BE49-F238E27FC236}">
                  <a16:creationId xmlns:a16="http://schemas.microsoft.com/office/drawing/2014/main" id="{38D9A99D-44F2-3596-ABCD-402C7C9784CA}"/>
                </a:ext>
              </a:extLst>
            </p:cNvPr>
            <p:cNvSpPr/>
            <p:nvPr/>
          </p:nvSpPr>
          <p:spPr>
            <a:xfrm>
              <a:off x="9831038" y="599633"/>
              <a:ext cx="9655" cy="93335"/>
            </a:xfrm>
            <a:custGeom>
              <a:avLst/>
              <a:gdLst>
                <a:gd name="connsiteX0" fmla="*/ 4828 w 9655"/>
                <a:gd name="connsiteY0" fmla="*/ 89473 h 93334"/>
                <a:gd name="connsiteX1" fmla="*/ 4828 w 9655"/>
                <a:gd name="connsiteY1" fmla="*/ 46989 h 93334"/>
                <a:gd name="connsiteX2" fmla="*/ 4828 w 9655"/>
                <a:gd name="connsiteY2" fmla="*/ 4828 h 93334"/>
              </a:gdLst>
              <a:ahLst/>
              <a:cxnLst>
                <a:cxn ang="0">
                  <a:pos x="connsiteX0" y="connsiteY0"/>
                </a:cxn>
                <a:cxn ang="0">
                  <a:pos x="connsiteX1" y="connsiteY1"/>
                </a:cxn>
                <a:cxn ang="0">
                  <a:pos x="connsiteX2" y="connsiteY2"/>
                </a:cxn>
              </a:cxnLst>
              <a:rect l="l" t="t" r="r" b="b"/>
              <a:pathLst>
                <a:path w="9655" h="93334">
                  <a:moveTo>
                    <a:pt x="4828" y="89473"/>
                  </a:moveTo>
                  <a:lnTo>
                    <a:pt x="4828" y="46989"/>
                  </a:lnTo>
                  <a:lnTo>
                    <a:pt x="4828" y="4828"/>
                  </a:lnTo>
                  <a:close/>
                </a:path>
              </a:pathLst>
            </a:custGeom>
            <a:noFill/>
            <a:ln w="25400" cap="flat">
              <a:solidFill>
                <a:srgbClr val="FFFFFF"/>
              </a:solidFill>
              <a:prstDash val="solid"/>
              <a:round/>
            </a:ln>
          </p:spPr>
          <p:txBody>
            <a:bodyPr rtlCol="0" anchor="ctr"/>
            <a:lstStyle/>
            <a:p>
              <a:pPr defTabSz="1219170">
                <a:defRPr/>
              </a:pPr>
              <a:endParaRPr lang="en-US" sz="1600" kern="0" dirty="0">
                <a:solidFill>
                  <a:prstClr val="white"/>
                </a:solidFill>
                <a:latin typeface="メイリオ"/>
                <a:ea typeface="メイリオ"/>
              </a:endParaRPr>
            </a:p>
          </p:txBody>
        </p:sp>
        <p:sp>
          <p:nvSpPr>
            <p:cNvPr id="35" name="Freeform: Shape 40">
              <a:extLst>
                <a:ext uri="{FF2B5EF4-FFF2-40B4-BE49-F238E27FC236}">
                  <a16:creationId xmlns:a16="http://schemas.microsoft.com/office/drawing/2014/main" id="{E97DA9BD-4049-3E61-0969-253B357AD073}"/>
                </a:ext>
              </a:extLst>
            </p:cNvPr>
            <p:cNvSpPr/>
            <p:nvPr/>
          </p:nvSpPr>
          <p:spPr>
            <a:xfrm>
              <a:off x="9926304" y="520781"/>
              <a:ext cx="54714" cy="128738"/>
            </a:xfrm>
            <a:custGeom>
              <a:avLst/>
              <a:gdLst>
                <a:gd name="connsiteX0" fmla="*/ 4828 w 54713"/>
                <a:gd name="connsiteY0" fmla="*/ 125841 h 128737"/>
                <a:gd name="connsiteX1" fmla="*/ 4828 w 54713"/>
                <a:gd name="connsiteY1" fmla="*/ 76277 h 128737"/>
                <a:gd name="connsiteX2" fmla="*/ 52461 w 54713"/>
                <a:gd name="connsiteY2" fmla="*/ 52461 h 128737"/>
                <a:gd name="connsiteX3" fmla="*/ 52461 w 54713"/>
                <a:gd name="connsiteY3" fmla="*/ 4828 h 128737"/>
              </a:gdLst>
              <a:ahLst/>
              <a:cxnLst>
                <a:cxn ang="0">
                  <a:pos x="connsiteX0" y="connsiteY0"/>
                </a:cxn>
                <a:cxn ang="0">
                  <a:pos x="connsiteX1" y="connsiteY1"/>
                </a:cxn>
                <a:cxn ang="0">
                  <a:pos x="connsiteX2" y="connsiteY2"/>
                </a:cxn>
                <a:cxn ang="0">
                  <a:pos x="connsiteX3" y="connsiteY3"/>
                </a:cxn>
              </a:cxnLst>
              <a:rect l="l" t="t" r="r" b="b"/>
              <a:pathLst>
                <a:path w="54713" h="128737">
                  <a:moveTo>
                    <a:pt x="4828" y="125841"/>
                  </a:moveTo>
                  <a:lnTo>
                    <a:pt x="4828" y="76277"/>
                  </a:lnTo>
                  <a:lnTo>
                    <a:pt x="52461" y="52461"/>
                  </a:lnTo>
                  <a:lnTo>
                    <a:pt x="52461" y="4828"/>
                  </a:lnTo>
                </a:path>
              </a:pathLst>
            </a:custGeom>
            <a:noFill/>
            <a:ln w="25400" cap="flat">
              <a:solidFill>
                <a:srgbClr val="FFFFFF"/>
              </a:solidFill>
              <a:prstDash val="solid"/>
              <a:round/>
            </a:ln>
          </p:spPr>
          <p:txBody>
            <a:bodyPr rtlCol="0" anchor="ctr"/>
            <a:lstStyle/>
            <a:p>
              <a:pPr defTabSz="1219170">
                <a:defRPr/>
              </a:pPr>
              <a:endParaRPr lang="en-US" sz="1600" kern="0" dirty="0">
                <a:solidFill>
                  <a:prstClr val="white"/>
                </a:solidFill>
                <a:latin typeface="メイリオ"/>
                <a:ea typeface="メイリオ"/>
              </a:endParaRPr>
            </a:p>
          </p:txBody>
        </p:sp>
        <p:sp>
          <p:nvSpPr>
            <p:cNvPr id="36" name="Freeform: Shape 43">
              <a:extLst>
                <a:ext uri="{FF2B5EF4-FFF2-40B4-BE49-F238E27FC236}">
                  <a16:creationId xmlns:a16="http://schemas.microsoft.com/office/drawing/2014/main" id="{7188D906-9E9D-D7DD-C081-59A30BD0FFE8}"/>
                </a:ext>
              </a:extLst>
            </p:cNvPr>
            <p:cNvSpPr/>
            <p:nvPr/>
          </p:nvSpPr>
          <p:spPr>
            <a:xfrm>
              <a:off x="9878671" y="568414"/>
              <a:ext cx="54714" cy="32184"/>
            </a:xfrm>
            <a:custGeom>
              <a:avLst/>
              <a:gdLst>
                <a:gd name="connsiteX0" fmla="*/ 52461 w 54713"/>
                <a:gd name="connsiteY0" fmla="*/ 28644 h 32184"/>
                <a:gd name="connsiteX1" fmla="*/ 4828 w 54713"/>
                <a:gd name="connsiteY1" fmla="*/ 4828 h 32184"/>
              </a:gdLst>
              <a:ahLst/>
              <a:cxnLst>
                <a:cxn ang="0">
                  <a:pos x="connsiteX0" y="connsiteY0"/>
                </a:cxn>
                <a:cxn ang="0">
                  <a:pos x="connsiteX1" y="connsiteY1"/>
                </a:cxn>
              </a:cxnLst>
              <a:rect l="l" t="t" r="r" b="b"/>
              <a:pathLst>
                <a:path w="54713" h="32184">
                  <a:moveTo>
                    <a:pt x="52461" y="28644"/>
                  </a:moveTo>
                  <a:lnTo>
                    <a:pt x="4828" y="4828"/>
                  </a:lnTo>
                </a:path>
              </a:pathLst>
            </a:custGeom>
            <a:ln w="25400" cap="flat">
              <a:solidFill>
                <a:srgbClr val="FFFFFF"/>
              </a:solidFill>
              <a:prstDash val="solid"/>
              <a:round/>
            </a:ln>
          </p:spPr>
          <p:txBody>
            <a:bodyPr rtlCol="0" anchor="ctr"/>
            <a:lstStyle/>
            <a:p>
              <a:pPr defTabSz="1219170">
                <a:defRPr/>
              </a:pPr>
              <a:endParaRPr lang="en-US" sz="1600" kern="0" dirty="0">
                <a:solidFill>
                  <a:prstClr val="white"/>
                </a:solidFill>
                <a:latin typeface="メイリオ"/>
                <a:ea typeface="メイリオ"/>
              </a:endParaRPr>
            </a:p>
          </p:txBody>
        </p:sp>
        <p:sp>
          <p:nvSpPr>
            <p:cNvPr id="37" name="Freeform: Shape 44">
              <a:extLst>
                <a:ext uri="{FF2B5EF4-FFF2-40B4-BE49-F238E27FC236}">
                  <a16:creationId xmlns:a16="http://schemas.microsoft.com/office/drawing/2014/main" id="{793B077E-E53E-CF9B-6F88-C1059FE94D32}"/>
                </a:ext>
              </a:extLst>
            </p:cNvPr>
            <p:cNvSpPr/>
            <p:nvPr/>
          </p:nvSpPr>
          <p:spPr>
            <a:xfrm>
              <a:off x="9926304" y="477976"/>
              <a:ext cx="9655" cy="67587"/>
            </a:xfrm>
            <a:custGeom>
              <a:avLst/>
              <a:gdLst>
                <a:gd name="connsiteX0" fmla="*/ 4828 w 9655"/>
                <a:gd name="connsiteY0" fmla="*/ 63403 h 67587"/>
                <a:gd name="connsiteX1" fmla="*/ 4828 w 9655"/>
                <a:gd name="connsiteY1" fmla="*/ 4828 h 67587"/>
              </a:gdLst>
              <a:ahLst/>
              <a:cxnLst>
                <a:cxn ang="0">
                  <a:pos x="connsiteX0" y="connsiteY0"/>
                </a:cxn>
                <a:cxn ang="0">
                  <a:pos x="connsiteX1" y="connsiteY1"/>
                </a:cxn>
              </a:cxnLst>
              <a:rect l="l" t="t" r="r" b="b"/>
              <a:pathLst>
                <a:path w="9655" h="67587">
                  <a:moveTo>
                    <a:pt x="4828" y="63403"/>
                  </a:moveTo>
                  <a:lnTo>
                    <a:pt x="4828" y="4828"/>
                  </a:lnTo>
                </a:path>
              </a:pathLst>
            </a:custGeom>
            <a:ln w="25400" cap="flat">
              <a:solidFill>
                <a:srgbClr val="FFFFFF"/>
              </a:solidFill>
              <a:prstDash val="solid"/>
              <a:round/>
            </a:ln>
          </p:spPr>
          <p:txBody>
            <a:bodyPr rtlCol="0" anchor="ctr"/>
            <a:lstStyle/>
            <a:p>
              <a:pPr defTabSz="1219170">
                <a:defRPr/>
              </a:pPr>
              <a:endParaRPr lang="en-US" sz="1600" kern="0" dirty="0">
                <a:solidFill>
                  <a:prstClr val="white"/>
                </a:solidFill>
                <a:latin typeface="メイリオ"/>
                <a:ea typeface="メイリオ"/>
              </a:endParaRPr>
            </a:p>
          </p:txBody>
        </p:sp>
        <p:sp>
          <p:nvSpPr>
            <p:cNvPr id="38" name="Freeform: Shape 45">
              <a:extLst>
                <a:ext uri="{FF2B5EF4-FFF2-40B4-BE49-F238E27FC236}">
                  <a16:creationId xmlns:a16="http://schemas.microsoft.com/office/drawing/2014/main" id="{BF1074D7-8B64-D8A5-165E-74D0C042D666}"/>
                </a:ext>
              </a:extLst>
            </p:cNvPr>
            <p:cNvSpPr/>
            <p:nvPr/>
          </p:nvSpPr>
          <p:spPr>
            <a:xfrm>
              <a:off x="9831038" y="615404"/>
              <a:ext cx="54714" cy="35403"/>
            </a:xfrm>
            <a:custGeom>
              <a:avLst/>
              <a:gdLst>
                <a:gd name="connsiteX0" fmla="*/ 4828 w 54713"/>
                <a:gd name="connsiteY0" fmla="*/ 31863 h 35402"/>
                <a:gd name="connsiteX1" fmla="*/ 50530 w 54713"/>
                <a:gd name="connsiteY1" fmla="*/ 4828 h 35402"/>
              </a:gdLst>
              <a:ahLst/>
              <a:cxnLst>
                <a:cxn ang="0">
                  <a:pos x="connsiteX0" y="connsiteY0"/>
                </a:cxn>
                <a:cxn ang="0">
                  <a:pos x="connsiteX1" y="connsiteY1"/>
                </a:cxn>
              </a:cxnLst>
              <a:rect l="l" t="t" r="r" b="b"/>
              <a:pathLst>
                <a:path w="54713" h="35402">
                  <a:moveTo>
                    <a:pt x="4828" y="31863"/>
                  </a:moveTo>
                  <a:lnTo>
                    <a:pt x="50530" y="4828"/>
                  </a:lnTo>
                </a:path>
              </a:pathLst>
            </a:custGeom>
            <a:ln w="25400" cap="flat">
              <a:solidFill>
                <a:srgbClr val="FFFFFF"/>
              </a:solidFill>
              <a:prstDash val="solid"/>
              <a:round/>
            </a:ln>
          </p:spPr>
          <p:txBody>
            <a:bodyPr rtlCol="0" anchor="ctr"/>
            <a:lstStyle/>
            <a:p>
              <a:pPr defTabSz="1219170">
                <a:defRPr/>
              </a:pPr>
              <a:endParaRPr lang="en-US" sz="1600" kern="0" dirty="0">
                <a:solidFill>
                  <a:prstClr val="white"/>
                </a:solidFill>
                <a:latin typeface="メイリオ"/>
                <a:ea typeface="メイリオ"/>
              </a:endParaRPr>
            </a:p>
          </p:txBody>
        </p:sp>
        <p:sp>
          <p:nvSpPr>
            <p:cNvPr id="39" name="Freeform: Shape 46">
              <a:extLst>
                <a:ext uri="{FF2B5EF4-FFF2-40B4-BE49-F238E27FC236}">
                  <a16:creationId xmlns:a16="http://schemas.microsoft.com/office/drawing/2014/main" id="{74DD61A7-7C05-B584-D233-8496915D0F92}"/>
                </a:ext>
              </a:extLst>
            </p:cNvPr>
            <p:cNvSpPr/>
            <p:nvPr/>
          </p:nvSpPr>
          <p:spPr>
            <a:xfrm>
              <a:off x="9878671" y="687497"/>
              <a:ext cx="54714" cy="38621"/>
            </a:xfrm>
            <a:custGeom>
              <a:avLst/>
              <a:gdLst>
                <a:gd name="connsiteX0" fmla="*/ 4828 w 54713"/>
                <a:gd name="connsiteY0" fmla="*/ 36690 h 38621"/>
                <a:gd name="connsiteX1" fmla="*/ 52461 w 54713"/>
                <a:gd name="connsiteY1" fmla="*/ 4828 h 38621"/>
              </a:gdLst>
              <a:ahLst/>
              <a:cxnLst>
                <a:cxn ang="0">
                  <a:pos x="connsiteX0" y="connsiteY0"/>
                </a:cxn>
                <a:cxn ang="0">
                  <a:pos x="connsiteX1" y="connsiteY1"/>
                </a:cxn>
              </a:cxnLst>
              <a:rect l="l" t="t" r="r" b="b"/>
              <a:pathLst>
                <a:path w="54713" h="38621">
                  <a:moveTo>
                    <a:pt x="4828" y="36690"/>
                  </a:moveTo>
                  <a:lnTo>
                    <a:pt x="52461" y="4828"/>
                  </a:lnTo>
                </a:path>
              </a:pathLst>
            </a:custGeom>
            <a:ln w="25400" cap="flat">
              <a:solidFill>
                <a:srgbClr val="FFFFFF"/>
              </a:solidFill>
              <a:prstDash val="solid"/>
              <a:round/>
            </a:ln>
          </p:spPr>
          <p:txBody>
            <a:bodyPr rtlCol="0" anchor="ctr"/>
            <a:lstStyle/>
            <a:p>
              <a:pPr defTabSz="1219170">
                <a:defRPr/>
              </a:pPr>
              <a:endParaRPr lang="en-US" sz="1600" kern="0" dirty="0">
                <a:solidFill>
                  <a:prstClr val="white"/>
                </a:solidFill>
                <a:latin typeface="メイリオ"/>
                <a:ea typeface="メイリオ"/>
              </a:endParaRPr>
            </a:p>
          </p:txBody>
        </p:sp>
        <p:sp>
          <p:nvSpPr>
            <p:cNvPr id="40" name="Freeform: Shape 47">
              <a:extLst>
                <a:ext uri="{FF2B5EF4-FFF2-40B4-BE49-F238E27FC236}">
                  <a16:creationId xmlns:a16="http://schemas.microsoft.com/office/drawing/2014/main" id="{BF49AFE1-4E9B-EB65-40D7-A3917C64DDD1}"/>
                </a:ext>
              </a:extLst>
            </p:cNvPr>
            <p:cNvSpPr/>
            <p:nvPr/>
          </p:nvSpPr>
          <p:spPr>
            <a:xfrm>
              <a:off x="9922120" y="777613"/>
              <a:ext cx="54714" cy="35403"/>
            </a:xfrm>
            <a:custGeom>
              <a:avLst/>
              <a:gdLst>
                <a:gd name="connsiteX0" fmla="*/ 4828 w 54713"/>
                <a:gd name="connsiteY0" fmla="*/ 31863 h 35402"/>
                <a:gd name="connsiteX1" fmla="*/ 50851 w 54713"/>
                <a:gd name="connsiteY1" fmla="*/ 4828 h 35402"/>
              </a:gdLst>
              <a:ahLst/>
              <a:cxnLst>
                <a:cxn ang="0">
                  <a:pos x="connsiteX0" y="connsiteY0"/>
                </a:cxn>
                <a:cxn ang="0">
                  <a:pos x="connsiteX1" y="connsiteY1"/>
                </a:cxn>
              </a:cxnLst>
              <a:rect l="l" t="t" r="r" b="b"/>
              <a:pathLst>
                <a:path w="54713" h="35402">
                  <a:moveTo>
                    <a:pt x="4828" y="31863"/>
                  </a:moveTo>
                  <a:lnTo>
                    <a:pt x="50851" y="4828"/>
                  </a:lnTo>
                </a:path>
              </a:pathLst>
            </a:custGeom>
            <a:ln w="25400" cap="flat">
              <a:solidFill>
                <a:srgbClr val="FFFFFF"/>
              </a:solidFill>
              <a:prstDash val="solid"/>
              <a:round/>
            </a:ln>
          </p:spPr>
          <p:txBody>
            <a:bodyPr rtlCol="0" anchor="ctr"/>
            <a:lstStyle/>
            <a:p>
              <a:pPr defTabSz="1219170">
                <a:defRPr/>
              </a:pPr>
              <a:endParaRPr lang="en-US" sz="1600" kern="0" dirty="0">
                <a:solidFill>
                  <a:prstClr val="white"/>
                </a:solidFill>
                <a:latin typeface="メイリオ"/>
                <a:ea typeface="メイリオ"/>
              </a:endParaRPr>
            </a:p>
          </p:txBody>
        </p:sp>
        <p:sp>
          <p:nvSpPr>
            <p:cNvPr id="41" name="Freeform: Shape 48">
              <a:extLst>
                <a:ext uri="{FF2B5EF4-FFF2-40B4-BE49-F238E27FC236}">
                  <a16:creationId xmlns:a16="http://schemas.microsoft.com/office/drawing/2014/main" id="{E2F83A76-8E0C-F48C-FDBF-57CCE470D268}"/>
                </a:ext>
              </a:extLst>
            </p:cNvPr>
            <p:cNvSpPr/>
            <p:nvPr/>
          </p:nvSpPr>
          <p:spPr>
            <a:xfrm>
              <a:off x="9918258" y="687497"/>
              <a:ext cx="112646" cy="64369"/>
            </a:xfrm>
            <a:custGeom>
              <a:avLst/>
              <a:gdLst>
                <a:gd name="connsiteX0" fmla="*/ 4828 w 112645"/>
                <a:gd name="connsiteY0" fmla="*/ 60507 h 64368"/>
                <a:gd name="connsiteX1" fmla="*/ 108140 w 112645"/>
                <a:gd name="connsiteY1" fmla="*/ 4828 h 64368"/>
              </a:gdLst>
              <a:ahLst/>
              <a:cxnLst>
                <a:cxn ang="0">
                  <a:pos x="connsiteX0" y="connsiteY0"/>
                </a:cxn>
                <a:cxn ang="0">
                  <a:pos x="connsiteX1" y="connsiteY1"/>
                </a:cxn>
              </a:cxnLst>
              <a:rect l="l" t="t" r="r" b="b"/>
              <a:pathLst>
                <a:path w="112645" h="64368">
                  <a:moveTo>
                    <a:pt x="4828" y="60507"/>
                  </a:moveTo>
                  <a:lnTo>
                    <a:pt x="108140" y="4828"/>
                  </a:lnTo>
                </a:path>
              </a:pathLst>
            </a:custGeom>
            <a:ln w="25400" cap="flat">
              <a:solidFill>
                <a:srgbClr val="FFFFFF"/>
              </a:solidFill>
              <a:prstDash val="solid"/>
              <a:round/>
            </a:ln>
          </p:spPr>
          <p:txBody>
            <a:bodyPr rtlCol="0" anchor="ctr"/>
            <a:lstStyle/>
            <a:p>
              <a:pPr defTabSz="1219170">
                <a:defRPr/>
              </a:pPr>
              <a:endParaRPr lang="en-US" sz="1600" kern="0" dirty="0">
                <a:solidFill>
                  <a:prstClr val="white"/>
                </a:solidFill>
                <a:latin typeface="メイリオ"/>
                <a:ea typeface="メイリオ"/>
              </a:endParaRPr>
            </a:p>
          </p:txBody>
        </p:sp>
        <p:sp>
          <p:nvSpPr>
            <p:cNvPr id="42" name="Freeform: Shape 49">
              <a:extLst>
                <a:ext uri="{FF2B5EF4-FFF2-40B4-BE49-F238E27FC236}">
                  <a16:creationId xmlns:a16="http://schemas.microsoft.com/office/drawing/2014/main" id="{B66E0287-ED5E-35C0-4AC3-7BB1B28C28EE}"/>
                </a:ext>
              </a:extLst>
            </p:cNvPr>
            <p:cNvSpPr/>
            <p:nvPr/>
          </p:nvSpPr>
          <p:spPr>
            <a:xfrm>
              <a:off x="9878671" y="639864"/>
              <a:ext cx="54714" cy="38621"/>
            </a:xfrm>
            <a:custGeom>
              <a:avLst/>
              <a:gdLst>
                <a:gd name="connsiteX0" fmla="*/ 4828 w 54713"/>
                <a:gd name="connsiteY0" fmla="*/ 36690 h 38621"/>
                <a:gd name="connsiteX1" fmla="*/ 52461 w 54713"/>
                <a:gd name="connsiteY1" fmla="*/ 4828 h 38621"/>
              </a:gdLst>
              <a:ahLst/>
              <a:cxnLst>
                <a:cxn ang="0">
                  <a:pos x="connsiteX0" y="connsiteY0"/>
                </a:cxn>
                <a:cxn ang="0">
                  <a:pos x="connsiteX1" y="connsiteY1"/>
                </a:cxn>
              </a:cxnLst>
              <a:rect l="l" t="t" r="r" b="b"/>
              <a:pathLst>
                <a:path w="54713" h="38621">
                  <a:moveTo>
                    <a:pt x="4828" y="36690"/>
                  </a:moveTo>
                  <a:lnTo>
                    <a:pt x="52461" y="4828"/>
                  </a:lnTo>
                </a:path>
              </a:pathLst>
            </a:custGeom>
            <a:ln w="25400" cap="flat">
              <a:solidFill>
                <a:srgbClr val="FFFFFF"/>
              </a:solidFill>
              <a:prstDash val="solid"/>
              <a:round/>
            </a:ln>
          </p:spPr>
          <p:txBody>
            <a:bodyPr rtlCol="0" anchor="ctr"/>
            <a:lstStyle/>
            <a:p>
              <a:pPr defTabSz="1219170">
                <a:defRPr/>
              </a:pPr>
              <a:endParaRPr lang="en-US" sz="1600" kern="0" dirty="0">
                <a:solidFill>
                  <a:prstClr val="white"/>
                </a:solidFill>
                <a:latin typeface="メイリオ"/>
                <a:ea typeface="メイリオ"/>
              </a:endParaRPr>
            </a:p>
          </p:txBody>
        </p:sp>
        <p:sp>
          <p:nvSpPr>
            <p:cNvPr id="43" name="Freeform: Shape 50">
              <a:extLst>
                <a:ext uri="{FF2B5EF4-FFF2-40B4-BE49-F238E27FC236}">
                  <a16:creationId xmlns:a16="http://schemas.microsoft.com/office/drawing/2014/main" id="{9785E7BF-8F00-EF28-9199-B3281775EE53}"/>
                </a:ext>
              </a:extLst>
            </p:cNvPr>
            <p:cNvSpPr/>
            <p:nvPr/>
          </p:nvSpPr>
          <p:spPr>
            <a:xfrm>
              <a:off x="9831038" y="449332"/>
              <a:ext cx="199544" cy="389432"/>
            </a:xfrm>
            <a:custGeom>
              <a:avLst/>
              <a:gdLst>
                <a:gd name="connsiteX0" fmla="*/ 195360 w 199543"/>
                <a:gd name="connsiteY0" fmla="*/ 36368 h 389431"/>
                <a:gd name="connsiteX1" fmla="*/ 147727 w 199543"/>
                <a:gd name="connsiteY1" fmla="*/ 4828 h 389431"/>
                <a:gd name="connsiteX2" fmla="*/ 52461 w 199543"/>
                <a:gd name="connsiteY2" fmla="*/ 60185 h 389431"/>
                <a:gd name="connsiteX3" fmla="*/ 52461 w 199543"/>
                <a:gd name="connsiteY3" fmla="*/ 123588 h 389431"/>
                <a:gd name="connsiteX4" fmla="*/ 4828 w 199543"/>
                <a:gd name="connsiteY4" fmla="*/ 147727 h 389431"/>
                <a:gd name="connsiteX5" fmla="*/ 4828 w 199543"/>
                <a:gd name="connsiteY5" fmla="*/ 197291 h 389431"/>
                <a:gd name="connsiteX6" fmla="*/ 4828 w 199543"/>
                <a:gd name="connsiteY6" fmla="*/ 242993 h 389431"/>
                <a:gd name="connsiteX7" fmla="*/ 52461 w 199543"/>
                <a:gd name="connsiteY7" fmla="*/ 274855 h 389431"/>
                <a:gd name="connsiteX8" fmla="*/ 52461 w 199543"/>
                <a:gd name="connsiteY8" fmla="*/ 330534 h 389431"/>
                <a:gd name="connsiteX9" fmla="*/ 147727 w 199543"/>
                <a:gd name="connsiteY9" fmla="*/ 385892 h 389431"/>
                <a:gd name="connsiteX10" fmla="*/ 195360 w 199543"/>
                <a:gd name="connsiteY10" fmla="*/ 360466 h 389431"/>
                <a:gd name="connsiteX11" fmla="*/ 195360 w 199543"/>
                <a:gd name="connsiteY11" fmla="*/ 195360 h 389431"/>
                <a:gd name="connsiteX12" fmla="*/ 147727 w 199543"/>
                <a:gd name="connsiteY12" fmla="*/ 171543 h 3894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99543" h="389431">
                  <a:moveTo>
                    <a:pt x="195360" y="36368"/>
                  </a:moveTo>
                  <a:lnTo>
                    <a:pt x="147727" y="4828"/>
                  </a:lnTo>
                  <a:lnTo>
                    <a:pt x="52461" y="60185"/>
                  </a:lnTo>
                  <a:lnTo>
                    <a:pt x="52461" y="123588"/>
                  </a:lnTo>
                  <a:lnTo>
                    <a:pt x="4828" y="147727"/>
                  </a:lnTo>
                  <a:lnTo>
                    <a:pt x="4828" y="197291"/>
                  </a:lnTo>
                  <a:lnTo>
                    <a:pt x="4828" y="242993"/>
                  </a:lnTo>
                  <a:lnTo>
                    <a:pt x="52461" y="274855"/>
                  </a:lnTo>
                  <a:lnTo>
                    <a:pt x="52461" y="330534"/>
                  </a:lnTo>
                  <a:lnTo>
                    <a:pt x="147727" y="385892"/>
                  </a:lnTo>
                  <a:lnTo>
                    <a:pt x="195360" y="360466"/>
                  </a:lnTo>
                  <a:lnTo>
                    <a:pt x="195360" y="195360"/>
                  </a:lnTo>
                  <a:lnTo>
                    <a:pt x="147727" y="171543"/>
                  </a:lnTo>
                </a:path>
              </a:pathLst>
            </a:custGeom>
            <a:noFill/>
            <a:ln w="25400" cap="flat">
              <a:solidFill>
                <a:srgbClr val="FFFFFF"/>
              </a:solidFill>
              <a:prstDash val="solid"/>
              <a:round/>
            </a:ln>
          </p:spPr>
          <p:txBody>
            <a:bodyPr rtlCol="0" anchor="ctr"/>
            <a:lstStyle/>
            <a:p>
              <a:pPr defTabSz="1219170">
                <a:defRPr/>
              </a:pPr>
              <a:endParaRPr lang="en-US" sz="1600" kern="0" dirty="0">
                <a:solidFill>
                  <a:prstClr val="white"/>
                </a:solidFill>
                <a:latin typeface="メイリオ"/>
                <a:ea typeface="メイリオ"/>
              </a:endParaRPr>
            </a:p>
          </p:txBody>
        </p:sp>
        <p:sp>
          <p:nvSpPr>
            <p:cNvPr id="44" name="Freeform: Shape 51">
              <a:extLst>
                <a:ext uri="{FF2B5EF4-FFF2-40B4-BE49-F238E27FC236}">
                  <a16:creationId xmlns:a16="http://schemas.microsoft.com/office/drawing/2014/main" id="{7ED8278C-B9B5-17FB-51E9-8304D85A2DCC}"/>
                </a:ext>
              </a:extLst>
            </p:cNvPr>
            <p:cNvSpPr/>
            <p:nvPr/>
          </p:nvSpPr>
          <p:spPr>
            <a:xfrm>
              <a:off x="9926304" y="639864"/>
              <a:ext cx="54714" cy="80461"/>
            </a:xfrm>
            <a:custGeom>
              <a:avLst/>
              <a:gdLst>
                <a:gd name="connsiteX0" fmla="*/ 52461 w 54713"/>
                <a:gd name="connsiteY0" fmla="*/ 76277 h 80461"/>
                <a:gd name="connsiteX1" fmla="*/ 52461 w 54713"/>
                <a:gd name="connsiteY1" fmla="*/ 36690 h 80461"/>
                <a:gd name="connsiteX2" fmla="*/ 4828 w 54713"/>
                <a:gd name="connsiteY2" fmla="*/ 4828 h 80461"/>
              </a:gdLst>
              <a:ahLst/>
              <a:cxnLst>
                <a:cxn ang="0">
                  <a:pos x="connsiteX0" y="connsiteY0"/>
                </a:cxn>
                <a:cxn ang="0">
                  <a:pos x="connsiteX1" y="connsiteY1"/>
                </a:cxn>
                <a:cxn ang="0">
                  <a:pos x="connsiteX2" y="connsiteY2"/>
                </a:cxn>
              </a:cxnLst>
              <a:rect l="l" t="t" r="r" b="b"/>
              <a:pathLst>
                <a:path w="54713" h="80461">
                  <a:moveTo>
                    <a:pt x="52461" y="76277"/>
                  </a:moveTo>
                  <a:lnTo>
                    <a:pt x="52461" y="36690"/>
                  </a:lnTo>
                  <a:lnTo>
                    <a:pt x="4828" y="4828"/>
                  </a:lnTo>
                </a:path>
              </a:pathLst>
            </a:custGeom>
            <a:noFill/>
            <a:ln w="25400" cap="flat">
              <a:solidFill>
                <a:srgbClr val="FFFFFF"/>
              </a:solidFill>
              <a:prstDash val="solid"/>
              <a:round/>
            </a:ln>
          </p:spPr>
          <p:txBody>
            <a:bodyPr rtlCol="0" anchor="ctr"/>
            <a:lstStyle/>
            <a:p>
              <a:pPr defTabSz="1219170">
                <a:defRPr/>
              </a:pPr>
              <a:endParaRPr lang="en-US" sz="1600" kern="0" dirty="0">
                <a:solidFill>
                  <a:prstClr val="white"/>
                </a:solidFill>
                <a:latin typeface="メイリオ"/>
                <a:ea typeface="メイリオ"/>
              </a:endParaRPr>
            </a:p>
          </p:txBody>
        </p:sp>
        <p:sp>
          <p:nvSpPr>
            <p:cNvPr id="45" name="Freeform: Shape 52">
              <a:extLst>
                <a:ext uri="{FF2B5EF4-FFF2-40B4-BE49-F238E27FC236}">
                  <a16:creationId xmlns:a16="http://schemas.microsoft.com/office/drawing/2014/main" id="{226DE9DD-2F16-1B87-BAC9-0D29E5C7F48B}"/>
                </a:ext>
              </a:extLst>
            </p:cNvPr>
            <p:cNvSpPr/>
            <p:nvPr/>
          </p:nvSpPr>
          <p:spPr>
            <a:xfrm>
              <a:off x="10212102" y="599633"/>
              <a:ext cx="9655" cy="93335"/>
            </a:xfrm>
            <a:custGeom>
              <a:avLst/>
              <a:gdLst>
                <a:gd name="connsiteX0" fmla="*/ 4828 w 9655"/>
                <a:gd name="connsiteY0" fmla="*/ 4828 h 93334"/>
                <a:gd name="connsiteX1" fmla="*/ 4828 w 9655"/>
                <a:gd name="connsiteY1" fmla="*/ 46989 h 93334"/>
                <a:gd name="connsiteX2" fmla="*/ 4828 w 9655"/>
                <a:gd name="connsiteY2" fmla="*/ 89473 h 93334"/>
              </a:gdLst>
              <a:ahLst/>
              <a:cxnLst>
                <a:cxn ang="0">
                  <a:pos x="connsiteX0" y="connsiteY0"/>
                </a:cxn>
                <a:cxn ang="0">
                  <a:pos x="connsiteX1" y="connsiteY1"/>
                </a:cxn>
                <a:cxn ang="0">
                  <a:pos x="connsiteX2" y="connsiteY2"/>
                </a:cxn>
              </a:cxnLst>
              <a:rect l="l" t="t" r="r" b="b"/>
              <a:pathLst>
                <a:path w="9655" h="93334">
                  <a:moveTo>
                    <a:pt x="4828" y="4828"/>
                  </a:moveTo>
                  <a:lnTo>
                    <a:pt x="4828" y="46989"/>
                  </a:lnTo>
                  <a:lnTo>
                    <a:pt x="4828" y="89473"/>
                  </a:lnTo>
                  <a:close/>
                </a:path>
              </a:pathLst>
            </a:custGeom>
            <a:noFill/>
            <a:ln w="25400" cap="flat">
              <a:solidFill>
                <a:srgbClr val="FFFFFF"/>
              </a:solidFill>
              <a:prstDash val="solid"/>
              <a:round/>
            </a:ln>
          </p:spPr>
          <p:txBody>
            <a:bodyPr rtlCol="0" anchor="ctr"/>
            <a:lstStyle/>
            <a:p>
              <a:pPr defTabSz="1219170">
                <a:defRPr/>
              </a:pPr>
              <a:endParaRPr lang="en-US" sz="1600" kern="0" dirty="0">
                <a:solidFill>
                  <a:prstClr val="white"/>
                </a:solidFill>
                <a:latin typeface="メイリオ"/>
                <a:ea typeface="メイリオ"/>
              </a:endParaRPr>
            </a:p>
          </p:txBody>
        </p:sp>
        <p:sp>
          <p:nvSpPr>
            <p:cNvPr id="46" name="Freeform: Shape 53">
              <a:extLst>
                <a:ext uri="{FF2B5EF4-FFF2-40B4-BE49-F238E27FC236}">
                  <a16:creationId xmlns:a16="http://schemas.microsoft.com/office/drawing/2014/main" id="{DBEEE08E-B808-D188-0053-488C84256631}"/>
                </a:ext>
              </a:extLst>
            </p:cNvPr>
            <p:cNvSpPr/>
            <p:nvPr/>
          </p:nvSpPr>
          <p:spPr>
            <a:xfrm>
              <a:off x="10164469" y="663680"/>
              <a:ext cx="54714" cy="32184"/>
            </a:xfrm>
            <a:custGeom>
              <a:avLst/>
              <a:gdLst>
                <a:gd name="connsiteX0" fmla="*/ 4828 w 54713"/>
                <a:gd name="connsiteY0" fmla="*/ 4828 h 32184"/>
                <a:gd name="connsiteX1" fmla="*/ 52461 w 54713"/>
                <a:gd name="connsiteY1" fmla="*/ 28644 h 32184"/>
              </a:gdLst>
              <a:ahLst/>
              <a:cxnLst>
                <a:cxn ang="0">
                  <a:pos x="connsiteX0" y="connsiteY0"/>
                </a:cxn>
                <a:cxn ang="0">
                  <a:pos x="connsiteX1" y="connsiteY1"/>
                </a:cxn>
              </a:cxnLst>
              <a:rect l="l" t="t" r="r" b="b"/>
              <a:pathLst>
                <a:path w="54713" h="32184">
                  <a:moveTo>
                    <a:pt x="4828" y="4828"/>
                  </a:moveTo>
                  <a:lnTo>
                    <a:pt x="52461" y="28644"/>
                  </a:lnTo>
                </a:path>
              </a:pathLst>
            </a:custGeom>
            <a:ln w="25400" cap="flat">
              <a:solidFill>
                <a:srgbClr val="F46EBB"/>
              </a:solidFill>
              <a:prstDash val="solid"/>
              <a:round/>
            </a:ln>
          </p:spPr>
          <p:txBody>
            <a:bodyPr rtlCol="0" anchor="ctr"/>
            <a:lstStyle/>
            <a:p>
              <a:pPr defTabSz="1219170">
                <a:defRPr/>
              </a:pPr>
              <a:endParaRPr lang="en-US" sz="1600" kern="0" dirty="0">
                <a:solidFill>
                  <a:prstClr val="white"/>
                </a:solidFill>
                <a:latin typeface="メイリオ"/>
                <a:ea typeface="メイリオ"/>
              </a:endParaRPr>
            </a:p>
          </p:txBody>
        </p:sp>
        <p:sp>
          <p:nvSpPr>
            <p:cNvPr id="47" name="Freeform: Shape 54">
              <a:extLst>
                <a:ext uri="{FF2B5EF4-FFF2-40B4-BE49-F238E27FC236}">
                  <a16:creationId xmlns:a16="http://schemas.microsoft.com/office/drawing/2014/main" id="{F9E6A38B-9A49-D271-FC36-1C310A525AA1}"/>
                </a:ext>
              </a:extLst>
            </p:cNvPr>
            <p:cNvSpPr/>
            <p:nvPr/>
          </p:nvSpPr>
          <p:spPr>
            <a:xfrm>
              <a:off x="10132928" y="536552"/>
              <a:ext cx="38621" cy="9655"/>
            </a:xfrm>
            <a:custGeom>
              <a:avLst/>
              <a:gdLst>
                <a:gd name="connsiteX0" fmla="*/ 36368 w 38621"/>
                <a:gd name="connsiteY0" fmla="*/ 4828 h 9655"/>
                <a:gd name="connsiteX1" fmla="*/ 4828 w 38621"/>
                <a:gd name="connsiteY1" fmla="*/ 4828 h 9655"/>
              </a:gdLst>
              <a:ahLst/>
              <a:cxnLst>
                <a:cxn ang="0">
                  <a:pos x="connsiteX0" y="connsiteY0"/>
                </a:cxn>
                <a:cxn ang="0">
                  <a:pos x="connsiteX1" y="connsiteY1"/>
                </a:cxn>
              </a:cxnLst>
              <a:rect l="l" t="t" r="r" b="b"/>
              <a:pathLst>
                <a:path w="38621" h="9655">
                  <a:moveTo>
                    <a:pt x="36368" y="4828"/>
                  </a:moveTo>
                  <a:lnTo>
                    <a:pt x="4828" y="4828"/>
                  </a:lnTo>
                </a:path>
              </a:pathLst>
            </a:custGeom>
            <a:ln w="25400" cap="flat">
              <a:solidFill>
                <a:srgbClr val="F46EBB"/>
              </a:solidFill>
              <a:prstDash val="solid"/>
              <a:round/>
            </a:ln>
          </p:spPr>
          <p:txBody>
            <a:bodyPr rtlCol="0" anchor="ctr"/>
            <a:lstStyle/>
            <a:p>
              <a:pPr defTabSz="1219170">
                <a:defRPr/>
              </a:pPr>
              <a:endParaRPr lang="en-US" sz="1600" kern="0" dirty="0">
                <a:solidFill>
                  <a:prstClr val="white"/>
                </a:solidFill>
                <a:latin typeface="メイリオ"/>
                <a:ea typeface="メイリオ"/>
              </a:endParaRPr>
            </a:p>
          </p:txBody>
        </p:sp>
        <p:sp>
          <p:nvSpPr>
            <p:cNvPr id="48" name="Freeform: Shape 55">
              <a:extLst>
                <a:ext uri="{FF2B5EF4-FFF2-40B4-BE49-F238E27FC236}">
                  <a16:creationId xmlns:a16="http://schemas.microsoft.com/office/drawing/2014/main" id="{62458B4F-F082-3D69-CA7C-A00D9911B297}"/>
                </a:ext>
              </a:extLst>
            </p:cNvPr>
            <p:cNvSpPr/>
            <p:nvPr/>
          </p:nvSpPr>
          <p:spPr>
            <a:xfrm>
              <a:off x="10021570" y="751222"/>
              <a:ext cx="54714" cy="9655"/>
            </a:xfrm>
            <a:custGeom>
              <a:avLst/>
              <a:gdLst>
                <a:gd name="connsiteX0" fmla="*/ 4828 w 54713"/>
                <a:gd name="connsiteY0" fmla="*/ 4828 h 9655"/>
                <a:gd name="connsiteX1" fmla="*/ 52461 w 54713"/>
                <a:gd name="connsiteY1" fmla="*/ 4828 h 9655"/>
              </a:gdLst>
              <a:ahLst/>
              <a:cxnLst>
                <a:cxn ang="0">
                  <a:pos x="connsiteX0" y="connsiteY0"/>
                </a:cxn>
                <a:cxn ang="0">
                  <a:pos x="connsiteX1" y="connsiteY1"/>
                </a:cxn>
              </a:cxnLst>
              <a:rect l="l" t="t" r="r" b="b"/>
              <a:pathLst>
                <a:path w="54713" h="9655">
                  <a:moveTo>
                    <a:pt x="4828" y="4828"/>
                  </a:moveTo>
                  <a:lnTo>
                    <a:pt x="52461" y="4828"/>
                  </a:lnTo>
                </a:path>
              </a:pathLst>
            </a:custGeom>
            <a:ln w="25400" cap="flat">
              <a:solidFill>
                <a:srgbClr val="F46EBB"/>
              </a:solidFill>
              <a:prstDash val="solid"/>
              <a:round/>
            </a:ln>
          </p:spPr>
          <p:txBody>
            <a:bodyPr rtlCol="0" anchor="ctr"/>
            <a:lstStyle/>
            <a:p>
              <a:pPr defTabSz="1219170">
                <a:defRPr/>
              </a:pPr>
              <a:endParaRPr lang="en-US" sz="1600" kern="0" dirty="0">
                <a:solidFill>
                  <a:prstClr val="white"/>
                </a:solidFill>
                <a:latin typeface="メイリオ"/>
                <a:ea typeface="メイリオ"/>
              </a:endParaRPr>
            </a:p>
          </p:txBody>
        </p:sp>
        <p:sp>
          <p:nvSpPr>
            <p:cNvPr id="49" name="Freeform: Shape 56">
              <a:extLst>
                <a:ext uri="{FF2B5EF4-FFF2-40B4-BE49-F238E27FC236}">
                  <a16:creationId xmlns:a16="http://schemas.microsoft.com/office/drawing/2014/main" id="{F57F4196-3BB7-445E-141E-3CE5FFCCF367}"/>
                </a:ext>
              </a:extLst>
            </p:cNvPr>
            <p:cNvSpPr/>
            <p:nvPr/>
          </p:nvSpPr>
          <p:spPr>
            <a:xfrm>
              <a:off x="10101065" y="520781"/>
              <a:ext cx="38621" cy="38621"/>
            </a:xfrm>
            <a:custGeom>
              <a:avLst/>
              <a:gdLst>
                <a:gd name="connsiteX0" fmla="*/ 36368 w 38621"/>
                <a:gd name="connsiteY0" fmla="*/ 20598 h 38621"/>
                <a:gd name="connsiteX1" fmla="*/ 20598 w 38621"/>
                <a:gd name="connsiteY1" fmla="*/ 36368 h 38621"/>
                <a:gd name="connsiteX2" fmla="*/ 4828 w 38621"/>
                <a:gd name="connsiteY2" fmla="*/ 20598 h 38621"/>
                <a:gd name="connsiteX3" fmla="*/ 20598 w 38621"/>
                <a:gd name="connsiteY3" fmla="*/ 4828 h 38621"/>
                <a:gd name="connsiteX4" fmla="*/ 36368 w 38621"/>
                <a:gd name="connsiteY4" fmla="*/ 20598 h 386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621" h="38621">
                  <a:moveTo>
                    <a:pt x="36368" y="20598"/>
                  </a:moveTo>
                  <a:cubicBezTo>
                    <a:pt x="36368" y="29308"/>
                    <a:pt x="29308" y="36368"/>
                    <a:pt x="20598" y="36368"/>
                  </a:cubicBezTo>
                  <a:cubicBezTo>
                    <a:pt x="11888" y="36368"/>
                    <a:pt x="4828" y="29308"/>
                    <a:pt x="4828" y="20598"/>
                  </a:cubicBezTo>
                  <a:cubicBezTo>
                    <a:pt x="4828" y="11888"/>
                    <a:pt x="11888" y="4828"/>
                    <a:pt x="20598" y="4828"/>
                  </a:cubicBezTo>
                  <a:cubicBezTo>
                    <a:pt x="29308" y="4828"/>
                    <a:pt x="36368" y="11888"/>
                    <a:pt x="36368" y="20598"/>
                  </a:cubicBezTo>
                  <a:close/>
                </a:path>
              </a:pathLst>
            </a:custGeom>
            <a:noFill/>
            <a:ln w="25400" cap="flat">
              <a:solidFill>
                <a:srgbClr val="F46EBB"/>
              </a:solidFill>
              <a:prstDash val="solid"/>
              <a:round/>
            </a:ln>
          </p:spPr>
          <p:txBody>
            <a:bodyPr rtlCol="0" anchor="ctr"/>
            <a:lstStyle/>
            <a:p>
              <a:pPr defTabSz="1219170">
                <a:defRPr/>
              </a:pPr>
              <a:endParaRPr lang="en-US" sz="1600" kern="0" dirty="0">
                <a:solidFill>
                  <a:prstClr val="white"/>
                </a:solidFill>
                <a:latin typeface="メイリオ"/>
                <a:ea typeface="メイリオ"/>
              </a:endParaRPr>
            </a:p>
          </p:txBody>
        </p:sp>
        <p:sp>
          <p:nvSpPr>
            <p:cNvPr id="50" name="Freeform: Shape 57">
              <a:extLst>
                <a:ext uri="{FF2B5EF4-FFF2-40B4-BE49-F238E27FC236}">
                  <a16:creationId xmlns:a16="http://schemas.microsoft.com/office/drawing/2014/main" id="{BA49D4BD-49CD-AAFB-A4C3-77EFEDAF30EB}"/>
                </a:ext>
              </a:extLst>
            </p:cNvPr>
            <p:cNvSpPr/>
            <p:nvPr/>
          </p:nvSpPr>
          <p:spPr>
            <a:xfrm>
              <a:off x="10132928" y="639864"/>
              <a:ext cx="38621" cy="38621"/>
            </a:xfrm>
            <a:custGeom>
              <a:avLst/>
              <a:gdLst>
                <a:gd name="connsiteX0" fmla="*/ 36368 w 38621"/>
                <a:gd name="connsiteY0" fmla="*/ 20598 h 38621"/>
                <a:gd name="connsiteX1" fmla="*/ 20598 w 38621"/>
                <a:gd name="connsiteY1" fmla="*/ 36368 h 38621"/>
                <a:gd name="connsiteX2" fmla="*/ 4828 w 38621"/>
                <a:gd name="connsiteY2" fmla="*/ 20598 h 38621"/>
                <a:gd name="connsiteX3" fmla="*/ 20598 w 38621"/>
                <a:gd name="connsiteY3" fmla="*/ 4828 h 38621"/>
                <a:gd name="connsiteX4" fmla="*/ 36368 w 38621"/>
                <a:gd name="connsiteY4" fmla="*/ 20598 h 386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621" h="38621">
                  <a:moveTo>
                    <a:pt x="36368" y="20598"/>
                  </a:moveTo>
                  <a:cubicBezTo>
                    <a:pt x="36368" y="29308"/>
                    <a:pt x="29308" y="36368"/>
                    <a:pt x="20598" y="36368"/>
                  </a:cubicBezTo>
                  <a:cubicBezTo>
                    <a:pt x="11888" y="36368"/>
                    <a:pt x="4828" y="29308"/>
                    <a:pt x="4828" y="20598"/>
                  </a:cubicBezTo>
                  <a:cubicBezTo>
                    <a:pt x="4828" y="11888"/>
                    <a:pt x="11888" y="4828"/>
                    <a:pt x="20598" y="4828"/>
                  </a:cubicBezTo>
                  <a:cubicBezTo>
                    <a:pt x="29308" y="4828"/>
                    <a:pt x="36368" y="11888"/>
                    <a:pt x="36368" y="20598"/>
                  </a:cubicBezTo>
                  <a:close/>
                </a:path>
              </a:pathLst>
            </a:custGeom>
            <a:noFill/>
            <a:ln w="25400" cap="flat">
              <a:solidFill>
                <a:srgbClr val="F46EBB"/>
              </a:solidFill>
              <a:prstDash val="solid"/>
              <a:round/>
            </a:ln>
          </p:spPr>
          <p:txBody>
            <a:bodyPr rtlCol="0" anchor="ctr"/>
            <a:lstStyle/>
            <a:p>
              <a:pPr defTabSz="1219170">
                <a:defRPr/>
              </a:pPr>
              <a:endParaRPr lang="en-US" sz="1600" kern="0" dirty="0">
                <a:solidFill>
                  <a:prstClr val="white"/>
                </a:solidFill>
                <a:latin typeface="メイリオ"/>
                <a:ea typeface="メイリオ"/>
              </a:endParaRPr>
            </a:p>
          </p:txBody>
        </p:sp>
        <p:sp>
          <p:nvSpPr>
            <p:cNvPr id="51" name="Freeform: Shape 58">
              <a:extLst>
                <a:ext uri="{FF2B5EF4-FFF2-40B4-BE49-F238E27FC236}">
                  <a16:creationId xmlns:a16="http://schemas.microsoft.com/office/drawing/2014/main" id="{D3E321F4-EE23-3EEC-970B-8B2E97B016A7}"/>
                </a:ext>
              </a:extLst>
            </p:cNvPr>
            <p:cNvSpPr/>
            <p:nvPr/>
          </p:nvSpPr>
          <p:spPr>
            <a:xfrm>
              <a:off x="10069203" y="600277"/>
              <a:ext cx="38621" cy="38621"/>
            </a:xfrm>
            <a:custGeom>
              <a:avLst/>
              <a:gdLst>
                <a:gd name="connsiteX0" fmla="*/ 36368 w 38621"/>
                <a:gd name="connsiteY0" fmla="*/ 20598 h 38621"/>
                <a:gd name="connsiteX1" fmla="*/ 20598 w 38621"/>
                <a:gd name="connsiteY1" fmla="*/ 36368 h 38621"/>
                <a:gd name="connsiteX2" fmla="*/ 4828 w 38621"/>
                <a:gd name="connsiteY2" fmla="*/ 20598 h 38621"/>
                <a:gd name="connsiteX3" fmla="*/ 20598 w 38621"/>
                <a:gd name="connsiteY3" fmla="*/ 4828 h 38621"/>
                <a:gd name="connsiteX4" fmla="*/ 36368 w 38621"/>
                <a:gd name="connsiteY4" fmla="*/ 20598 h 386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621" h="38621">
                  <a:moveTo>
                    <a:pt x="36368" y="20598"/>
                  </a:moveTo>
                  <a:cubicBezTo>
                    <a:pt x="36368" y="29308"/>
                    <a:pt x="29308" y="36368"/>
                    <a:pt x="20598" y="36368"/>
                  </a:cubicBezTo>
                  <a:cubicBezTo>
                    <a:pt x="11888" y="36368"/>
                    <a:pt x="4828" y="29308"/>
                    <a:pt x="4828" y="20598"/>
                  </a:cubicBezTo>
                  <a:cubicBezTo>
                    <a:pt x="4828" y="11888"/>
                    <a:pt x="11888" y="4828"/>
                    <a:pt x="20598" y="4828"/>
                  </a:cubicBezTo>
                  <a:cubicBezTo>
                    <a:pt x="29308" y="4828"/>
                    <a:pt x="36368" y="11888"/>
                    <a:pt x="36368" y="20598"/>
                  </a:cubicBezTo>
                  <a:close/>
                </a:path>
              </a:pathLst>
            </a:custGeom>
            <a:noFill/>
            <a:ln w="25400" cap="flat">
              <a:solidFill>
                <a:srgbClr val="F46EBB"/>
              </a:solidFill>
              <a:prstDash val="solid"/>
              <a:round/>
            </a:ln>
          </p:spPr>
          <p:txBody>
            <a:bodyPr rtlCol="0" anchor="ctr"/>
            <a:lstStyle/>
            <a:p>
              <a:pPr defTabSz="1219170">
                <a:defRPr/>
              </a:pPr>
              <a:endParaRPr lang="en-US" sz="1600" kern="0" dirty="0">
                <a:solidFill>
                  <a:prstClr val="white"/>
                </a:solidFill>
                <a:latin typeface="メイリオ"/>
                <a:ea typeface="メイリオ"/>
              </a:endParaRPr>
            </a:p>
          </p:txBody>
        </p:sp>
        <p:sp>
          <p:nvSpPr>
            <p:cNvPr id="52" name="Freeform: Shape 59">
              <a:extLst>
                <a:ext uri="{FF2B5EF4-FFF2-40B4-BE49-F238E27FC236}">
                  <a16:creationId xmlns:a16="http://schemas.microsoft.com/office/drawing/2014/main" id="{B77EB338-BB9A-19CA-F004-18FBF7924BCE}"/>
                </a:ext>
              </a:extLst>
            </p:cNvPr>
            <p:cNvSpPr/>
            <p:nvPr/>
          </p:nvSpPr>
          <p:spPr>
            <a:xfrm>
              <a:off x="10069203" y="735452"/>
              <a:ext cx="38621" cy="38621"/>
            </a:xfrm>
            <a:custGeom>
              <a:avLst/>
              <a:gdLst>
                <a:gd name="connsiteX0" fmla="*/ 36368 w 38621"/>
                <a:gd name="connsiteY0" fmla="*/ 20598 h 38621"/>
                <a:gd name="connsiteX1" fmla="*/ 20598 w 38621"/>
                <a:gd name="connsiteY1" fmla="*/ 36368 h 38621"/>
                <a:gd name="connsiteX2" fmla="*/ 4828 w 38621"/>
                <a:gd name="connsiteY2" fmla="*/ 20598 h 38621"/>
                <a:gd name="connsiteX3" fmla="*/ 20598 w 38621"/>
                <a:gd name="connsiteY3" fmla="*/ 4828 h 38621"/>
                <a:gd name="connsiteX4" fmla="*/ 36368 w 38621"/>
                <a:gd name="connsiteY4" fmla="*/ 20598 h 386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621" h="38621">
                  <a:moveTo>
                    <a:pt x="36368" y="20598"/>
                  </a:moveTo>
                  <a:cubicBezTo>
                    <a:pt x="36368" y="29308"/>
                    <a:pt x="29308" y="36368"/>
                    <a:pt x="20598" y="36368"/>
                  </a:cubicBezTo>
                  <a:cubicBezTo>
                    <a:pt x="11888" y="36368"/>
                    <a:pt x="4828" y="29308"/>
                    <a:pt x="4828" y="20598"/>
                  </a:cubicBezTo>
                  <a:cubicBezTo>
                    <a:pt x="4828" y="11888"/>
                    <a:pt x="11888" y="4828"/>
                    <a:pt x="20598" y="4828"/>
                  </a:cubicBezTo>
                  <a:cubicBezTo>
                    <a:pt x="29308" y="4828"/>
                    <a:pt x="36368" y="11888"/>
                    <a:pt x="36368" y="20598"/>
                  </a:cubicBezTo>
                  <a:close/>
                </a:path>
              </a:pathLst>
            </a:custGeom>
            <a:noFill/>
            <a:ln w="25400" cap="flat">
              <a:solidFill>
                <a:srgbClr val="F46EBB"/>
              </a:solidFill>
              <a:prstDash val="solid"/>
              <a:round/>
            </a:ln>
          </p:spPr>
          <p:txBody>
            <a:bodyPr rtlCol="0" anchor="ctr"/>
            <a:lstStyle/>
            <a:p>
              <a:pPr defTabSz="1219170">
                <a:defRPr/>
              </a:pPr>
              <a:endParaRPr lang="en-US" sz="1600" kern="0" dirty="0">
                <a:solidFill>
                  <a:prstClr val="white"/>
                </a:solidFill>
                <a:latin typeface="メイリオ"/>
                <a:ea typeface="メイリオ"/>
              </a:endParaRPr>
            </a:p>
          </p:txBody>
        </p:sp>
        <p:sp>
          <p:nvSpPr>
            <p:cNvPr id="53" name="Freeform: Shape 60">
              <a:extLst>
                <a:ext uri="{FF2B5EF4-FFF2-40B4-BE49-F238E27FC236}">
                  <a16:creationId xmlns:a16="http://schemas.microsoft.com/office/drawing/2014/main" id="{C77065B5-67A1-A3C6-B703-8E800CF03F0E}"/>
                </a:ext>
              </a:extLst>
            </p:cNvPr>
            <p:cNvSpPr/>
            <p:nvPr/>
          </p:nvSpPr>
          <p:spPr>
            <a:xfrm>
              <a:off x="10021570" y="449332"/>
              <a:ext cx="199544" cy="389432"/>
            </a:xfrm>
            <a:custGeom>
              <a:avLst/>
              <a:gdLst>
                <a:gd name="connsiteX0" fmla="*/ 52461 w 199543"/>
                <a:gd name="connsiteY0" fmla="*/ 163497 h 389431"/>
                <a:gd name="connsiteX1" fmla="*/ 4828 w 199543"/>
                <a:gd name="connsiteY1" fmla="*/ 131956 h 389431"/>
                <a:gd name="connsiteX2" fmla="*/ 4828 w 199543"/>
                <a:gd name="connsiteY2" fmla="*/ 36368 h 389431"/>
                <a:gd name="connsiteX3" fmla="*/ 52461 w 199543"/>
                <a:gd name="connsiteY3" fmla="*/ 4828 h 389431"/>
                <a:gd name="connsiteX4" fmla="*/ 147727 w 199543"/>
                <a:gd name="connsiteY4" fmla="*/ 61794 h 389431"/>
                <a:gd name="connsiteX5" fmla="*/ 147727 w 199543"/>
                <a:gd name="connsiteY5" fmla="*/ 123588 h 389431"/>
                <a:gd name="connsiteX6" fmla="*/ 195360 w 199543"/>
                <a:gd name="connsiteY6" fmla="*/ 150623 h 389431"/>
                <a:gd name="connsiteX7" fmla="*/ 195360 w 199543"/>
                <a:gd name="connsiteY7" fmla="*/ 197291 h 389431"/>
                <a:gd name="connsiteX8" fmla="*/ 195360 w 199543"/>
                <a:gd name="connsiteY8" fmla="*/ 242993 h 389431"/>
                <a:gd name="connsiteX9" fmla="*/ 147727 w 199543"/>
                <a:gd name="connsiteY9" fmla="*/ 274855 h 389431"/>
                <a:gd name="connsiteX10" fmla="*/ 147727 w 199543"/>
                <a:gd name="connsiteY10" fmla="*/ 330534 h 389431"/>
                <a:gd name="connsiteX11" fmla="*/ 52461 w 199543"/>
                <a:gd name="connsiteY11" fmla="*/ 385892 h 389431"/>
                <a:gd name="connsiteX12" fmla="*/ 4828 w 199543"/>
                <a:gd name="connsiteY12" fmla="*/ 362075 h 389431"/>
                <a:gd name="connsiteX13" fmla="*/ 4828 w 199543"/>
                <a:gd name="connsiteY13" fmla="*/ 197934 h 3894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99543" h="389431">
                  <a:moveTo>
                    <a:pt x="52461" y="163497"/>
                  </a:moveTo>
                  <a:lnTo>
                    <a:pt x="4828" y="131956"/>
                  </a:lnTo>
                  <a:lnTo>
                    <a:pt x="4828" y="36368"/>
                  </a:lnTo>
                  <a:lnTo>
                    <a:pt x="52461" y="4828"/>
                  </a:lnTo>
                  <a:lnTo>
                    <a:pt x="147727" y="61794"/>
                  </a:lnTo>
                  <a:lnTo>
                    <a:pt x="147727" y="123588"/>
                  </a:lnTo>
                  <a:lnTo>
                    <a:pt x="195360" y="150623"/>
                  </a:lnTo>
                  <a:lnTo>
                    <a:pt x="195360" y="197291"/>
                  </a:lnTo>
                  <a:lnTo>
                    <a:pt x="195360" y="242993"/>
                  </a:lnTo>
                  <a:lnTo>
                    <a:pt x="147727" y="274855"/>
                  </a:lnTo>
                  <a:lnTo>
                    <a:pt x="147727" y="330534"/>
                  </a:lnTo>
                  <a:lnTo>
                    <a:pt x="52461" y="385892"/>
                  </a:lnTo>
                  <a:lnTo>
                    <a:pt x="4828" y="362075"/>
                  </a:lnTo>
                  <a:lnTo>
                    <a:pt x="4828" y="197934"/>
                  </a:lnTo>
                </a:path>
              </a:pathLst>
            </a:custGeom>
            <a:noFill/>
            <a:ln w="25400" cap="flat">
              <a:solidFill>
                <a:srgbClr val="FFFFFF"/>
              </a:solidFill>
              <a:prstDash val="solid"/>
              <a:round/>
            </a:ln>
          </p:spPr>
          <p:txBody>
            <a:bodyPr rtlCol="0" anchor="ctr"/>
            <a:lstStyle/>
            <a:p>
              <a:pPr defTabSz="1219170">
                <a:defRPr/>
              </a:pPr>
              <a:endParaRPr lang="en-US" sz="1600" kern="0" dirty="0">
                <a:solidFill>
                  <a:prstClr val="white"/>
                </a:solidFill>
                <a:latin typeface="メイリオ"/>
                <a:ea typeface="メイリオ"/>
              </a:endParaRPr>
            </a:p>
          </p:txBody>
        </p:sp>
      </p:grpSp>
      <p:pic>
        <p:nvPicPr>
          <p:cNvPr id="54" name="Graphic 8">
            <a:extLst>
              <a:ext uri="{FF2B5EF4-FFF2-40B4-BE49-F238E27FC236}">
                <a16:creationId xmlns:a16="http://schemas.microsoft.com/office/drawing/2014/main" id="{72739D27-18FB-F14B-D8F0-D9F840177090}"/>
              </a:ext>
            </a:extLst>
          </p:cNvPr>
          <p:cNvPicPr>
            <a:picLocks noChangeAspect="1" noChangeArrowheads="1"/>
          </p:cNvPicPr>
          <p:nvPr/>
        </p:nvPicPr>
        <p:blipFill>
          <a:blip r:embed="rId3">
            <a:extLst>
              <a:ext uri="{96DAC541-7B7A-43D3-8B79-37D633B846F1}">
                <asvg:svgBlip xmlns:asvg="http://schemas.microsoft.com/office/drawing/2016/SVG/main" r:embed="rId4"/>
              </a:ext>
            </a:extLst>
          </a:blip>
          <a:srcRect/>
          <a:stretch/>
        </p:blipFill>
        <p:spPr bwMode="auto">
          <a:xfrm>
            <a:off x="6985127" y="5137839"/>
            <a:ext cx="528000" cy="52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5" name="TextBox 64">
            <a:extLst>
              <a:ext uri="{FF2B5EF4-FFF2-40B4-BE49-F238E27FC236}">
                <a16:creationId xmlns:a16="http://schemas.microsoft.com/office/drawing/2014/main" id="{E9EA49D2-1110-8ECD-1FAF-5AE9C828773A}"/>
              </a:ext>
            </a:extLst>
          </p:cNvPr>
          <p:cNvSpPr txBox="1"/>
          <p:nvPr/>
        </p:nvSpPr>
        <p:spPr>
          <a:xfrm>
            <a:off x="6552623" y="5679610"/>
            <a:ext cx="1393010" cy="318100"/>
          </a:xfrm>
          <a:prstGeom prst="rect">
            <a:avLst/>
          </a:prstGeom>
          <a:noFill/>
        </p:spPr>
        <p:txBody>
          <a:bodyPr wrap="none" lIns="0" rIns="0" rtlCol="0" anchor="t">
            <a:spAutoFit/>
          </a:bodyPr>
          <a:lstStyle/>
          <a:p>
            <a:pPr algn="ctr" defTabSz="609585"/>
            <a:r>
              <a:rPr lang="ja-JP" altLang="en-US" sz="1467">
                <a:solidFill>
                  <a:srgbClr val="FFFFFF"/>
                </a:solidFill>
                <a:latin typeface="メイリオ"/>
                <a:ea typeface="メイリオ"/>
              </a:rPr>
              <a:t>生成系</a:t>
            </a:r>
            <a:r>
              <a:rPr lang="en-US" altLang="ja-JP" sz="1467" dirty="0">
                <a:solidFill>
                  <a:srgbClr val="FFFFFF"/>
                </a:solidFill>
                <a:latin typeface="メイリオ"/>
                <a:ea typeface="メイリオ"/>
              </a:rPr>
              <a:t>AI</a:t>
            </a:r>
            <a:r>
              <a:rPr lang="ja-JP" altLang="en-US" sz="1467">
                <a:solidFill>
                  <a:srgbClr val="FFFFFF"/>
                </a:solidFill>
                <a:latin typeface="メイリオ"/>
                <a:ea typeface="メイリオ"/>
              </a:rPr>
              <a:t> アプリ</a:t>
            </a:r>
            <a:endParaRPr lang="en-JP" sz="1467" dirty="0">
              <a:solidFill>
                <a:srgbClr val="FFFFFF"/>
              </a:solidFill>
              <a:latin typeface="メイリオ"/>
              <a:ea typeface="メイリオ"/>
            </a:endParaRPr>
          </a:p>
        </p:txBody>
      </p:sp>
      <p:pic>
        <p:nvPicPr>
          <p:cNvPr id="56" name="Graphic 23">
            <a:extLst>
              <a:ext uri="{FF2B5EF4-FFF2-40B4-BE49-F238E27FC236}">
                <a16:creationId xmlns:a16="http://schemas.microsoft.com/office/drawing/2014/main" id="{4C354098-8C81-BE06-8D15-33A6813FF05F}"/>
              </a:ext>
            </a:extLst>
          </p:cNvPr>
          <p:cNvPicPr>
            <a:picLocks noChangeAspect="1" noChangeArrowheads="1"/>
          </p:cNvPicPr>
          <p:nvPr/>
        </p:nvPicPr>
        <p:blipFill>
          <a:blip r:embed="rId5">
            <a:extLst>
              <a:ext uri="{96DAC541-7B7A-43D3-8B79-37D633B846F1}">
                <asvg:svgBlip xmlns:asvg="http://schemas.microsoft.com/office/drawing/2016/SVG/main" r:embed="rId6"/>
              </a:ext>
            </a:extLst>
          </a:blip>
          <a:srcRect/>
          <a:stretch/>
        </p:blipFill>
        <p:spPr bwMode="auto">
          <a:xfrm flipH="1">
            <a:off x="10150457" y="5113839"/>
            <a:ext cx="576000" cy="57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7" name="TextBox 64">
            <a:extLst>
              <a:ext uri="{FF2B5EF4-FFF2-40B4-BE49-F238E27FC236}">
                <a16:creationId xmlns:a16="http://schemas.microsoft.com/office/drawing/2014/main" id="{EEC3A7A1-41F1-349D-32F6-73114C4AA33F}"/>
              </a:ext>
            </a:extLst>
          </p:cNvPr>
          <p:cNvSpPr txBox="1"/>
          <p:nvPr/>
        </p:nvSpPr>
        <p:spPr>
          <a:xfrm>
            <a:off x="1429992" y="5702099"/>
            <a:ext cx="937756" cy="318100"/>
          </a:xfrm>
          <a:prstGeom prst="rect">
            <a:avLst/>
          </a:prstGeom>
          <a:noFill/>
        </p:spPr>
        <p:txBody>
          <a:bodyPr wrap="none" lIns="0" rIns="0" rtlCol="0" anchor="t">
            <a:spAutoFit/>
          </a:bodyPr>
          <a:lstStyle/>
          <a:p>
            <a:pPr algn="ctr" defTabSz="609585"/>
            <a:r>
              <a:rPr lang="ja-JP" altLang="en-US" sz="1467">
                <a:solidFill>
                  <a:srgbClr val="FFFFFF"/>
                </a:solidFill>
                <a:latin typeface="メイリオ"/>
                <a:ea typeface="メイリオ"/>
              </a:rPr>
              <a:t>基盤モデル</a:t>
            </a:r>
            <a:endParaRPr lang="en-JP" sz="1467" dirty="0">
              <a:solidFill>
                <a:srgbClr val="FFFFFF"/>
              </a:solidFill>
              <a:latin typeface="メイリオ"/>
              <a:ea typeface="メイリオ"/>
            </a:endParaRPr>
          </a:p>
        </p:txBody>
      </p:sp>
      <p:pic>
        <p:nvPicPr>
          <p:cNvPr id="58" name="Graphic 122">
            <a:extLst>
              <a:ext uri="{FF2B5EF4-FFF2-40B4-BE49-F238E27FC236}">
                <a16:creationId xmlns:a16="http://schemas.microsoft.com/office/drawing/2014/main" id="{CF951421-2E3C-A3C5-E373-5BF96CA38F65}"/>
              </a:ext>
            </a:extLst>
          </p:cNvPr>
          <p:cNvPicPr>
            <a:picLocks noChangeAspect="1"/>
          </p:cNvPicPr>
          <p:nvPr/>
        </p:nvPicPr>
        <p:blipFill>
          <a:blip r:embed="rId7">
            <a:extLst>
              <a:ext uri="{96DAC541-7B7A-43D3-8B79-37D633B846F1}">
                <asvg:svgBlip xmlns:asvg="http://schemas.microsoft.com/office/drawing/2016/SVG/main" r:embed="rId8"/>
              </a:ext>
            </a:extLst>
          </a:blip>
          <a:srcRect/>
          <a:stretch/>
        </p:blipFill>
        <p:spPr>
          <a:xfrm>
            <a:off x="6938677" y="3975141"/>
            <a:ext cx="620903" cy="620903"/>
          </a:xfrm>
          <a:prstGeom prst="rect">
            <a:avLst/>
          </a:prstGeom>
        </p:spPr>
      </p:pic>
      <p:sp>
        <p:nvSpPr>
          <p:cNvPr id="59" name="TextBox 64">
            <a:extLst>
              <a:ext uri="{FF2B5EF4-FFF2-40B4-BE49-F238E27FC236}">
                <a16:creationId xmlns:a16="http://schemas.microsoft.com/office/drawing/2014/main" id="{E72DD4CC-5A1D-5B3E-F671-9795FBF5F514}"/>
              </a:ext>
            </a:extLst>
          </p:cNvPr>
          <p:cNvSpPr txBox="1"/>
          <p:nvPr/>
        </p:nvSpPr>
        <p:spPr>
          <a:xfrm>
            <a:off x="6677821" y="4601407"/>
            <a:ext cx="1142615" cy="277269"/>
          </a:xfrm>
          <a:prstGeom prst="rect">
            <a:avLst/>
          </a:prstGeom>
          <a:noFill/>
        </p:spPr>
        <p:txBody>
          <a:bodyPr wrap="none" lIns="0" rIns="0" rtlCol="0" anchor="ctr">
            <a:noAutofit/>
          </a:bodyPr>
          <a:lstStyle/>
          <a:p>
            <a:pPr algn="ctr" defTabSz="609585"/>
            <a:r>
              <a:rPr lang="ja-JP" altLang="en-US" sz="1400" b="1">
                <a:solidFill>
                  <a:srgbClr val="FFFF00"/>
                </a:solidFill>
                <a:latin typeface="メイリオ"/>
                <a:ea typeface="メイリオ"/>
              </a:rPr>
              <a:t>ナレッジソース（社内ドキュメントなど）</a:t>
            </a:r>
            <a:endParaRPr lang="en-JP" sz="1400" b="1" dirty="0">
              <a:solidFill>
                <a:srgbClr val="FFFF00"/>
              </a:solidFill>
              <a:latin typeface="メイリオ"/>
              <a:ea typeface="メイリオ"/>
            </a:endParaRPr>
          </a:p>
        </p:txBody>
      </p:sp>
      <p:sp>
        <p:nvSpPr>
          <p:cNvPr id="60" name="角丸四角形 92">
            <a:extLst>
              <a:ext uri="{FF2B5EF4-FFF2-40B4-BE49-F238E27FC236}">
                <a16:creationId xmlns:a16="http://schemas.microsoft.com/office/drawing/2014/main" id="{24335004-AA4D-E5B1-9FD9-4431166590C0}"/>
              </a:ext>
            </a:extLst>
          </p:cNvPr>
          <p:cNvSpPr/>
          <p:nvPr/>
        </p:nvSpPr>
        <p:spPr>
          <a:xfrm>
            <a:off x="2613197" y="3108575"/>
            <a:ext cx="3612505" cy="609728"/>
          </a:xfrm>
          <a:prstGeom prst="wedgeRectCallout">
            <a:avLst>
              <a:gd name="adj1" fmla="val -56659"/>
              <a:gd name="adj2" fmla="val -35685"/>
            </a:avLst>
          </a:prstGeom>
          <a:solidFill>
            <a:schemeClr val="tx1">
              <a:lumMod val="10000"/>
              <a:lumOff val="90000"/>
            </a:schemeClr>
          </a:solidFill>
          <a:ln w="28575" cap="flat" cmpd="sng" algn="ctr">
            <a:solidFill>
              <a:srgbClr val="00B0F0"/>
            </a:solidFill>
            <a:prstDash val="solid"/>
          </a:ln>
          <a:effectLst/>
        </p:spPr>
        <p:txBody>
          <a:bodyPr vert="horz" wrap="square" lIns="48000" tIns="48000" rIns="48000" bIns="48000" rtlCol="0" anchor="ctr"/>
          <a:lstStyle/>
          <a:p>
            <a:pPr algn="ctr" defTabSz="1219170">
              <a:defRPr/>
            </a:pPr>
            <a:r>
              <a:rPr kumimoji="1" lang="ja-JP" altLang="en-US" sz="1600" b="1" kern="0">
                <a:solidFill>
                  <a:srgbClr val="0432FF"/>
                </a:solidFill>
                <a:latin typeface="メイリオ"/>
                <a:ea typeface="メイリオ"/>
                <a:cs typeface="メイリオ"/>
              </a:rPr>
              <a:t>事前学習 </a:t>
            </a:r>
            <a:r>
              <a:rPr kumimoji="1" lang="en-US" altLang="ja-JP" sz="1600" b="1" kern="0" dirty="0">
                <a:solidFill>
                  <a:srgbClr val="0432FF"/>
                </a:solidFill>
                <a:latin typeface="メイリオ"/>
                <a:ea typeface="メイリオ"/>
                <a:cs typeface="メイリオ"/>
              </a:rPr>
              <a:t>(&amp; </a:t>
            </a:r>
            <a:r>
              <a:rPr kumimoji="1" lang="ja-JP" altLang="en-US" sz="1600" b="1" kern="0">
                <a:solidFill>
                  <a:srgbClr val="0432FF"/>
                </a:solidFill>
                <a:latin typeface="メイリオ"/>
                <a:ea typeface="メイリオ"/>
                <a:cs typeface="メイリオ"/>
              </a:rPr>
              <a:t>事後学習</a:t>
            </a:r>
            <a:r>
              <a:rPr kumimoji="1" lang="en-US" altLang="ja-JP" sz="1600" b="1" kern="0" dirty="0">
                <a:solidFill>
                  <a:srgbClr val="0432FF"/>
                </a:solidFill>
                <a:latin typeface="メイリオ"/>
                <a:ea typeface="メイリオ"/>
                <a:cs typeface="メイリオ"/>
              </a:rPr>
              <a:t>/Fine-Tune)</a:t>
            </a:r>
          </a:p>
          <a:p>
            <a:pPr algn="ctr" defTabSz="1219170">
              <a:defRPr/>
            </a:pPr>
            <a:r>
              <a:rPr kumimoji="1" lang="ja-JP" altLang="en-US" sz="1600" b="1" kern="0">
                <a:solidFill>
                  <a:srgbClr val="0432FF"/>
                </a:solidFill>
                <a:latin typeface="メイリオ"/>
                <a:ea typeface="メイリオ"/>
                <a:cs typeface="メイリオ"/>
              </a:rPr>
              <a:t>済みの情報しか回答できない</a:t>
            </a:r>
          </a:p>
        </p:txBody>
      </p:sp>
      <p:cxnSp>
        <p:nvCxnSpPr>
          <p:cNvPr id="61" name="カギ線コネクタ 29">
            <a:extLst>
              <a:ext uri="{FF2B5EF4-FFF2-40B4-BE49-F238E27FC236}">
                <a16:creationId xmlns:a16="http://schemas.microsoft.com/office/drawing/2014/main" id="{C9B6E7FC-B0F2-1EF2-D365-CD6FA4579C0C}"/>
              </a:ext>
            </a:extLst>
          </p:cNvPr>
          <p:cNvCxnSpPr>
            <a:cxnSpLocks/>
            <a:stCxn id="28" idx="3"/>
            <a:endCxn id="26" idx="3"/>
          </p:cNvCxnSpPr>
          <p:nvPr/>
        </p:nvCxnSpPr>
        <p:spPr>
          <a:xfrm flipH="1">
            <a:off x="7513127" y="2949227"/>
            <a:ext cx="2637331" cy="0"/>
          </a:xfrm>
          <a:prstGeom prst="straightConnector1">
            <a:avLst/>
          </a:prstGeom>
          <a:ln w="12700">
            <a:solidFill>
              <a:schemeClr val="tx1">
                <a:lumMod val="10000"/>
                <a:lumOff val="90000"/>
              </a:schemeClr>
            </a:solidFill>
            <a:tailEnd type="triangle" w="med" len="lg"/>
          </a:ln>
          <a:effectLst/>
        </p:spPr>
        <p:style>
          <a:lnRef idx="2">
            <a:schemeClr val="accent1"/>
          </a:lnRef>
          <a:fillRef idx="0">
            <a:schemeClr val="accent1"/>
          </a:fillRef>
          <a:effectRef idx="1">
            <a:schemeClr val="accent1"/>
          </a:effectRef>
          <a:fontRef idx="minor">
            <a:schemeClr val="tx1"/>
          </a:fontRef>
        </p:style>
      </p:cxnSp>
      <p:cxnSp>
        <p:nvCxnSpPr>
          <p:cNvPr id="62" name="カギ線コネクタ 29">
            <a:extLst>
              <a:ext uri="{FF2B5EF4-FFF2-40B4-BE49-F238E27FC236}">
                <a16:creationId xmlns:a16="http://schemas.microsoft.com/office/drawing/2014/main" id="{E333862F-A3B7-BDB6-D5C8-823D56B78C2C}"/>
              </a:ext>
            </a:extLst>
          </p:cNvPr>
          <p:cNvCxnSpPr>
            <a:cxnSpLocks/>
            <a:stCxn id="26" idx="1"/>
            <a:endCxn id="25" idx="7"/>
          </p:cNvCxnSpPr>
          <p:nvPr/>
        </p:nvCxnSpPr>
        <p:spPr>
          <a:xfrm flipH="1">
            <a:off x="2149169" y="2949227"/>
            <a:ext cx="4835959" cy="2500"/>
          </a:xfrm>
          <a:prstGeom prst="straightConnector1">
            <a:avLst/>
          </a:prstGeom>
          <a:ln w="12700">
            <a:solidFill>
              <a:schemeClr val="tx1">
                <a:lumMod val="10000"/>
                <a:lumOff val="90000"/>
              </a:schemeClr>
            </a:solidFill>
            <a:tailEnd type="triangle" w="med" len="lg"/>
          </a:ln>
          <a:effectLst/>
        </p:spPr>
        <p:style>
          <a:lnRef idx="2">
            <a:schemeClr val="accent1"/>
          </a:lnRef>
          <a:fillRef idx="0">
            <a:schemeClr val="accent1"/>
          </a:fillRef>
          <a:effectRef idx="1">
            <a:schemeClr val="accent1"/>
          </a:effectRef>
          <a:fontRef idx="minor">
            <a:schemeClr val="tx1"/>
          </a:fontRef>
        </p:style>
      </p:cxnSp>
      <p:sp>
        <p:nvSpPr>
          <p:cNvPr id="63" name="TextBox 64">
            <a:extLst>
              <a:ext uri="{FF2B5EF4-FFF2-40B4-BE49-F238E27FC236}">
                <a16:creationId xmlns:a16="http://schemas.microsoft.com/office/drawing/2014/main" id="{CFB43E38-CB80-CE88-F383-ABB80D35D823}"/>
              </a:ext>
            </a:extLst>
          </p:cNvPr>
          <p:cNvSpPr txBox="1"/>
          <p:nvPr/>
        </p:nvSpPr>
        <p:spPr>
          <a:xfrm>
            <a:off x="9344319" y="2583479"/>
            <a:ext cx="375103" cy="318100"/>
          </a:xfrm>
          <a:prstGeom prst="rect">
            <a:avLst/>
          </a:prstGeom>
          <a:noFill/>
        </p:spPr>
        <p:txBody>
          <a:bodyPr wrap="none" lIns="0" rIns="0" rtlCol="0" anchor="t">
            <a:spAutoFit/>
          </a:bodyPr>
          <a:lstStyle/>
          <a:p>
            <a:pPr algn="ctr" defTabSz="609585"/>
            <a:r>
              <a:rPr lang="ja-JP" altLang="en-US" sz="1467">
                <a:solidFill>
                  <a:srgbClr val="FFFFFF"/>
                </a:solidFill>
                <a:latin typeface="メイリオ"/>
                <a:ea typeface="メイリオ"/>
              </a:rPr>
              <a:t>質問</a:t>
            </a:r>
            <a:endParaRPr lang="en-JP" sz="1467" dirty="0">
              <a:solidFill>
                <a:srgbClr val="FFFFFF"/>
              </a:solidFill>
              <a:latin typeface="メイリオ"/>
              <a:ea typeface="メイリオ"/>
            </a:endParaRPr>
          </a:p>
        </p:txBody>
      </p:sp>
      <p:sp>
        <p:nvSpPr>
          <p:cNvPr id="64" name="TextBox 64">
            <a:extLst>
              <a:ext uri="{FF2B5EF4-FFF2-40B4-BE49-F238E27FC236}">
                <a16:creationId xmlns:a16="http://schemas.microsoft.com/office/drawing/2014/main" id="{DF3AA7CD-6863-8B3E-A2B0-07950EEDF331}"/>
              </a:ext>
            </a:extLst>
          </p:cNvPr>
          <p:cNvSpPr txBox="1"/>
          <p:nvPr/>
        </p:nvSpPr>
        <p:spPr>
          <a:xfrm>
            <a:off x="3373182" y="2583479"/>
            <a:ext cx="1630254" cy="318100"/>
          </a:xfrm>
          <a:prstGeom prst="rect">
            <a:avLst/>
          </a:prstGeom>
          <a:noFill/>
        </p:spPr>
        <p:txBody>
          <a:bodyPr wrap="none" lIns="0" rIns="0" rtlCol="0" anchor="t">
            <a:spAutoFit/>
          </a:bodyPr>
          <a:lstStyle/>
          <a:p>
            <a:pPr algn="ctr" defTabSz="609585"/>
            <a:r>
              <a:rPr lang="ja-JP" altLang="en-US" sz="1467">
                <a:solidFill>
                  <a:srgbClr val="FFFFFF"/>
                </a:solidFill>
                <a:latin typeface="メイリオ"/>
                <a:ea typeface="メイリオ"/>
              </a:rPr>
              <a:t>プロンプト</a:t>
            </a:r>
            <a:r>
              <a:rPr lang="en-US" altLang="ja-JP" sz="1467" dirty="0">
                <a:solidFill>
                  <a:srgbClr val="FFFFFF"/>
                </a:solidFill>
                <a:latin typeface="メイリオ"/>
                <a:ea typeface="メイリオ"/>
              </a:rPr>
              <a:t>(≒</a:t>
            </a:r>
            <a:r>
              <a:rPr lang="ja-JP" altLang="en-US" sz="1467">
                <a:solidFill>
                  <a:srgbClr val="FFFFFF"/>
                </a:solidFill>
                <a:latin typeface="メイリオ"/>
                <a:ea typeface="メイリオ"/>
              </a:rPr>
              <a:t>質問</a:t>
            </a:r>
            <a:r>
              <a:rPr lang="en-US" altLang="ja-JP" sz="1467" dirty="0">
                <a:solidFill>
                  <a:srgbClr val="FFFFFF"/>
                </a:solidFill>
                <a:latin typeface="メイリオ"/>
                <a:ea typeface="メイリオ"/>
              </a:rPr>
              <a:t>)</a:t>
            </a:r>
            <a:endParaRPr lang="en-JP" sz="1467" dirty="0">
              <a:solidFill>
                <a:srgbClr val="FFFFFF"/>
              </a:solidFill>
              <a:latin typeface="メイリオ"/>
              <a:ea typeface="メイリオ"/>
            </a:endParaRPr>
          </a:p>
        </p:txBody>
      </p:sp>
      <p:cxnSp>
        <p:nvCxnSpPr>
          <p:cNvPr id="65" name="カギ線コネクタ 29">
            <a:extLst>
              <a:ext uri="{FF2B5EF4-FFF2-40B4-BE49-F238E27FC236}">
                <a16:creationId xmlns:a16="http://schemas.microsoft.com/office/drawing/2014/main" id="{D1F4414D-602B-46A6-50A9-CBEA8E978348}"/>
              </a:ext>
            </a:extLst>
          </p:cNvPr>
          <p:cNvCxnSpPr>
            <a:cxnSpLocks/>
            <a:stCxn id="54" idx="1"/>
            <a:endCxn id="53" idx="7"/>
          </p:cNvCxnSpPr>
          <p:nvPr/>
        </p:nvCxnSpPr>
        <p:spPr>
          <a:xfrm flipH="1">
            <a:off x="2149169" y="5401839"/>
            <a:ext cx="4835959" cy="2500"/>
          </a:xfrm>
          <a:prstGeom prst="straightConnector1">
            <a:avLst/>
          </a:prstGeom>
          <a:ln w="12700">
            <a:solidFill>
              <a:schemeClr val="tx1">
                <a:lumMod val="10000"/>
                <a:lumOff val="90000"/>
              </a:schemeClr>
            </a:solidFill>
            <a:tailEnd type="triangle" w="med" len="lg"/>
          </a:ln>
          <a:effectLst/>
        </p:spPr>
        <p:style>
          <a:lnRef idx="2">
            <a:schemeClr val="accent1"/>
          </a:lnRef>
          <a:fillRef idx="0">
            <a:schemeClr val="accent1"/>
          </a:fillRef>
          <a:effectRef idx="1">
            <a:schemeClr val="accent1"/>
          </a:effectRef>
          <a:fontRef idx="minor">
            <a:schemeClr val="tx1"/>
          </a:fontRef>
        </p:style>
      </p:cxnSp>
      <p:cxnSp>
        <p:nvCxnSpPr>
          <p:cNvPr id="66" name="カギ線コネクタ 29">
            <a:extLst>
              <a:ext uri="{FF2B5EF4-FFF2-40B4-BE49-F238E27FC236}">
                <a16:creationId xmlns:a16="http://schemas.microsoft.com/office/drawing/2014/main" id="{CE1BE9F4-A09D-63D1-0CCC-C009073E5F4F}"/>
              </a:ext>
            </a:extLst>
          </p:cNvPr>
          <p:cNvCxnSpPr>
            <a:cxnSpLocks/>
            <a:stCxn id="56" idx="3"/>
            <a:endCxn id="54" idx="3"/>
          </p:cNvCxnSpPr>
          <p:nvPr/>
        </p:nvCxnSpPr>
        <p:spPr>
          <a:xfrm flipH="1">
            <a:off x="7513127" y="5401839"/>
            <a:ext cx="2637331" cy="0"/>
          </a:xfrm>
          <a:prstGeom prst="straightConnector1">
            <a:avLst/>
          </a:prstGeom>
          <a:ln w="12700">
            <a:solidFill>
              <a:schemeClr val="tx1">
                <a:lumMod val="10000"/>
                <a:lumOff val="90000"/>
              </a:schemeClr>
            </a:solidFill>
            <a:tailEnd type="triangle" w="med" len="lg"/>
          </a:ln>
          <a:effectLst/>
        </p:spPr>
        <p:style>
          <a:lnRef idx="2">
            <a:schemeClr val="accent1"/>
          </a:lnRef>
          <a:fillRef idx="0">
            <a:schemeClr val="accent1"/>
          </a:fillRef>
          <a:effectRef idx="1">
            <a:schemeClr val="accent1"/>
          </a:effectRef>
          <a:fontRef idx="minor">
            <a:schemeClr val="tx1"/>
          </a:fontRef>
        </p:style>
      </p:cxnSp>
      <p:sp>
        <p:nvSpPr>
          <p:cNvPr id="67" name="TextBox 64">
            <a:extLst>
              <a:ext uri="{FF2B5EF4-FFF2-40B4-BE49-F238E27FC236}">
                <a16:creationId xmlns:a16="http://schemas.microsoft.com/office/drawing/2014/main" id="{F4D8789B-1DA0-9BFA-9DCF-883358FC1C59}"/>
              </a:ext>
            </a:extLst>
          </p:cNvPr>
          <p:cNvSpPr txBox="1"/>
          <p:nvPr/>
        </p:nvSpPr>
        <p:spPr>
          <a:xfrm>
            <a:off x="2604543" y="5055440"/>
            <a:ext cx="3167534" cy="318100"/>
          </a:xfrm>
          <a:prstGeom prst="rect">
            <a:avLst/>
          </a:prstGeom>
          <a:noFill/>
        </p:spPr>
        <p:txBody>
          <a:bodyPr wrap="none" lIns="0" rIns="0" rtlCol="0" anchor="t">
            <a:spAutoFit/>
          </a:bodyPr>
          <a:lstStyle/>
          <a:p>
            <a:pPr algn="ctr" defTabSz="609585"/>
            <a:r>
              <a:rPr lang="ja-JP" altLang="en-US" sz="1467">
                <a:solidFill>
                  <a:srgbClr val="FFFFFF"/>
                </a:solidFill>
                <a:latin typeface="メイリオ"/>
                <a:ea typeface="メイリオ"/>
              </a:rPr>
              <a:t>プロンプト</a:t>
            </a:r>
            <a:r>
              <a:rPr lang="en-US" altLang="ja-JP" sz="1467" dirty="0">
                <a:solidFill>
                  <a:srgbClr val="FFFFFF"/>
                </a:solidFill>
                <a:latin typeface="メイリオ"/>
                <a:ea typeface="メイリオ"/>
              </a:rPr>
              <a:t>(</a:t>
            </a:r>
            <a:r>
              <a:rPr lang="ja-JP" altLang="en-US" sz="1467">
                <a:solidFill>
                  <a:srgbClr val="FFFFFF"/>
                </a:solidFill>
                <a:latin typeface="メイリオ"/>
                <a:ea typeface="メイリオ"/>
              </a:rPr>
              <a:t>「ナレッジ」と「質問」</a:t>
            </a:r>
            <a:r>
              <a:rPr lang="en-US" altLang="ja-JP" sz="1467" dirty="0">
                <a:solidFill>
                  <a:srgbClr val="FFFFFF"/>
                </a:solidFill>
                <a:latin typeface="メイリオ"/>
                <a:ea typeface="メイリオ"/>
              </a:rPr>
              <a:t>)</a:t>
            </a:r>
            <a:endParaRPr lang="en-JP" sz="1467" dirty="0">
              <a:solidFill>
                <a:srgbClr val="FFFFFF"/>
              </a:solidFill>
              <a:latin typeface="メイリオ"/>
              <a:ea typeface="メイリオ"/>
            </a:endParaRPr>
          </a:p>
        </p:txBody>
      </p:sp>
      <p:cxnSp>
        <p:nvCxnSpPr>
          <p:cNvPr id="68" name="カギ線コネクタ 29">
            <a:extLst>
              <a:ext uri="{FF2B5EF4-FFF2-40B4-BE49-F238E27FC236}">
                <a16:creationId xmlns:a16="http://schemas.microsoft.com/office/drawing/2014/main" id="{C3CD1CBE-70CB-E5AE-8452-F6B96C8EB47A}"/>
              </a:ext>
            </a:extLst>
          </p:cNvPr>
          <p:cNvCxnSpPr>
            <a:cxnSpLocks/>
          </p:cNvCxnSpPr>
          <p:nvPr/>
        </p:nvCxnSpPr>
        <p:spPr>
          <a:xfrm flipV="1">
            <a:off x="7428858" y="4878676"/>
            <a:ext cx="1" cy="259163"/>
          </a:xfrm>
          <a:prstGeom prst="straightConnector1">
            <a:avLst/>
          </a:prstGeom>
          <a:ln w="12700">
            <a:solidFill>
              <a:schemeClr val="tx1">
                <a:lumMod val="10000"/>
                <a:lumOff val="90000"/>
              </a:schemeClr>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69" name="角丸四角形 92">
            <a:extLst>
              <a:ext uri="{FF2B5EF4-FFF2-40B4-BE49-F238E27FC236}">
                <a16:creationId xmlns:a16="http://schemas.microsoft.com/office/drawing/2014/main" id="{914EB135-6D62-41D8-ED3F-94BE7BBFC21F}"/>
              </a:ext>
            </a:extLst>
          </p:cNvPr>
          <p:cNvSpPr/>
          <p:nvPr/>
        </p:nvSpPr>
        <p:spPr>
          <a:xfrm>
            <a:off x="2613197" y="5569250"/>
            <a:ext cx="3612505" cy="859809"/>
          </a:xfrm>
          <a:prstGeom prst="wedgeRectCallout">
            <a:avLst>
              <a:gd name="adj1" fmla="val -56659"/>
              <a:gd name="adj2" fmla="val -35685"/>
            </a:avLst>
          </a:prstGeom>
          <a:solidFill>
            <a:schemeClr val="tx1">
              <a:lumMod val="10000"/>
              <a:lumOff val="90000"/>
            </a:schemeClr>
          </a:solidFill>
          <a:ln w="28575" cap="flat" cmpd="sng" algn="ctr">
            <a:solidFill>
              <a:srgbClr val="00B0F0"/>
            </a:solidFill>
            <a:prstDash val="solid"/>
          </a:ln>
          <a:effectLst/>
        </p:spPr>
        <p:txBody>
          <a:bodyPr vert="horz" wrap="square" lIns="48000" tIns="48000" rIns="48000" bIns="48000" rtlCol="0" anchor="ctr"/>
          <a:lstStyle/>
          <a:p>
            <a:pPr algn="ctr" defTabSz="1219170">
              <a:defRPr/>
            </a:pPr>
            <a:r>
              <a:rPr kumimoji="1" lang="ja-JP" altLang="en-US" sz="1600" b="1" kern="0">
                <a:solidFill>
                  <a:srgbClr val="0432FF"/>
                </a:solidFill>
                <a:latin typeface="メイリオ"/>
                <a:ea typeface="メイリオ"/>
                <a:cs typeface="メイリオ"/>
              </a:rPr>
              <a:t>ナレッジのプロンプト組入れにより：</a:t>
            </a:r>
            <a:endParaRPr kumimoji="1" lang="en-US" altLang="ja-JP" sz="1600" b="1" kern="0" dirty="0">
              <a:solidFill>
                <a:srgbClr val="0432FF"/>
              </a:solidFill>
              <a:latin typeface="メイリオ"/>
              <a:ea typeface="メイリオ"/>
              <a:cs typeface="メイリオ"/>
            </a:endParaRPr>
          </a:p>
          <a:p>
            <a:pPr marL="304792" indent="-304792" defTabSz="1219170">
              <a:buFont typeface="+mj-lt"/>
              <a:buAutoNum type="arabicPeriod"/>
              <a:defRPr/>
            </a:pPr>
            <a:r>
              <a:rPr kumimoji="1" lang="en-US" altLang="ja-JP" sz="1600" b="1" kern="0" dirty="0">
                <a:solidFill>
                  <a:srgbClr val="0432FF"/>
                </a:solidFill>
                <a:latin typeface="メイリオ"/>
                <a:ea typeface="メイリオ"/>
                <a:cs typeface="メイリオ"/>
              </a:rPr>
              <a:t>"</a:t>
            </a:r>
            <a:r>
              <a:rPr kumimoji="1" lang="ja-JP" altLang="en-US" sz="1600" b="1" kern="0">
                <a:solidFill>
                  <a:srgbClr val="0432FF"/>
                </a:solidFill>
                <a:latin typeface="メイリオ"/>
                <a:ea typeface="メイリオ"/>
                <a:cs typeface="メイリオ"/>
              </a:rPr>
              <a:t>幻覚</a:t>
            </a:r>
            <a:r>
              <a:rPr kumimoji="1" lang="en-US" altLang="ja-JP" sz="1600" b="1" kern="0" dirty="0">
                <a:solidFill>
                  <a:srgbClr val="0432FF"/>
                </a:solidFill>
                <a:latin typeface="メイリオ"/>
                <a:ea typeface="メイリオ"/>
                <a:cs typeface="メイリオ"/>
              </a:rPr>
              <a:t>"</a:t>
            </a:r>
            <a:r>
              <a:rPr kumimoji="1" lang="ja-JP" altLang="en-US" sz="1600" b="1" kern="0">
                <a:solidFill>
                  <a:srgbClr val="0432FF"/>
                </a:solidFill>
                <a:latin typeface="メイリオ"/>
                <a:ea typeface="メイリオ"/>
                <a:cs typeface="メイリオ"/>
              </a:rPr>
              <a:t>を なるべく 抑止</a:t>
            </a:r>
            <a:endParaRPr kumimoji="1" lang="en-US" altLang="ja-JP" sz="1600" b="1" kern="0" dirty="0">
              <a:solidFill>
                <a:srgbClr val="0432FF"/>
              </a:solidFill>
              <a:latin typeface="メイリオ"/>
              <a:ea typeface="メイリオ"/>
              <a:cs typeface="メイリオ"/>
            </a:endParaRPr>
          </a:p>
          <a:p>
            <a:pPr marL="304792" indent="-304792" defTabSz="1219170">
              <a:buFont typeface="+mj-lt"/>
              <a:buAutoNum type="arabicPeriod"/>
              <a:defRPr/>
            </a:pPr>
            <a:r>
              <a:rPr kumimoji="1" lang="ja-JP" altLang="en-US" sz="1600" b="1" kern="0">
                <a:solidFill>
                  <a:srgbClr val="0432FF"/>
                </a:solidFill>
                <a:latin typeface="メイリオ"/>
                <a:ea typeface="メイリオ"/>
                <a:cs typeface="メイリオ"/>
              </a:rPr>
              <a:t>事実に基づく回答</a:t>
            </a:r>
            <a:r>
              <a:rPr kumimoji="1" lang="en-US" altLang="ja-JP" sz="1600" b="1" kern="0" dirty="0">
                <a:solidFill>
                  <a:srgbClr val="0432FF"/>
                </a:solidFill>
                <a:latin typeface="メイリオ"/>
                <a:ea typeface="メイリオ"/>
                <a:cs typeface="メイリオ"/>
              </a:rPr>
              <a:t>(</a:t>
            </a:r>
            <a:r>
              <a:rPr kumimoji="1" lang="ja-JP" altLang="en-US" sz="1600" b="1" kern="0">
                <a:solidFill>
                  <a:srgbClr val="0432FF"/>
                </a:solidFill>
                <a:latin typeface="メイリオ"/>
                <a:ea typeface="メイリオ"/>
                <a:cs typeface="メイリオ"/>
              </a:rPr>
              <a:t>精度向上</a:t>
            </a:r>
            <a:r>
              <a:rPr kumimoji="1" lang="en-US" altLang="ja-JP" sz="1600" b="1" kern="0" dirty="0">
                <a:solidFill>
                  <a:srgbClr val="0432FF"/>
                </a:solidFill>
                <a:latin typeface="メイリオ"/>
                <a:ea typeface="メイリオ"/>
                <a:cs typeface="メイリオ"/>
              </a:rPr>
              <a:t>)</a:t>
            </a:r>
          </a:p>
        </p:txBody>
      </p:sp>
      <p:sp>
        <p:nvSpPr>
          <p:cNvPr id="70" name="TextBox 64">
            <a:extLst>
              <a:ext uri="{FF2B5EF4-FFF2-40B4-BE49-F238E27FC236}">
                <a16:creationId xmlns:a16="http://schemas.microsoft.com/office/drawing/2014/main" id="{FAAFB019-A246-B89D-5E66-B18E3AA443E2}"/>
              </a:ext>
            </a:extLst>
          </p:cNvPr>
          <p:cNvSpPr txBox="1"/>
          <p:nvPr/>
        </p:nvSpPr>
        <p:spPr>
          <a:xfrm>
            <a:off x="9344319" y="5010620"/>
            <a:ext cx="375103" cy="318100"/>
          </a:xfrm>
          <a:prstGeom prst="rect">
            <a:avLst/>
          </a:prstGeom>
          <a:noFill/>
        </p:spPr>
        <p:txBody>
          <a:bodyPr wrap="none" lIns="0" rIns="0" rtlCol="0" anchor="t">
            <a:spAutoFit/>
          </a:bodyPr>
          <a:lstStyle/>
          <a:p>
            <a:pPr algn="ctr" defTabSz="609585"/>
            <a:r>
              <a:rPr lang="ja-JP" altLang="en-US" sz="1467">
                <a:solidFill>
                  <a:srgbClr val="FFFFFF"/>
                </a:solidFill>
                <a:latin typeface="メイリオ"/>
                <a:ea typeface="メイリオ"/>
              </a:rPr>
              <a:t>質問</a:t>
            </a:r>
            <a:endParaRPr lang="en-JP" sz="1467" dirty="0">
              <a:solidFill>
                <a:srgbClr val="FFFFFF"/>
              </a:solidFill>
              <a:latin typeface="メイリオ"/>
              <a:ea typeface="メイリオ"/>
            </a:endParaRPr>
          </a:p>
        </p:txBody>
      </p:sp>
      <p:sp>
        <p:nvSpPr>
          <p:cNvPr id="71" name="TextBox 64">
            <a:extLst>
              <a:ext uri="{FF2B5EF4-FFF2-40B4-BE49-F238E27FC236}">
                <a16:creationId xmlns:a16="http://schemas.microsoft.com/office/drawing/2014/main" id="{EB212768-9703-3DDA-7C34-50F175A230DA}"/>
              </a:ext>
            </a:extLst>
          </p:cNvPr>
          <p:cNvSpPr txBox="1"/>
          <p:nvPr/>
        </p:nvSpPr>
        <p:spPr>
          <a:xfrm>
            <a:off x="10035363" y="3226998"/>
            <a:ext cx="750205" cy="318100"/>
          </a:xfrm>
          <a:prstGeom prst="rect">
            <a:avLst/>
          </a:prstGeom>
          <a:noFill/>
        </p:spPr>
        <p:txBody>
          <a:bodyPr wrap="none" lIns="0" rIns="0" rtlCol="0" anchor="t">
            <a:spAutoFit/>
          </a:bodyPr>
          <a:lstStyle/>
          <a:p>
            <a:pPr algn="ctr" defTabSz="609585"/>
            <a:r>
              <a:rPr lang="ja-JP" altLang="en-US" sz="1467">
                <a:solidFill>
                  <a:srgbClr val="FFFFFF"/>
                </a:solidFill>
                <a:latin typeface="メイリオ"/>
                <a:ea typeface="メイリオ"/>
              </a:rPr>
              <a:t>ユーザー</a:t>
            </a:r>
            <a:endParaRPr lang="en-JP" sz="1467" dirty="0">
              <a:solidFill>
                <a:srgbClr val="FFFFFF"/>
              </a:solidFill>
              <a:latin typeface="メイリオ"/>
              <a:ea typeface="メイリオ"/>
            </a:endParaRPr>
          </a:p>
        </p:txBody>
      </p:sp>
      <p:sp>
        <p:nvSpPr>
          <p:cNvPr id="72" name="TextBox 64">
            <a:extLst>
              <a:ext uri="{FF2B5EF4-FFF2-40B4-BE49-F238E27FC236}">
                <a16:creationId xmlns:a16="http://schemas.microsoft.com/office/drawing/2014/main" id="{E5A351FD-AB8E-7C5B-10D3-DF29E501B584}"/>
              </a:ext>
            </a:extLst>
          </p:cNvPr>
          <p:cNvSpPr txBox="1"/>
          <p:nvPr/>
        </p:nvSpPr>
        <p:spPr>
          <a:xfrm>
            <a:off x="10035367" y="5679610"/>
            <a:ext cx="750205" cy="318100"/>
          </a:xfrm>
          <a:prstGeom prst="rect">
            <a:avLst/>
          </a:prstGeom>
          <a:noFill/>
        </p:spPr>
        <p:txBody>
          <a:bodyPr wrap="none" lIns="0" rIns="0" rtlCol="0" anchor="t">
            <a:spAutoFit/>
          </a:bodyPr>
          <a:lstStyle/>
          <a:p>
            <a:pPr algn="ctr" defTabSz="609585"/>
            <a:r>
              <a:rPr lang="ja-JP" altLang="en-US" sz="1467">
                <a:solidFill>
                  <a:srgbClr val="FFFFFF"/>
                </a:solidFill>
                <a:latin typeface="メイリオ"/>
                <a:ea typeface="メイリオ"/>
              </a:rPr>
              <a:t>ユーザー</a:t>
            </a:r>
            <a:endParaRPr lang="en-JP" sz="1467" dirty="0">
              <a:solidFill>
                <a:srgbClr val="FFFFFF"/>
              </a:solidFill>
              <a:latin typeface="メイリオ"/>
              <a:ea typeface="メイリオ"/>
            </a:endParaRPr>
          </a:p>
        </p:txBody>
      </p:sp>
      <p:cxnSp>
        <p:nvCxnSpPr>
          <p:cNvPr id="73" name="カギ線コネクタ 29">
            <a:extLst>
              <a:ext uri="{FF2B5EF4-FFF2-40B4-BE49-F238E27FC236}">
                <a16:creationId xmlns:a16="http://schemas.microsoft.com/office/drawing/2014/main" id="{3A0781F8-DE8C-9B80-17AE-0F2BF025B581}"/>
              </a:ext>
            </a:extLst>
          </p:cNvPr>
          <p:cNvCxnSpPr>
            <a:cxnSpLocks/>
          </p:cNvCxnSpPr>
          <p:nvPr/>
        </p:nvCxnSpPr>
        <p:spPr>
          <a:xfrm flipV="1">
            <a:off x="7125506" y="4878676"/>
            <a:ext cx="1" cy="259163"/>
          </a:xfrm>
          <a:prstGeom prst="straightConnector1">
            <a:avLst/>
          </a:prstGeom>
          <a:ln w="12700">
            <a:solidFill>
              <a:schemeClr val="tx1">
                <a:lumMod val="10000"/>
                <a:lumOff val="90000"/>
              </a:schemeClr>
            </a:solidFill>
            <a:headEnd type="triangle" w="med" len="med"/>
            <a:tailEnd type="none" w="med" len="med"/>
          </a:ln>
          <a:effectLst/>
        </p:spPr>
        <p:style>
          <a:lnRef idx="2">
            <a:schemeClr val="accent1"/>
          </a:lnRef>
          <a:fillRef idx="0">
            <a:schemeClr val="accent1"/>
          </a:fillRef>
          <a:effectRef idx="1">
            <a:schemeClr val="accent1"/>
          </a:effectRef>
          <a:fontRef idx="minor">
            <a:schemeClr val="tx1"/>
          </a:fontRef>
        </p:style>
      </p:cxnSp>
      <p:sp>
        <p:nvSpPr>
          <p:cNvPr id="74" name="TextBox 64">
            <a:extLst>
              <a:ext uri="{FF2B5EF4-FFF2-40B4-BE49-F238E27FC236}">
                <a16:creationId xmlns:a16="http://schemas.microsoft.com/office/drawing/2014/main" id="{5102814C-89C0-94F8-FAC6-5CE37BE9635B}"/>
              </a:ext>
            </a:extLst>
          </p:cNvPr>
          <p:cNvSpPr txBox="1"/>
          <p:nvPr/>
        </p:nvSpPr>
        <p:spPr>
          <a:xfrm>
            <a:off x="7533586" y="4836129"/>
            <a:ext cx="1125308" cy="482312"/>
          </a:xfrm>
          <a:prstGeom prst="rect">
            <a:avLst/>
          </a:prstGeom>
          <a:noFill/>
        </p:spPr>
        <p:txBody>
          <a:bodyPr wrap="none" lIns="0" rIns="0" rtlCol="0" anchor="t">
            <a:spAutoFit/>
          </a:bodyPr>
          <a:lstStyle/>
          <a:p>
            <a:pPr algn="ctr" defTabSz="609585"/>
            <a:r>
              <a:rPr lang="ja-JP" altLang="en-US" sz="1467">
                <a:solidFill>
                  <a:srgbClr val="FFFFFF"/>
                </a:solidFill>
                <a:latin typeface="メイリオ"/>
                <a:ea typeface="メイリオ"/>
              </a:rPr>
              <a:t>ナレッジ検索</a:t>
            </a:r>
            <a:br>
              <a:rPr lang="en-US" altLang="ja-JP" sz="1467" dirty="0">
                <a:solidFill>
                  <a:srgbClr val="FFFFFF"/>
                </a:solidFill>
                <a:latin typeface="メイリオ"/>
                <a:ea typeface="メイリオ"/>
              </a:rPr>
            </a:br>
            <a:r>
              <a:rPr lang="en-US" altLang="ja-JP" sz="1067" dirty="0">
                <a:solidFill>
                  <a:srgbClr val="FFFFFF"/>
                </a:solidFill>
                <a:latin typeface="メイリオ"/>
                <a:ea typeface="メイリオ"/>
              </a:rPr>
              <a:t>(</a:t>
            </a:r>
            <a:r>
              <a:rPr lang="ja-JP" altLang="en-US" sz="1067">
                <a:solidFill>
                  <a:srgbClr val="002D43">
                    <a:lumMod val="10000"/>
                    <a:lumOff val="90000"/>
                  </a:srgbClr>
                </a:solidFill>
                <a:latin typeface="メイリオ"/>
                <a:ea typeface="メイリオ"/>
              </a:rPr>
              <a:t>類似性検索</a:t>
            </a:r>
            <a:r>
              <a:rPr lang="en-US" altLang="ja-JP" sz="1067" dirty="0">
                <a:solidFill>
                  <a:srgbClr val="FFFFFF"/>
                </a:solidFill>
                <a:latin typeface="メイリオ"/>
                <a:ea typeface="メイリオ"/>
              </a:rPr>
              <a:t>)</a:t>
            </a:r>
            <a:endParaRPr lang="en-JP" sz="1067" dirty="0">
              <a:solidFill>
                <a:srgbClr val="FFFFFF"/>
              </a:solidFill>
              <a:latin typeface="メイリオ"/>
              <a:ea typeface="メイリオ"/>
            </a:endParaRPr>
          </a:p>
        </p:txBody>
      </p:sp>
      <p:sp>
        <p:nvSpPr>
          <p:cNvPr id="75" name="TextBox 64">
            <a:extLst>
              <a:ext uri="{FF2B5EF4-FFF2-40B4-BE49-F238E27FC236}">
                <a16:creationId xmlns:a16="http://schemas.microsoft.com/office/drawing/2014/main" id="{B92CEDD0-EF0B-80E5-1CC5-643405C55E62}"/>
              </a:ext>
            </a:extLst>
          </p:cNvPr>
          <p:cNvSpPr txBox="1"/>
          <p:nvPr/>
        </p:nvSpPr>
        <p:spPr>
          <a:xfrm>
            <a:off x="6210580" y="4836129"/>
            <a:ext cx="750205" cy="482312"/>
          </a:xfrm>
          <a:prstGeom prst="rect">
            <a:avLst/>
          </a:prstGeom>
          <a:noFill/>
        </p:spPr>
        <p:txBody>
          <a:bodyPr wrap="none" lIns="0" rIns="0" rtlCol="0" anchor="t">
            <a:spAutoFit/>
          </a:bodyPr>
          <a:lstStyle/>
          <a:p>
            <a:pPr algn="ctr" defTabSz="609585"/>
            <a:r>
              <a:rPr lang="ja-JP" altLang="en-US" sz="1467">
                <a:solidFill>
                  <a:srgbClr val="FFFFFF"/>
                </a:solidFill>
                <a:latin typeface="メイリオ"/>
                <a:ea typeface="メイリオ"/>
              </a:rPr>
              <a:t>ナレッジ</a:t>
            </a:r>
            <a:br>
              <a:rPr lang="en-US" altLang="ja-JP" sz="1467" dirty="0">
                <a:solidFill>
                  <a:srgbClr val="FFFFFF"/>
                </a:solidFill>
                <a:latin typeface="メイリオ"/>
                <a:ea typeface="メイリオ"/>
              </a:rPr>
            </a:br>
            <a:r>
              <a:rPr lang="en-US" altLang="ja-JP" sz="1067" dirty="0">
                <a:solidFill>
                  <a:srgbClr val="FFFFFF"/>
                </a:solidFill>
                <a:latin typeface="メイリオ"/>
                <a:ea typeface="メイリオ"/>
              </a:rPr>
              <a:t>(</a:t>
            </a:r>
            <a:r>
              <a:rPr lang="ja-JP" altLang="en-US" sz="1067">
                <a:solidFill>
                  <a:srgbClr val="002D43">
                    <a:lumMod val="10000"/>
                    <a:lumOff val="90000"/>
                  </a:srgbClr>
                </a:solidFill>
                <a:latin typeface="メイリオ"/>
                <a:ea typeface="メイリオ"/>
              </a:rPr>
              <a:t>類似結果</a:t>
            </a:r>
            <a:r>
              <a:rPr lang="en-US" altLang="ja-JP" sz="1067" dirty="0">
                <a:solidFill>
                  <a:srgbClr val="FFFFFF"/>
                </a:solidFill>
                <a:latin typeface="メイリオ"/>
                <a:ea typeface="メイリオ"/>
              </a:rPr>
              <a:t>)</a:t>
            </a:r>
            <a:endParaRPr lang="en-JP" sz="1467" dirty="0">
              <a:solidFill>
                <a:srgbClr val="FFFFFF"/>
              </a:solidFill>
              <a:latin typeface="メイリオ"/>
              <a:ea typeface="メイリオ"/>
            </a:endParaRPr>
          </a:p>
        </p:txBody>
      </p:sp>
    </p:spTree>
    <p:extLst>
      <p:ext uri="{BB962C8B-B14F-4D97-AF65-F5344CB8AC3E}">
        <p14:creationId xmlns:p14="http://schemas.microsoft.com/office/powerpoint/2010/main" val="23347312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D919E6A-493C-4238-8F53-85BFFFD9632D}"/>
              </a:ext>
            </a:extLst>
          </p:cNvPr>
          <p:cNvSpPr>
            <a:spLocks noGrp="1"/>
          </p:cNvSpPr>
          <p:nvPr>
            <p:ph type="title"/>
          </p:nvPr>
        </p:nvSpPr>
        <p:spPr/>
        <p:txBody>
          <a:bodyPr/>
          <a:lstStyle/>
          <a:p>
            <a:r>
              <a:rPr lang="en-US" altLang="ja-JP" dirty="0">
                <a:latin typeface="+mn-lt"/>
                <a:ea typeface="+mn-ea"/>
              </a:rPr>
              <a:t>RAG </a:t>
            </a:r>
            <a:r>
              <a:rPr lang="ja-JP" altLang="en-US">
                <a:latin typeface="+mn-lt"/>
                <a:ea typeface="+mn-ea"/>
              </a:rPr>
              <a:t>の仕組み</a:t>
            </a:r>
            <a:endParaRPr lang="en-US" dirty="0">
              <a:latin typeface="+mn-lt"/>
              <a:ea typeface="+mn-ea"/>
            </a:endParaRPr>
          </a:p>
        </p:txBody>
      </p:sp>
      <p:pic>
        <p:nvPicPr>
          <p:cNvPr id="2" name="Graphic 28">
            <a:extLst>
              <a:ext uri="{FF2B5EF4-FFF2-40B4-BE49-F238E27FC236}">
                <a16:creationId xmlns:a16="http://schemas.microsoft.com/office/drawing/2014/main" id="{A4360522-481D-294E-5C88-EFF637616F89}"/>
              </a:ext>
            </a:extLst>
          </p:cNvPr>
          <p:cNvPicPr>
            <a:picLocks noChangeAspect="1" noChangeArrowheads="1"/>
          </p:cNvPicPr>
          <p:nvPr/>
        </p:nvPicPr>
        <p:blipFill>
          <a:blip r:embed="rId3">
            <a:extLst>
              <a:ext uri="{96DAC541-7B7A-43D3-8B79-37D633B846F1}">
                <asvg:svgBlip xmlns:asvg="http://schemas.microsoft.com/office/drawing/2016/SVG/main" r:embed="rId4"/>
              </a:ext>
            </a:extLst>
          </a:blip>
          <a:srcRect/>
          <a:stretch/>
        </p:blipFill>
        <p:spPr bwMode="auto">
          <a:xfrm>
            <a:off x="9677453" y="2614287"/>
            <a:ext cx="791411" cy="7914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テキスト ボックス 5">
            <a:extLst>
              <a:ext uri="{FF2B5EF4-FFF2-40B4-BE49-F238E27FC236}">
                <a16:creationId xmlns:a16="http://schemas.microsoft.com/office/drawing/2014/main" id="{6A782852-1171-D887-D12F-DD46EEC2DE98}"/>
              </a:ext>
            </a:extLst>
          </p:cNvPr>
          <p:cNvSpPr txBox="1"/>
          <p:nvPr/>
        </p:nvSpPr>
        <p:spPr>
          <a:xfrm>
            <a:off x="9461789" y="3448935"/>
            <a:ext cx="1154162" cy="410882"/>
          </a:xfrm>
          <a:prstGeom prst="rect">
            <a:avLst/>
          </a:prstGeom>
          <a:noFill/>
        </p:spPr>
        <p:txBody>
          <a:bodyPr wrap="none" lIns="0" rIns="0" rtlCol="0">
            <a:spAutoFit/>
          </a:bodyPr>
          <a:lstStyle/>
          <a:p>
            <a:pPr algn="ctr">
              <a:lnSpc>
                <a:spcPct val="120000"/>
              </a:lnSpc>
            </a:pPr>
            <a:r>
              <a:rPr kumimoji="1" lang="ja-JP" altLang="en-US"/>
              <a:t>基盤モデル</a:t>
            </a:r>
            <a:endParaRPr kumimoji="1" lang="ja-JP" altLang="en-US" dirty="0"/>
          </a:p>
        </p:txBody>
      </p:sp>
      <p:sp>
        <p:nvSpPr>
          <p:cNvPr id="7" name="テキスト ボックス 6">
            <a:extLst>
              <a:ext uri="{FF2B5EF4-FFF2-40B4-BE49-F238E27FC236}">
                <a16:creationId xmlns:a16="http://schemas.microsoft.com/office/drawing/2014/main" id="{C85EA243-C3C8-A4CA-EBF6-0783D4967FED}"/>
              </a:ext>
            </a:extLst>
          </p:cNvPr>
          <p:cNvSpPr txBox="1"/>
          <p:nvPr/>
        </p:nvSpPr>
        <p:spPr>
          <a:xfrm>
            <a:off x="1363204" y="3540487"/>
            <a:ext cx="923330" cy="410882"/>
          </a:xfrm>
          <a:prstGeom prst="rect">
            <a:avLst/>
          </a:prstGeom>
          <a:noFill/>
        </p:spPr>
        <p:txBody>
          <a:bodyPr wrap="none" lIns="0" rIns="0" rtlCol="0">
            <a:spAutoFit/>
          </a:bodyPr>
          <a:lstStyle/>
          <a:p>
            <a:pPr algn="l">
              <a:lnSpc>
                <a:spcPct val="120000"/>
              </a:lnSpc>
            </a:pPr>
            <a:r>
              <a:rPr kumimoji="1" lang="ja-JP" altLang="en-US"/>
              <a:t>ユーザー</a:t>
            </a:r>
            <a:endParaRPr kumimoji="1" lang="ja-JP" altLang="en-US" dirty="0"/>
          </a:p>
        </p:txBody>
      </p:sp>
      <p:sp>
        <p:nvSpPr>
          <p:cNvPr id="8" name="テキスト ボックス 7">
            <a:extLst>
              <a:ext uri="{FF2B5EF4-FFF2-40B4-BE49-F238E27FC236}">
                <a16:creationId xmlns:a16="http://schemas.microsoft.com/office/drawing/2014/main" id="{B6F3B7AF-2FE8-FFE1-4F24-F08E23975DDB}"/>
              </a:ext>
            </a:extLst>
          </p:cNvPr>
          <p:cNvSpPr txBox="1"/>
          <p:nvPr/>
        </p:nvSpPr>
        <p:spPr>
          <a:xfrm>
            <a:off x="5155013" y="3525596"/>
            <a:ext cx="1846659" cy="410882"/>
          </a:xfrm>
          <a:prstGeom prst="rect">
            <a:avLst/>
          </a:prstGeom>
          <a:noFill/>
        </p:spPr>
        <p:txBody>
          <a:bodyPr wrap="none" lIns="0" rIns="0" rtlCol="0">
            <a:spAutoFit/>
          </a:bodyPr>
          <a:lstStyle/>
          <a:p>
            <a:pPr algn="l">
              <a:lnSpc>
                <a:spcPct val="120000"/>
              </a:lnSpc>
            </a:pPr>
            <a:r>
              <a:rPr kumimoji="1" lang="ja-JP" altLang="en-US"/>
              <a:t>アプリケーション</a:t>
            </a:r>
            <a:endParaRPr kumimoji="1" lang="ja-JP" altLang="en-US" dirty="0"/>
          </a:p>
        </p:txBody>
      </p:sp>
      <p:sp>
        <p:nvSpPr>
          <p:cNvPr id="17" name="テキスト ボックス 16">
            <a:extLst>
              <a:ext uri="{FF2B5EF4-FFF2-40B4-BE49-F238E27FC236}">
                <a16:creationId xmlns:a16="http://schemas.microsoft.com/office/drawing/2014/main" id="{E94AE2C8-C60B-5DD5-9DE1-F37CB8A505C6}"/>
              </a:ext>
            </a:extLst>
          </p:cNvPr>
          <p:cNvSpPr txBox="1"/>
          <p:nvPr/>
        </p:nvSpPr>
        <p:spPr>
          <a:xfrm>
            <a:off x="5304329" y="5550035"/>
            <a:ext cx="1384995" cy="410882"/>
          </a:xfrm>
          <a:prstGeom prst="rect">
            <a:avLst/>
          </a:prstGeom>
          <a:noFill/>
        </p:spPr>
        <p:txBody>
          <a:bodyPr wrap="none" lIns="0" rIns="0" rtlCol="0">
            <a:spAutoFit/>
          </a:bodyPr>
          <a:lstStyle/>
          <a:p>
            <a:pPr algn="l">
              <a:lnSpc>
                <a:spcPct val="120000"/>
              </a:lnSpc>
            </a:pPr>
            <a:r>
              <a:rPr kumimoji="1" lang="ja-JP" altLang="en-US"/>
              <a:t>検索エンジン</a:t>
            </a:r>
            <a:endParaRPr kumimoji="1" lang="ja-JP" altLang="en-US" dirty="0"/>
          </a:p>
        </p:txBody>
      </p:sp>
      <p:pic>
        <p:nvPicPr>
          <p:cNvPr id="25" name="Graphic 22" descr="User resource icon for the General Icons category.">
            <a:extLst>
              <a:ext uri="{FF2B5EF4-FFF2-40B4-BE49-F238E27FC236}">
                <a16:creationId xmlns:a16="http://schemas.microsoft.com/office/drawing/2014/main" id="{24A5C8AA-561C-6D76-CAB3-76502E517337}"/>
              </a:ext>
            </a:extLst>
          </p:cNvPr>
          <p:cNvPicPr>
            <a:picLocks noChangeAspect="1" noChangeArrowheads="1"/>
          </p:cNvPicPr>
          <p:nvPr/>
        </p:nvPicPr>
        <p:blipFill>
          <a:blip r:embed="rId5">
            <a:extLst>
              <a:ext uri="{96DAC541-7B7A-43D3-8B79-37D633B846F1}">
                <asvg:svgBlip xmlns:asvg="http://schemas.microsoft.com/office/drawing/2016/SVG/main" r:embed="rId6"/>
              </a:ext>
            </a:extLst>
          </a:blip>
          <a:srcRect/>
          <a:stretch/>
        </p:blipFill>
        <p:spPr bwMode="auto">
          <a:xfrm>
            <a:off x="1375349" y="2657524"/>
            <a:ext cx="798661" cy="7986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6" name="Graphic 8" descr="Generic application resource icon for the General Icons category.">
            <a:extLst>
              <a:ext uri="{FF2B5EF4-FFF2-40B4-BE49-F238E27FC236}">
                <a16:creationId xmlns:a16="http://schemas.microsoft.com/office/drawing/2014/main" id="{EFABA795-39EC-754E-6CE7-7DAA8CB8A553}"/>
              </a:ext>
            </a:extLst>
          </p:cNvPr>
          <p:cNvPicPr>
            <a:picLocks noChangeAspect="1" noChangeArrowheads="1"/>
          </p:cNvPicPr>
          <p:nvPr/>
        </p:nvPicPr>
        <p:blipFill>
          <a:blip r:embed="rId7">
            <a:extLst>
              <a:ext uri="{96DAC541-7B7A-43D3-8B79-37D633B846F1}">
                <asvg:svgBlip xmlns:asvg="http://schemas.microsoft.com/office/drawing/2016/SVG/main" r:embed="rId8"/>
              </a:ext>
            </a:extLst>
          </a:blip>
          <a:srcRect/>
          <a:stretch/>
        </p:blipFill>
        <p:spPr bwMode="auto">
          <a:xfrm>
            <a:off x="5699950" y="2758119"/>
            <a:ext cx="640967" cy="6409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7" name="Graphic 46" descr="Database resource icon for the General Icons category.">
            <a:extLst>
              <a:ext uri="{FF2B5EF4-FFF2-40B4-BE49-F238E27FC236}">
                <a16:creationId xmlns:a16="http://schemas.microsoft.com/office/drawing/2014/main" id="{2827A9A3-ED00-818C-0734-9D5C67FDA9A8}"/>
              </a:ext>
            </a:extLst>
          </p:cNvPr>
          <p:cNvPicPr>
            <a:picLocks noChangeAspect="1"/>
          </p:cNvPicPr>
          <p:nvPr/>
        </p:nvPicPr>
        <p:blipFill>
          <a:blip r:embed="rId9">
            <a:extLst>
              <a:ext uri="{96DAC541-7B7A-43D3-8B79-37D633B846F1}">
                <asvg:svgBlip xmlns:asvg="http://schemas.microsoft.com/office/drawing/2016/SVG/main" r:embed="rId10"/>
              </a:ext>
            </a:extLst>
          </a:blip>
          <a:srcRect/>
          <a:stretch/>
        </p:blipFill>
        <p:spPr>
          <a:xfrm>
            <a:off x="5614804" y="4757921"/>
            <a:ext cx="764047" cy="764047"/>
          </a:xfrm>
          <a:prstGeom prst="rect">
            <a:avLst/>
          </a:prstGeom>
        </p:spPr>
      </p:pic>
      <p:sp>
        <p:nvSpPr>
          <p:cNvPr id="28" name="コンテンツ プレースホルダー 2">
            <a:extLst>
              <a:ext uri="{FF2B5EF4-FFF2-40B4-BE49-F238E27FC236}">
                <a16:creationId xmlns:a16="http://schemas.microsoft.com/office/drawing/2014/main" id="{CBA99DC9-AAB8-86AD-FBDD-89992B01A54B}"/>
              </a:ext>
            </a:extLst>
          </p:cNvPr>
          <p:cNvSpPr txBox="1">
            <a:spLocks/>
          </p:cNvSpPr>
          <p:nvPr/>
        </p:nvSpPr>
        <p:spPr>
          <a:xfrm>
            <a:off x="801236" y="-1326344"/>
            <a:ext cx="7306101" cy="878702"/>
          </a:xfrm>
          <a:prstGeom prst="rect">
            <a:avLst/>
          </a:prstGeom>
        </p:spPr>
        <p:txBody>
          <a:bodyPr/>
          <a:lstStyle>
            <a:lvl1pPr marL="228600" indent="-228600" algn="l" defTabSz="914400" rtl="0" eaLnBrk="1" latinLnBrk="0" hangingPunct="1">
              <a:lnSpc>
                <a:spcPct val="90000"/>
              </a:lnSpc>
              <a:spcBef>
                <a:spcPts val="0"/>
              </a:spcBef>
              <a:spcAft>
                <a:spcPts val="1200"/>
              </a:spcAft>
              <a:buSzPct val="90000"/>
              <a:buFont typeface="Amazon Ember" panose="020B0603020204020204" pitchFamily="34" charset="0"/>
              <a:buChar char="•"/>
              <a:defRPr sz="2400" b="0" i="0" kern="1200">
                <a:solidFill>
                  <a:schemeClr val="tx1"/>
                </a:solidFill>
                <a:latin typeface="Amazon Ember Display" panose="020F0603020204020204" pitchFamily="34" charset="0"/>
                <a:ea typeface="+mn-ea"/>
                <a:cs typeface="+mn-cs"/>
              </a:defRPr>
            </a:lvl1pPr>
            <a:lvl2pPr marL="457200" indent="-228600" algn="l" defTabSz="914400" rtl="0" eaLnBrk="1" latinLnBrk="0" hangingPunct="1">
              <a:lnSpc>
                <a:spcPct val="90000"/>
              </a:lnSpc>
              <a:spcBef>
                <a:spcPts val="0"/>
              </a:spcBef>
              <a:spcAft>
                <a:spcPts val="1200"/>
              </a:spcAft>
              <a:buSzPct val="90000"/>
              <a:buFont typeface="Wingdings" panose="05000000000000000000" pitchFamily="2" charset="2"/>
              <a:buChar char="§"/>
              <a:defRPr sz="2000" b="0" i="0" kern="1200">
                <a:solidFill>
                  <a:schemeClr val="tx1"/>
                </a:solidFill>
                <a:latin typeface="Amazon Ember Display" panose="020F0603020204020204" pitchFamily="34" charset="0"/>
                <a:ea typeface="+mn-ea"/>
                <a:cs typeface="+mn-cs"/>
              </a:defRPr>
            </a:lvl2pPr>
            <a:lvl3pPr marL="685800" indent="-228600" algn="l" defTabSz="914400" rtl="0" eaLnBrk="1" latinLnBrk="0" hangingPunct="1">
              <a:lnSpc>
                <a:spcPct val="90000"/>
              </a:lnSpc>
              <a:spcBef>
                <a:spcPts val="0"/>
              </a:spcBef>
              <a:spcAft>
                <a:spcPts val="600"/>
              </a:spcAft>
              <a:buSzPct val="90000"/>
              <a:buFont typeface="Amazon Ember" panose="020B0603020204020204" pitchFamily="34" charset="0"/>
              <a:buChar char="–"/>
              <a:defRPr sz="1800" b="0" i="0" kern="1200">
                <a:solidFill>
                  <a:schemeClr val="tx1"/>
                </a:solidFill>
                <a:latin typeface="Amazon Ember Display" panose="020F0603020204020204" pitchFamily="34" charset="0"/>
                <a:ea typeface="+mn-ea"/>
                <a:cs typeface="+mn-cs"/>
              </a:defRPr>
            </a:lvl3pPr>
            <a:lvl4pPr marL="914400" indent="-228600" algn="l" defTabSz="914400" rtl="0" eaLnBrk="1" latinLnBrk="0" hangingPunct="1">
              <a:lnSpc>
                <a:spcPct val="90000"/>
              </a:lnSpc>
              <a:spcBef>
                <a:spcPts val="0"/>
              </a:spcBef>
              <a:spcAft>
                <a:spcPts val="600"/>
              </a:spcAft>
              <a:buFont typeface="Amazon Ember" panose="020B0603020204020204" pitchFamily="34" charset="0"/>
              <a:buChar char="•"/>
              <a:defRPr sz="1600" b="0" i="0" kern="1200">
                <a:solidFill>
                  <a:schemeClr val="tx1"/>
                </a:solidFill>
                <a:latin typeface="Amazon Ember Display" panose="020F0603020204020204" pitchFamily="34" charset="0"/>
                <a:ea typeface="+mn-ea"/>
                <a:cs typeface="+mn-cs"/>
              </a:defRPr>
            </a:lvl4pPr>
            <a:lvl5pPr marL="1143000" indent="-228600" algn="l" defTabSz="914400" rtl="0" eaLnBrk="1" latinLnBrk="0" hangingPunct="1">
              <a:lnSpc>
                <a:spcPct val="90000"/>
              </a:lnSpc>
              <a:spcBef>
                <a:spcPts val="0"/>
              </a:spcBef>
              <a:spcAft>
                <a:spcPts val="600"/>
              </a:spcAft>
              <a:buFont typeface="Amazon Ember" panose="020B0603020204020204" pitchFamily="34" charset="0"/>
              <a:buChar char="•"/>
              <a:defRPr sz="1600" b="0" i="0" kern="1200">
                <a:solidFill>
                  <a:schemeClr val="tx1"/>
                </a:solidFill>
                <a:latin typeface="Amazon Ember Display" panose="020F0603020204020204" pitchFamily="34" charset="0"/>
                <a:ea typeface="+mn-ea"/>
                <a:cs typeface="+mn-cs"/>
              </a:defRPr>
            </a:lvl5pPr>
            <a:lvl6pPr marL="2514600" indent="-228600" algn="l" defTabSz="914400" rtl="0" eaLnBrk="1" latinLnBrk="0" hangingPunct="1">
              <a:lnSpc>
                <a:spcPct val="90000"/>
              </a:lnSpc>
              <a:spcBef>
                <a:spcPts val="500"/>
              </a:spcBef>
              <a:buFont typeface="Amazon Ember" panose="020B0603020204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mazon Ember" panose="020B0603020204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mazon Ember" panose="020B0603020204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mazon Ember" panose="020B0603020204020204" pitchFamily="34" charset="0"/>
              <a:buChar char="•"/>
              <a:defRPr sz="1800" kern="1200">
                <a:solidFill>
                  <a:schemeClr val="tx1"/>
                </a:solidFill>
                <a:latin typeface="+mn-lt"/>
                <a:ea typeface="+mn-ea"/>
                <a:cs typeface="+mn-cs"/>
              </a:defRPr>
            </a:lvl9pPr>
          </a:lstStyle>
          <a:p>
            <a:pPr marL="0" indent="0">
              <a:buNone/>
            </a:pPr>
            <a:r>
              <a:rPr lang="ja-JP" altLang="en-US" sz="2000">
                <a:solidFill>
                  <a:schemeClr val="accent1">
                    <a:lumMod val="40000"/>
                    <a:lumOff val="60000"/>
                  </a:schemeClr>
                </a:solidFill>
                <a:latin typeface="+mn-lt"/>
              </a:rPr>
              <a:t>ユーザーからの問い合わせに対して</a:t>
            </a:r>
            <a:br>
              <a:rPr lang="en-US" altLang="ja-JP" sz="2000" dirty="0">
                <a:solidFill>
                  <a:schemeClr val="accent1">
                    <a:lumMod val="40000"/>
                    <a:lumOff val="60000"/>
                  </a:schemeClr>
                </a:solidFill>
                <a:latin typeface="+mn-lt"/>
              </a:rPr>
            </a:br>
            <a:r>
              <a:rPr lang="ja-JP" altLang="en-US" sz="2000">
                <a:solidFill>
                  <a:schemeClr val="accent1">
                    <a:lumMod val="40000"/>
                    <a:lumOff val="60000"/>
                  </a:schemeClr>
                </a:solidFill>
                <a:latin typeface="+mn-lt"/>
              </a:rPr>
              <a:t>データベースなどから関連情報を検索し、</a:t>
            </a:r>
            <a:br>
              <a:rPr lang="en-US" altLang="ja-JP" sz="2000" dirty="0">
                <a:solidFill>
                  <a:schemeClr val="accent1">
                    <a:lumMod val="40000"/>
                    <a:lumOff val="60000"/>
                  </a:schemeClr>
                </a:solidFill>
                <a:latin typeface="+mn-lt"/>
              </a:rPr>
            </a:br>
            <a:r>
              <a:rPr lang="ja-JP" altLang="en-US" sz="2000">
                <a:solidFill>
                  <a:schemeClr val="accent1">
                    <a:lumMod val="40000"/>
                    <a:lumOff val="60000"/>
                  </a:schemeClr>
                </a:solidFill>
                <a:latin typeface="+mn-lt"/>
              </a:rPr>
              <a:t>取得された関連情報も含めてモデルに入力し回答を得ること</a:t>
            </a:r>
            <a:endParaRPr lang="en-US" altLang="ja-JP" sz="2000" dirty="0">
              <a:solidFill>
                <a:schemeClr val="accent1">
                  <a:lumMod val="40000"/>
                  <a:lumOff val="60000"/>
                </a:schemeClr>
              </a:solidFill>
              <a:latin typeface="+mn-lt"/>
            </a:endParaRPr>
          </a:p>
        </p:txBody>
      </p:sp>
      <p:pic>
        <p:nvPicPr>
          <p:cNvPr id="29" name="グラフィックス 28" descr="ドキュメント 単色塗りつぶし">
            <a:extLst>
              <a:ext uri="{FF2B5EF4-FFF2-40B4-BE49-F238E27FC236}">
                <a16:creationId xmlns:a16="http://schemas.microsoft.com/office/drawing/2014/main" id="{CAF4975A-8377-DBD7-F4E2-E3E51DD72DE1}"/>
              </a:ext>
            </a:extLst>
          </p:cNvPr>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6483891" y="4864534"/>
            <a:ext cx="533109" cy="533109"/>
          </a:xfrm>
          <a:prstGeom prst="rect">
            <a:avLst/>
          </a:prstGeom>
        </p:spPr>
      </p:pic>
      <p:pic>
        <p:nvPicPr>
          <p:cNvPr id="30" name="グラフィックス 29" descr="ドキュメント 単色塗りつぶし">
            <a:extLst>
              <a:ext uri="{FF2B5EF4-FFF2-40B4-BE49-F238E27FC236}">
                <a16:creationId xmlns:a16="http://schemas.microsoft.com/office/drawing/2014/main" id="{C01028AD-5974-32D6-3F46-BE3DD0BC7F7E}"/>
              </a:ext>
            </a:extLst>
          </p:cNvPr>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6937451" y="4864534"/>
            <a:ext cx="533109" cy="533109"/>
          </a:xfrm>
          <a:prstGeom prst="rect">
            <a:avLst/>
          </a:prstGeom>
        </p:spPr>
      </p:pic>
      <p:pic>
        <p:nvPicPr>
          <p:cNvPr id="31" name="グラフィックス 30" descr="ドキュメント 単色塗りつぶし">
            <a:extLst>
              <a:ext uri="{FF2B5EF4-FFF2-40B4-BE49-F238E27FC236}">
                <a16:creationId xmlns:a16="http://schemas.microsoft.com/office/drawing/2014/main" id="{78758C5C-9304-6C27-9D17-7DF7BDB7C093}"/>
              </a:ext>
            </a:extLst>
          </p:cNvPr>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7401399" y="4864534"/>
            <a:ext cx="533109" cy="533109"/>
          </a:xfrm>
          <a:prstGeom prst="rect">
            <a:avLst/>
          </a:prstGeom>
        </p:spPr>
      </p:pic>
      <p:sp>
        <p:nvSpPr>
          <p:cNvPr id="32" name="TextBox 45">
            <a:extLst>
              <a:ext uri="{FF2B5EF4-FFF2-40B4-BE49-F238E27FC236}">
                <a16:creationId xmlns:a16="http://schemas.microsoft.com/office/drawing/2014/main" id="{6FF3A7A6-A4F5-C8E8-E402-D7CAC1824410}"/>
              </a:ext>
            </a:extLst>
          </p:cNvPr>
          <p:cNvSpPr txBox="1"/>
          <p:nvPr/>
        </p:nvSpPr>
        <p:spPr>
          <a:xfrm>
            <a:off x="266700" y="1682027"/>
            <a:ext cx="2952000" cy="513728"/>
          </a:xfrm>
          <a:prstGeom prst="wedgeRoundRectCallout">
            <a:avLst>
              <a:gd name="adj1" fmla="val -1599"/>
              <a:gd name="adj2" fmla="val 83260"/>
              <a:gd name="adj3" fmla="val 16667"/>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44000" tIns="108000" rIns="144000" bIns="108000" rtlCol="0" anchor="ctr">
            <a:spAutoFit/>
          </a:bodyPr>
          <a:lstStyle>
            <a:defPPr>
              <a:defRPr lang="en-US"/>
            </a:defPPr>
            <a:lvl1pPr>
              <a:defRPr>
                <a:solidFill>
                  <a:srgbClr val="FFFFFF"/>
                </a:solidFill>
                <a:latin typeface="Amazon Ember Display"/>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kumimoji="1" lang="ja-JP" altLang="en-US" sz="1600"/>
              <a:t>出張ホテル金額の上限は？</a:t>
            </a:r>
            <a:endParaRPr kumimoji="1" lang="en-US" altLang="ja-JP" sz="1600" dirty="0"/>
          </a:p>
        </p:txBody>
      </p:sp>
      <p:pic>
        <p:nvPicPr>
          <p:cNvPr id="33" name="グラフィックス 32" descr="ドキュメント 単色塗りつぶし">
            <a:extLst>
              <a:ext uri="{FF2B5EF4-FFF2-40B4-BE49-F238E27FC236}">
                <a16:creationId xmlns:a16="http://schemas.microsoft.com/office/drawing/2014/main" id="{9E9AC1B3-6609-EB37-5E14-C52B10DBF1EE}"/>
              </a:ext>
            </a:extLst>
          </p:cNvPr>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7871503" y="4869992"/>
            <a:ext cx="533109" cy="533109"/>
          </a:xfrm>
          <a:prstGeom prst="rect">
            <a:avLst/>
          </a:prstGeom>
        </p:spPr>
      </p:pic>
      <p:sp>
        <p:nvSpPr>
          <p:cNvPr id="34" name="TextBox 45">
            <a:extLst>
              <a:ext uri="{FF2B5EF4-FFF2-40B4-BE49-F238E27FC236}">
                <a16:creationId xmlns:a16="http://schemas.microsoft.com/office/drawing/2014/main" id="{5DC9F139-99FC-9526-C083-2AE3488385B5}"/>
              </a:ext>
            </a:extLst>
          </p:cNvPr>
          <p:cNvSpPr txBox="1"/>
          <p:nvPr/>
        </p:nvSpPr>
        <p:spPr>
          <a:xfrm>
            <a:off x="8884380" y="4971254"/>
            <a:ext cx="2952000" cy="649935"/>
          </a:xfrm>
          <a:prstGeom prst="wedgeRoundRectCallout">
            <a:avLst>
              <a:gd name="adj1" fmla="val -66770"/>
              <a:gd name="adj2" fmla="val -31386"/>
              <a:gd name="adj3" fmla="val 16667"/>
            </a:avLst>
          </a:prstGeom>
          <a:solidFill>
            <a:schemeClr val="bg1">
              <a:alpha val="30000"/>
            </a:schemeClr>
          </a:solidFill>
          <a:ln w="19050">
            <a:solidFill>
              <a:srgbClr val="FFFFFF"/>
            </a:solidFill>
          </a:ln>
        </p:spPr>
        <p:txBody>
          <a:bodyPr wrap="square" lIns="108000" tIns="108000" rIns="108000" bIns="108000"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dirty="0">
                <a:ln>
                  <a:noFill/>
                </a:ln>
                <a:solidFill>
                  <a:schemeClr val="accent5"/>
                </a:solidFill>
                <a:effectLst/>
                <a:uLnTx/>
                <a:uFillTx/>
              </a:rPr>
              <a:t>“・・宿泊費は1万5000円までとする。”</a:t>
            </a:r>
          </a:p>
          <a:p>
            <a:pPr marL="0" marR="0" lvl="0" indent="0" defTabSz="914400" eaLnBrk="1" fontAlgn="auto" latinLnBrk="0" hangingPunct="1">
              <a:lnSpc>
                <a:spcPct val="100000"/>
              </a:lnSpc>
              <a:spcBef>
                <a:spcPts val="0"/>
              </a:spcBef>
              <a:spcAft>
                <a:spcPts val="0"/>
              </a:spcAft>
              <a:buClrTx/>
              <a:buSzTx/>
              <a:buFontTx/>
              <a:buNone/>
              <a:tabLst/>
              <a:defRPr/>
            </a:pPr>
            <a:r>
              <a:rPr lang="en-US" sz="1200" kern="0" dirty="0"/>
              <a:t>( </a:t>
            </a:r>
            <a:r>
              <a:rPr lang="en-US" sz="1200" kern="0" dirty="0" err="1"/>
              <a:t>社内規定A</a:t>
            </a:r>
            <a:r>
              <a:rPr lang="en-US" sz="1200" kern="0" dirty="0"/>
              <a:t>)</a:t>
            </a:r>
            <a:endParaRPr kumimoji="0" lang="en-JP" sz="1200" b="0" i="0" u="none" strike="noStrike" kern="0" cap="none" spc="0" normalizeH="0" baseline="0" noProof="0" dirty="0">
              <a:ln>
                <a:noFill/>
              </a:ln>
              <a:effectLst/>
              <a:uLnTx/>
              <a:uFillTx/>
            </a:endParaRPr>
          </a:p>
        </p:txBody>
      </p:sp>
      <p:sp>
        <p:nvSpPr>
          <p:cNvPr id="38" name="TextBox 45">
            <a:extLst>
              <a:ext uri="{FF2B5EF4-FFF2-40B4-BE49-F238E27FC236}">
                <a16:creationId xmlns:a16="http://schemas.microsoft.com/office/drawing/2014/main" id="{7596AC0E-3E18-7885-3679-0A000EBD0F12}"/>
              </a:ext>
            </a:extLst>
          </p:cNvPr>
          <p:cNvSpPr txBox="1"/>
          <p:nvPr/>
        </p:nvSpPr>
        <p:spPr>
          <a:xfrm>
            <a:off x="1193299" y="4485947"/>
            <a:ext cx="2617076" cy="786143"/>
          </a:xfrm>
          <a:prstGeom prst="wedgeRoundRectCallout">
            <a:avLst>
              <a:gd name="adj1" fmla="val 33630"/>
              <a:gd name="adj2" fmla="val -126738"/>
              <a:gd name="adj3" fmla="val 16667"/>
            </a:avLst>
          </a:prstGeom>
          <a:solidFill>
            <a:srgbClr val="56C0A7"/>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44000" tIns="108000" rIns="144000" bIns="108000" rtlCol="0" anchor="ctr">
            <a:spAutoFit/>
          </a:bodyPr>
          <a:lstStyle>
            <a:defPPr>
              <a:defRPr lang="en-US"/>
            </a:defPPr>
            <a:lvl1pPr>
              <a:defRPr>
                <a:solidFill>
                  <a:schemeClr val="lt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ja-JP" altLang="en-US" sz="1600"/>
              <a:t>社内規定</a:t>
            </a:r>
            <a:r>
              <a:rPr lang="en-US" altLang="ja-JP" sz="1600" dirty="0"/>
              <a:t>A</a:t>
            </a:r>
            <a:r>
              <a:rPr lang="ja-JP" altLang="en-US" sz="1600"/>
              <a:t>によると</a:t>
            </a:r>
            <a:endParaRPr lang="en-US" altLang="ja-JP" sz="1600" dirty="0"/>
          </a:p>
          <a:p>
            <a:r>
              <a:rPr lang="en-US" altLang="ja-JP" sz="1600" dirty="0"/>
              <a:t>1</a:t>
            </a:r>
            <a:r>
              <a:rPr lang="ja-JP" altLang="en-US" sz="1600"/>
              <a:t>万</a:t>
            </a:r>
            <a:r>
              <a:rPr lang="en-US" altLang="ja-JP" sz="1600" dirty="0"/>
              <a:t>5000</a:t>
            </a:r>
            <a:r>
              <a:rPr lang="ja-JP" altLang="en-US" sz="1600"/>
              <a:t>円です。</a:t>
            </a:r>
            <a:endParaRPr lang="en-JP" sz="1600" dirty="0"/>
          </a:p>
        </p:txBody>
      </p:sp>
      <p:grpSp>
        <p:nvGrpSpPr>
          <p:cNvPr id="40" name="Group 39">
            <a:extLst>
              <a:ext uri="{FF2B5EF4-FFF2-40B4-BE49-F238E27FC236}">
                <a16:creationId xmlns:a16="http://schemas.microsoft.com/office/drawing/2014/main" id="{C6CEFF95-6C03-A5AF-D79F-6F9122F2C422}"/>
              </a:ext>
            </a:extLst>
          </p:cNvPr>
          <p:cNvGrpSpPr/>
          <p:nvPr/>
        </p:nvGrpSpPr>
        <p:grpSpPr>
          <a:xfrm>
            <a:off x="2409371" y="2423601"/>
            <a:ext cx="2952000" cy="480002"/>
            <a:chOff x="2409371" y="2696819"/>
            <a:chExt cx="2952000" cy="480002"/>
          </a:xfrm>
        </p:grpSpPr>
        <p:cxnSp>
          <p:nvCxnSpPr>
            <p:cNvPr id="9" name="直線矢印コネクタ 8">
              <a:extLst>
                <a:ext uri="{FF2B5EF4-FFF2-40B4-BE49-F238E27FC236}">
                  <a16:creationId xmlns:a16="http://schemas.microsoft.com/office/drawing/2014/main" id="{029CE638-664E-FA03-12DC-3C7A2BE67D99}"/>
                </a:ext>
              </a:extLst>
            </p:cNvPr>
            <p:cNvCxnSpPr>
              <a:cxnSpLocks/>
            </p:cNvCxnSpPr>
            <p:nvPr/>
          </p:nvCxnSpPr>
          <p:spPr>
            <a:xfrm>
              <a:off x="2409371" y="3176821"/>
              <a:ext cx="2952000" cy="0"/>
            </a:xfrm>
            <a:prstGeom prst="straightConnector1">
              <a:avLst/>
            </a:prstGeom>
            <a:ln w="19050" cap="rnd">
              <a:solidFill>
                <a:schemeClr val="tx1"/>
              </a:solidFill>
              <a:round/>
              <a:headEnd type="none" w="med" len="med"/>
              <a:tailEnd type="arrow" w="lg" len="med"/>
            </a:ln>
          </p:spPr>
          <p:style>
            <a:lnRef idx="1">
              <a:schemeClr val="accent1"/>
            </a:lnRef>
            <a:fillRef idx="0">
              <a:schemeClr val="accent1"/>
            </a:fillRef>
            <a:effectRef idx="0">
              <a:schemeClr val="accent1"/>
            </a:effectRef>
            <a:fontRef idx="minor">
              <a:schemeClr val="tx1"/>
            </a:fontRef>
          </p:style>
        </p:cxnSp>
        <p:sp>
          <p:nvSpPr>
            <p:cNvPr id="10" name="テキスト ボックス 9">
              <a:extLst>
                <a:ext uri="{FF2B5EF4-FFF2-40B4-BE49-F238E27FC236}">
                  <a16:creationId xmlns:a16="http://schemas.microsoft.com/office/drawing/2014/main" id="{4CCE2206-74B2-5487-0588-1CA0B44C9336}"/>
                </a:ext>
              </a:extLst>
            </p:cNvPr>
            <p:cNvSpPr txBox="1"/>
            <p:nvPr/>
          </p:nvSpPr>
          <p:spPr>
            <a:xfrm>
              <a:off x="3724085" y="2696819"/>
              <a:ext cx="692497" cy="410882"/>
            </a:xfrm>
            <a:prstGeom prst="rect">
              <a:avLst/>
            </a:prstGeom>
            <a:noFill/>
          </p:spPr>
          <p:txBody>
            <a:bodyPr wrap="none" lIns="0" rIns="0" rtlCol="0">
              <a:spAutoFit/>
            </a:bodyPr>
            <a:lstStyle/>
            <a:p>
              <a:pPr algn="l">
                <a:lnSpc>
                  <a:spcPct val="120000"/>
                </a:lnSpc>
              </a:pPr>
              <a:r>
                <a:rPr kumimoji="1" lang="ja-JP" altLang="en-US">
                  <a:solidFill>
                    <a:schemeClr val="accent3">
                      <a:lumMod val="60000"/>
                      <a:lumOff val="40000"/>
                    </a:schemeClr>
                  </a:solidFill>
                </a:rPr>
                <a:t>クエリ</a:t>
              </a:r>
              <a:endParaRPr kumimoji="1" lang="ja-JP" altLang="en-US" dirty="0">
                <a:solidFill>
                  <a:schemeClr val="accent3">
                    <a:lumMod val="60000"/>
                    <a:lumOff val="40000"/>
                  </a:schemeClr>
                </a:solidFill>
              </a:endParaRPr>
            </a:p>
          </p:txBody>
        </p:sp>
        <p:sp>
          <p:nvSpPr>
            <p:cNvPr id="18" name="Oval 17">
              <a:extLst>
                <a:ext uri="{FF2B5EF4-FFF2-40B4-BE49-F238E27FC236}">
                  <a16:creationId xmlns:a16="http://schemas.microsoft.com/office/drawing/2014/main" id="{8E674E5B-73B9-3752-8DA3-EFE93E115DBF}"/>
                </a:ext>
              </a:extLst>
            </p:cNvPr>
            <p:cNvSpPr>
              <a:spLocks noChangeAspect="1"/>
            </p:cNvSpPr>
            <p:nvPr/>
          </p:nvSpPr>
          <p:spPr bwMode="auto">
            <a:xfrm>
              <a:off x="3232645" y="2745069"/>
              <a:ext cx="329184" cy="329184"/>
            </a:xfrm>
            <a:prstGeom prst="ellipse">
              <a:avLst/>
            </a:prstGeom>
            <a:solidFill>
              <a:srgbClr val="FFFFFF"/>
            </a:solidFill>
            <a:ln w="12700" cap="flat" cmpd="sng" algn="ctr">
              <a:noFill/>
              <a:prstDash val="solid"/>
              <a:miter lim="800000"/>
            </a:ln>
            <a:effectLst/>
          </p:spPr>
          <p:txBody>
            <a:bodyPr lIns="0" tIns="0" rIns="0" bIns="0" anchor="ctr" anchorCtr="0"/>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400" b="1" i="0" u="none" strike="noStrike" kern="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1</a:t>
              </a:r>
            </a:p>
          </p:txBody>
        </p:sp>
      </p:grpSp>
      <p:grpSp>
        <p:nvGrpSpPr>
          <p:cNvPr id="46" name="Group 45">
            <a:extLst>
              <a:ext uri="{FF2B5EF4-FFF2-40B4-BE49-F238E27FC236}">
                <a16:creationId xmlns:a16="http://schemas.microsoft.com/office/drawing/2014/main" id="{69D3F43B-C40C-B2AE-2364-2F8E4F38D561}"/>
              </a:ext>
            </a:extLst>
          </p:cNvPr>
          <p:cNvGrpSpPr/>
          <p:nvPr/>
        </p:nvGrpSpPr>
        <p:grpSpPr>
          <a:xfrm>
            <a:off x="2409371" y="3272575"/>
            <a:ext cx="2952000" cy="489153"/>
            <a:chOff x="2409371" y="3545793"/>
            <a:chExt cx="2952000" cy="489153"/>
          </a:xfrm>
        </p:grpSpPr>
        <p:cxnSp>
          <p:nvCxnSpPr>
            <p:cNvPr id="14" name="直線矢印コネクタ 13">
              <a:extLst>
                <a:ext uri="{FF2B5EF4-FFF2-40B4-BE49-F238E27FC236}">
                  <a16:creationId xmlns:a16="http://schemas.microsoft.com/office/drawing/2014/main" id="{DF4D0520-D993-3399-25AF-96F5FB557FBF}"/>
                </a:ext>
              </a:extLst>
            </p:cNvPr>
            <p:cNvCxnSpPr>
              <a:cxnSpLocks/>
            </p:cNvCxnSpPr>
            <p:nvPr/>
          </p:nvCxnSpPr>
          <p:spPr>
            <a:xfrm flipH="1">
              <a:off x="2409371" y="3545793"/>
              <a:ext cx="2952000" cy="0"/>
            </a:xfrm>
            <a:prstGeom prst="straightConnector1">
              <a:avLst/>
            </a:prstGeom>
            <a:ln w="19050" cap="rnd">
              <a:solidFill>
                <a:schemeClr val="tx1"/>
              </a:solidFill>
              <a:round/>
              <a:headEnd type="none" w="med" len="med"/>
              <a:tailEnd type="arrow" w="lg" len="med"/>
            </a:ln>
          </p:spPr>
          <p:style>
            <a:lnRef idx="1">
              <a:schemeClr val="accent1"/>
            </a:lnRef>
            <a:fillRef idx="0">
              <a:schemeClr val="accent1"/>
            </a:fillRef>
            <a:effectRef idx="0">
              <a:schemeClr val="accent1"/>
            </a:effectRef>
            <a:fontRef idx="minor">
              <a:schemeClr val="tx1"/>
            </a:fontRef>
          </p:style>
        </p:cxnSp>
        <p:sp>
          <p:nvSpPr>
            <p:cNvPr id="15" name="テキスト ボックス 14">
              <a:extLst>
                <a:ext uri="{FF2B5EF4-FFF2-40B4-BE49-F238E27FC236}">
                  <a16:creationId xmlns:a16="http://schemas.microsoft.com/office/drawing/2014/main" id="{4B0589E6-DB35-6799-68ED-599D9E9006E8}"/>
                </a:ext>
              </a:extLst>
            </p:cNvPr>
            <p:cNvSpPr txBox="1"/>
            <p:nvPr/>
          </p:nvSpPr>
          <p:spPr>
            <a:xfrm>
              <a:off x="3724085" y="3624064"/>
              <a:ext cx="461665" cy="410882"/>
            </a:xfrm>
            <a:prstGeom prst="rect">
              <a:avLst/>
            </a:prstGeom>
            <a:noFill/>
            <a:ln>
              <a:noFill/>
            </a:ln>
          </p:spPr>
          <p:txBody>
            <a:bodyPr wrap="none" lIns="0" rIns="0" rtlCol="0">
              <a:spAutoFit/>
            </a:bodyPr>
            <a:lstStyle/>
            <a:p>
              <a:pPr algn="l">
                <a:lnSpc>
                  <a:spcPct val="120000"/>
                </a:lnSpc>
              </a:pPr>
              <a:r>
                <a:rPr kumimoji="1" lang="ja-JP" altLang="en-US">
                  <a:solidFill>
                    <a:srgbClr val="56C0A7"/>
                  </a:solidFill>
                </a:rPr>
                <a:t>回答</a:t>
              </a:r>
              <a:endParaRPr kumimoji="1" lang="ja-JP" altLang="en-US" dirty="0">
                <a:solidFill>
                  <a:srgbClr val="56C0A7"/>
                </a:solidFill>
              </a:endParaRPr>
            </a:p>
          </p:txBody>
        </p:sp>
        <p:sp>
          <p:nvSpPr>
            <p:cNvPr id="20" name="Oval 19">
              <a:extLst>
                <a:ext uri="{FF2B5EF4-FFF2-40B4-BE49-F238E27FC236}">
                  <a16:creationId xmlns:a16="http://schemas.microsoft.com/office/drawing/2014/main" id="{470BA807-DD91-9D9B-3F73-8B82D7509904}"/>
                </a:ext>
              </a:extLst>
            </p:cNvPr>
            <p:cNvSpPr>
              <a:spLocks noChangeAspect="1"/>
            </p:cNvSpPr>
            <p:nvPr/>
          </p:nvSpPr>
          <p:spPr bwMode="auto">
            <a:xfrm>
              <a:off x="3232303" y="3672304"/>
              <a:ext cx="329184" cy="329184"/>
            </a:xfrm>
            <a:prstGeom prst="ellipse">
              <a:avLst/>
            </a:prstGeom>
            <a:solidFill>
              <a:srgbClr val="FFFFFF"/>
            </a:solidFill>
            <a:ln w="12700" cap="flat" cmpd="sng" algn="ctr">
              <a:noFill/>
              <a:prstDash val="solid"/>
              <a:miter lim="800000"/>
            </a:ln>
            <a:effectLst/>
          </p:spPr>
          <p:txBody>
            <a:bodyPr lIns="0" tIns="0" rIns="0" bIns="0" anchor="ctr" anchorCtr="0"/>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400" b="1" i="0" u="none" strike="noStrike" kern="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6</a:t>
              </a:r>
            </a:p>
          </p:txBody>
        </p:sp>
      </p:grpSp>
      <p:grpSp>
        <p:nvGrpSpPr>
          <p:cNvPr id="41" name="Group 40">
            <a:extLst>
              <a:ext uri="{FF2B5EF4-FFF2-40B4-BE49-F238E27FC236}">
                <a16:creationId xmlns:a16="http://schemas.microsoft.com/office/drawing/2014/main" id="{5716D978-33E4-B278-92D3-01733272F688}"/>
              </a:ext>
            </a:extLst>
          </p:cNvPr>
          <p:cNvGrpSpPr/>
          <p:nvPr/>
        </p:nvGrpSpPr>
        <p:grpSpPr>
          <a:xfrm>
            <a:off x="4354931" y="3914980"/>
            <a:ext cx="1540461" cy="792000"/>
            <a:chOff x="4354931" y="4188198"/>
            <a:chExt cx="1540461" cy="792000"/>
          </a:xfrm>
        </p:grpSpPr>
        <p:sp>
          <p:nvSpPr>
            <p:cNvPr id="23" name="テキスト ボックス 22">
              <a:extLst>
                <a:ext uri="{FF2B5EF4-FFF2-40B4-BE49-F238E27FC236}">
                  <a16:creationId xmlns:a16="http://schemas.microsoft.com/office/drawing/2014/main" id="{0BF6DFE9-F3C2-4930-F21C-B63889FD5933}"/>
                </a:ext>
              </a:extLst>
            </p:cNvPr>
            <p:cNvSpPr txBox="1"/>
            <p:nvPr/>
          </p:nvSpPr>
          <p:spPr>
            <a:xfrm>
              <a:off x="4767832" y="4366574"/>
              <a:ext cx="692497" cy="410882"/>
            </a:xfrm>
            <a:prstGeom prst="rect">
              <a:avLst/>
            </a:prstGeom>
            <a:noFill/>
            <a:ln w="19050">
              <a:noFill/>
            </a:ln>
          </p:spPr>
          <p:txBody>
            <a:bodyPr wrap="none" lIns="0" rIns="0" rtlCol="0">
              <a:spAutoFit/>
            </a:bodyPr>
            <a:lstStyle/>
            <a:p>
              <a:pPr algn="l">
                <a:lnSpc>
                  <a:spcPct val="120000"/>
                </a:lnSpc>
              </a:pPr>
              <a:r>
                <a:rPr kumimoji="1" lang="ja-JP" altLang="en-US">
                  <a:solidFill>
                    <a:schemeClr val="accent3">
                      <a:lumMod val="60000"/>
                      <a:lumOff val="40000"/>
                    </a:schemeClr>
                  </a:solidFill>
                </a:rPr>
                <a:t>クエリ</a:t>
              </a:r>
              <a:endParaRPr kumimoji="1" lang="ja-JP" altLang="en-US" dirty="0">
                <a:solidFill>
                  <a:schemeClr val="accent3">
                    <a:lumMod val="60000"/>
                    <a:lumOff val="40000"/>
                  </a:schemeClr>
                </a:solidFill>
              </a:endParaRPr>
            </a:p>
          </p:txBody>
        </p:sp>
        <p:cxnSp>
          <p:nvCxnSpPr>
            <p:cNvPr id="47" name="直線矢印コネクタ 11">
              <a:extLst>
                <a:ext uri="{FF2B5EF4-FFF2-40B4-BE49-F238E27FC236}">
                  <a16:creationId xmlns:a16="http://schemas.microsoft.com/office/drawing/2014/main" id="{0BD3CC93-0502-8F52-755A-DCF151DEF289}"/>
                </a:ext>
              </a:extLst>
            </p:cNvPr>
            <p:cNvCxnSpPr>
              <a:cxnSpLocks/>
            </p:cNvCxnSpPr>
            <p:nvPr/>
          </p:nvCxnSpPr>
          <p:spPr>
            <a:xfrm>
              <a:off x="5895392" y="4188198"/>
              <a:ext cx="0" cy="792000"/>
            </a:xfrm>
            <a:prstGeom prst="straightConnector1">
              <a:avLst/>
            </a:prstGeom>
            <a:ln w="19050" cap="rnd">
              <a:solidFill>
                <a:schemeClr val="tx1"/>
              </a:solidFill>
              <a:round/>
              <a:headEnd type="none" w="med" len="med"/>
              <a:tailEnd type="arrow" w="lg" len="med"/>
            </a:ln>
          </p:spPr>
          <p:style>
            <a:lnRef idx="1">
              <a:schemeClr val="accent1"/>
            </a:lnRef>
            <a:fillRef idx="0">
              <a:schemeClr val="accent1"/>
            </a:fillRef>
            <a:effectRef idx="0">
              <a:schemeClr val="accent1"/>
            </a:effectRef>
            <a:fontRef idx="minor">
              <a:schemeClr val="tx1"/>
            </a:fontRef>
          </p:style>
        </p:cxnSp>
        <p:sp>
          <p:nvSpPr>
            <p:cNvPr id="21" name="Oval 20">
              <a:extLst>
                <a:ext uri="{FF2B5EF4-FFF2-40B4-BE49-F238E27FC236}">
                  <a16:creationId xmlns:a16="http://schemas.microsoft.com/office/drawing/2014/main" id="{5BB4038A-1345-D01E-A016-0E6F461E634C}"/>
                </a:ext>
              </a:extLst>
            </p:cNvPr>
            <p:cNvSpPr>
              <a:spLocks noChangeAspect="1"/>
            </p:cNvSpPr>
            <p:nvPr/>
          </p:nvSpPr>
          <p:spPr bwMode="auto">
            <a:xfrm>
              <a:off x="4354931" y="4419606"/>
              <a:ext cx="329184" cy="329184"/>
            </a:xfrm>
            <a:prstGeom prst="ellipse">
              <a:avLst/>
            </a:prstGeom>
            <a:solidFill>
              <a:srgbClr val="FFFFFF"/>
            </a:solidFill>
            <a:ln w="12700" cap="flat" cmpd="sng" algn="ctr">
              <a:noFill/>
              <a:prstDash val="solid"/>
              <a:miter lim="800000"/>
            </a:ln>
            <a:effectLst/>
          </p:spPr>
          <p:txBody>
            <a:bodyPr lIns="0" tIns="0" rIns="0" bIns="0" anchor="ctr" anchorCtr="0"/>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400" b="1" i="0" u="none" strike="noStrike" kern="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2</a:t>
              </a:r>
            </a:p>
          </p:txBody>
        </p:sp>
      </p:grpSp>
      <p:pic>
        <p:nvPicPr>
          <p:cNvPr id="35" name="グラフィックス 34" descr="ドキュメント 単色塗りつぶし">
            <a:extLst>
              <a:ext uri="{FF2B5EF4-FFF2-40B4-BE49-F238E27FC236}">
                <a16:creationId xmlns:a16="http://schemas.microsoft.com/office/drawing/2014/main" id="{FF1DAF6C-13D4-7DBC-480B-D0A39EB20B10}"/>
              </a:ext>
            </a:extLst>
          </p:cNvPr>
          <p:cNvPicPr>
            <a:picLocks noChangeAspect="1"/>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a:off x="7876335" y="4872576"/>
            <a:ext cx="533109" cy="533109"/>
          </a:xfrm>
          <a:prstGeom prst="rect">
            <a:avLst/>
          </a:prstGeom>
        </p:spPr>
      </p:pic>
      <p:grpSp>
        <p:nvGrpSpPr>
          <p:cNvPr id="43" name="Group 42">
            <a:extLst>
              <a:ext uri="{FF2B5EF4-FFF2-40B4-BE49-F238E27FC236}">
                <a16:creationId xmlns:a16="http://schemas.microsoft.com/office/drawing/2014/main" id="{26A567F0-2F07-7D4F-F0E2-C7457539BC59}"/>
              </a:ext>
            </a:extLst>
          </p:cNvPr>
          <p:cNvGrpSpPr/>
          <p:nvPr/>
        </p:nvGrpSpPr>
        <p:grpSpPr>
          <a:xfrm>
            <a:off x="6141739" y="3902797"/>
            <a:ext cx="3314482" cy="792000"/>
            <a:chOff x="6141739" y="4176015"/>
            <a:chExt cx="3314482" cy="792000"/>
          </a:xfrm>
        </p:grpSpPr>
        <p:sp>
          <p:nvSpPr>
            <p:cNvPr id="19" name="テキスト ボックス 18">
              <a:extLst>
                <a:ext uri="{FF2B5EF4-FFF2-40B4-BE49-F238E27FC236}">
                  <a16:creationId xmlns:a16="http://schemas.microsoft.com/office/drawing/2014/main" id="{6F0B95BF-97FC-33C4-B989-6BB80307702F}"/>
                </a:ext>
              </a:extLst>
            </p:cNvPr>
            <p:cNvSpPr txBox="1"/>
            <p:nvPr/>
          </p:nvSpPr>
          <p:spPr>
            <a:xfrm>
              <a:off x="7609562" y="4391094"/>
              <a:ext cx="1846659" cy="410882"/>
            </a:xfrm>
            <a:prstGeom prst="rect">
              <a:avLst/>
            </a:prstGeom>
            <a:noFill/>
          </p:spPr>
          <p:txBody>
            <a:bodyPr wrap="none" lIns="0" rIns="0" rtlCol="0">
              <a:spAutoFit/>
            </a:bodyPr>
            <a:lstStyle/>
            <a:p>
              <a:pPr algn="l">
                <a:lnSpc>
                  <a:spcPct val="120000"/>
                </a:lnSpc>
              </a:pPr>
              <a:r>
                <a:rPr kumimoji="1" lang="ja-JP" altLang="en-US">
                  <a:solidFill>
                    <a:schemeClr val="accent2"/>
                  </a:solidFill>
                </a:rPr>
                <a:t>関連ドキュメント</a:t>
              </a:r>
              <a:endParaRPr kumimoji="1" lang="ja-JP" altLang="en-US" dirty="0">
                <a:solidFill>
                  <a:schemeClr val="accent2"/>
                </a:solidFill>
              </a:endParaRPr>
            </a:p>
          </p:txBody>
        </p:sp>
        <p:pic>
          <p:nvPicPr>
            <p:cNvPr id="36" name="グラフィックス 35" descr="ドキュメント 単色塗りつぶし">
              <a:extLst>
                <a:ext uri="{FF2B5EF4-FFF2-40B4-BE49-F238E27FC236}">
                  <a16:creationId xmlns:a16="http://schemas.microsoft.com/office/drawing/2014/main" id="{2A6F3AD7-6CAC-4A87-9BEC-E129D3109355}"/>
                </a:ext>
              </a:extLst>
            </p:cNvPr>
            <p:cNvPicPr>
              <a:picLocks noChangeAspect="1"/>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a:off x="6523974" y="4293530"/>
              <a:ext cx="581337" cy="581337"/>
            </a:xfrm>
            <a:prstGeom prst="rect">
              <a:avLst/>
            </a:prstGeom>
          </p:spPr>
        </p:pic>
        <p:cxnSp>
          <p:nvCxnSpPr>
            <p:cNvPr id="50" name="直線矢印コネクタ 11">
              <a:extLst>
                <a:ext uri="{FF2B5EF4-FFF2-40B4-BE49-F238E27FC236}">
                  <a16:creationId xmlns:a16="http://schemas.microsoft.com/office/drawing/2014/main" id="{95FD396A-A640-5466-1E6E-D9BB1DEF4F3C}"/>
                </a:ext>
              </a:extLst>
            </p:cNvPr>
            <p:cNvCxnSpPr>
              <a:cxnSpLocks/>
            </p:cNvCxnSpPr>
            <p:nvPr/>
          </p:nvCxnSpPr>
          <p:spPr>
            <a:xfrm flipV="1">
              <a:off x="6141739" y="4176015"/>
              <a:ext cx="0" cy="792000"/>
            </a:xfrm>
            <a:prstGeom prst="straightConnector1">
              <a:avLst/>
            </a:prstGeom>
            <a:ln w="19050" cap="rnd">
              <a:solidFill>
                <a:schemeClr val="tx1"/>
              </a:solidFill>
              <a:round/>
              <a:headEnd type="none" w="med" len="med"/>
              <a:tailEnd type="arrow" w="lg" len="med"/>
            </a:ln>
          </p:spPr>
          <p:style>
            <a:lnRef idx="1">
              <a:schemeClr val="accent1"/>
            </a:lnRef>
            <a:fillRef idx="0">
              <a:schemeClr val="accent1"/>
            </a:fillRef>
            <a:effectRef idx="0">
              <a:schemeClr val="accent1"/>
            </a:effectRef>
            <a:fontRef idx="minor">
              <a:schemeClr val="tx1"/>
            </a:fontRef>
          </p:style>
        </p:cxnSp>
        <p:sp>
          <p:nvSpPr>
            <p:cNvPr id="22" name="Oval 21">
              <a:extLst>
                <a:ext uri="{FF2B5EF4-FFF2-40B4-BE49-F238E27FC236}">
                  <a16:creationId xmlns:a16="http://schemas.microsoft.com/office/drawing/2014/main" id="{30C5271C-16D5-255B-88E7-B5FD47D8F106}"/>
                </a:ext>
              </a:extLst>
            </p:cNvPr>
            <p:cNvSpPr>
              <a:spLocks noChangeAspect="1"/>
            </p:cNvSpPr>
            <p:nvPr/>
          </p:nvSpPr>
          <p:spPr bwMode="auto">
            <a:xfrm>
              <a:off x="7135850" y="4421757"/>
              <a:ext cx="329184" cy="329184"/>
            </a:xfrm>
            <a:prstGeom prst="ellipse">
              <a:avLst/>
            </a:prstGeom>
            <a:solidFill>
              <a:srgbClr val="FFFFFF"/>
            </a:solidFill>
            <a:ln w="12700" cap="flat" cmpd="sng" algn="ctr">
              <a:noFill/>
              <a:prstDash val="solid"/>
              <a:miter lim="800000"/>
            </a:ln>
            <a:effectLst/>
          </p:spPr>
          <p:txBody>
            <a:bodyPr lIns="0" tIns="0" rIns="0" bIns="0" anchor="ctr" anchorCtr="0"/>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400" b="1" i="0" u="none" strike="noStrike" kern="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3</a:t>
              </a:r>
            </a:p>
          </p:txBody>
        </p:sp>
      </p:grpSp>
      <p:grpSp>
        <p:nvGrpSpPr>
          <p:cNvPr id="44" name="Group 43">
            <a:extLst>
              <a:ext uri="{FF2B5EF4-FFF2-40B4-BE49-F238E27FC236}">
                <a16:creationId xmlns:a16="http://schemas.microsoft.com/office/drawing/2014/main" id="{67BF75CF-1FC0-7DD9-C351-6A97F0B20CB5}"/>
              </a:ext>
            </a:extLst>
          </p:cNvPr>
          <p:cNvGrpSpPr/>
          <p:nvPr/>
        </p:nvGrpSpPr>
        <p:grpSpPr>
          <a:xfrm>
            <a:off x="6569867" y="2423312"/>
            <a:ext cx="2952000" cy="480291"/>
            <a:chOff x="6569867" y="2696530"/>
            <a:chExt cx="2952000" cy="480291"/>
          </a:xfrm>
        </p:grpSpPr>
        <p:cxnSp>
          <p:nvCxnSpPr>
            <p:cNvPr id="12" name="直線矢印コネクタ 11">
              <a:extLst>
                <a:ext uri="{FF2B5EF4-FFF2-40B4-BE49-F238E27FC236}">
                  <a16:creationId xmlns:a16="http://schemas.microsoft.com/office/drawing/2014/main" id="{5D8380B9-B91A-0BDA-08B5-142F2E1AAB69}"/>
                </a:ext>
              </a:extLst>
            </p:cNvPr>
            <p:cNvCxnSpPr>
              <a:cxnSpLocks/>
            </p:cNvCxnSpPr>
            <p:nvPr/>
          </p:nvCxnSpPr>
          <p:spPr>
            <a:xfrm>
              <a:off x="6569867" y="3176821"/>
              <a:ext cx="2952000" cy="0"/>
            </a:xfrm>
            <a:prstGeom prst="straightConnector1">
              <a:avLst/>
            </a:prstGeom>
            <a:ln w="19050" cap="rnd">
              <a:solidFill>
                <a:schemeClr val="tx1"/>
              </a:solidFill>
              <a:round/>
              <a:headEnd type="none" w="med" len="med"/>
              <a:tailEnd type="arrow" w="lg" len="med"/>
            </a:ln>
          </p:spPr>
          <p:style>
            <a:lnRef idx="1">
              <a:schemeClr val="accent1"/>
            </a:lnRef>
            <a:fillRef idx="0">
              <a:schemeClr val="accent1"/>
            </a:fillRef>
            <a:effectRef idx="0">
              <a:schemeClr val="accent1"/>
            </a:effectRef>
            <a:fontRef idx="minor">
              <a:schemeClr val="tx1"/>
            </a:fontRef>
          </p:style>
        </p:cxnSp>
        <p:sp>
          <p:nvSpPr>
            <p:cNvPr id="16" name="テキスト ボックス 15">
              <a:extLst>
                <a:ext uri="{FF2B5EF4-FFF2-40B4-BE49-F238E27FC236}">
                  <a16:creationId xmlns:a16="http://schemas.microsoft.com/office/drawing/2014/main" id="{1A0FA24E-70F1-46AF-538C-74422A172B45}"/>
                </a:ext>
              </a:extLst>
            </p:cNvPr>
            <p:cNvSpPr txBox="1"/>
            <p:nvPr/>
          </p:nvSpPr>
          <p:spPr>
            <a:xfrm>
              <a:off x="7087769" y="2696530"/>
              <a:ext cx="2212144" cy="410882"/>
            </a:xfrm>
            <a:prstGeom prst="rect">
              <a:avLst/>
            </a:prstGeom>
            <a:noFill/>
          </p:spPr>
          <p:txBody>
            <a:bodyPr wrap="none" lIns="0" rIns="0" rtlCol="0">
              <a:spAutoFit/>
            </a:bodyPr>
            <a:lstStyle/>
            <a:p>
              <a:pPr algn="l">
                <a:lnSpc>
                  <a:spcPct val="120000"/>
                </a:lnSpc>
              </a:pPr>
              <a:r>
                <a:rPr kumimoji="1" lang="ja-JP" altLang="en-US">
                  <a:solidFill>
                    <a:schemeClr val="accent3">
                      <a:lumMod val="60000"/>
                      <a:lumOff val="40000"/>
                    </a:schemeClr>
                  </a:solidFill>
                </a:rPr>
                <a:t>クエリ</a:t>
              </a:r>
              <a:r>
                <a:rPr kumimoji="1" lang="en-US" altLang="ja-JP" dirty="0"/>
                <a:t>+</a:t>
              </a:r>
              <a:r>
                <a:rPr kumimoji="1" lang="ja-JP" altLang="en-US">
                  <a:solidFill>
                    <a:schemeClr val="accent2"/>
                  </a:solidFill>
                </a:rPr>
                <a:t>ドキュメント</a:t>
              </a:r>
              <a:endParaRPr kumimoji="1" lang="ja-JP" altLang="en-US" dirty="0">
                <a:solidFill>
                  <a:schemeClr val="accent2"/>
                </a:solidFill>
              </a:endParaRPr>
            </a:p>
          </p:txBody>
        </p:sp>
        <p:sp>
          <p:nvSpPr>
            <p:cNvPr id="24" name="Oval 23">
              <a:extLst>
                <a:ext uri="{FF2B5EF4-FFF2-40B4-BE49-F238E27FC236}">
                  <a16:creationId xmlns:a16="http://schemas.microsoft.com/office/drawing/2014/main" id="{A01AE3ED-BEFA-5753-7B99-40D7586DF36A}"/>
                </a:ext>
              </a:extLst>
            </p:cNvPr>
            <p:cNvSpPr>
              <a:spLocks noChangeAspect="1"/>
            </p:cNvSpPr>
            <p:nvPr/>
          </p:nvSpPr>
          <p:spPr bwMode="auto">
            <a:xfrm>
              <a:off x="6650050" y="2745069"/>
              <a:ext cx="329184" cy="329184"/>
            </a:xfrm>
            <a:prstGeom prst="ellipse">
              <a:avLst/>
            </a:prstGeom>
            <a:solidFill>
              <a:srgbClr val="FFFFFF"/>
            </a:solidFill>
            <a:ln w="12700" cap="flat" cmpd="sng" algn="ctr">
              <a:noFill/>
              <a:prstDash val="solid"/>
              <a:miter lim="800000"/>
            </a:ln>
            <a:effectLst/>
          </p:spPr>
          <p:txBody>
            <a:bodyPr lIns="0" tIns="0" rIns="0" bIns="0" anchor="ctr" anchorCtr="0"/>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400" b="1" i="0" u="none" strike="noStrike" kern="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4</a:t>
              </a:r>
            </a:p>
          </p:txBody>
        </p:sp>
      </p:grpSp>
      <p:grpSp>
        <p:nvGrpSpPr>
          <p:cNvPr id="45" name="Group 44">
            <a:extLst>
              <a:ext uri="{FF2B5EF4-FFF2-40B4-BE49-F238E27FC236}">
                <a16:creationId xmlns:a16="http://schemas.microsoft.com/office/drawing/2014/main" id="{64D7856D-3B3E-0FE0-F42C-7CB6C3EC126A}"/>
              </a:ext>
            </a:extLst>
          </p:cNvPr>
          <p:cNvGrpSpPr/>
          <p:nvPr/>
        </p:nvGrpSpPr>
        <p:grpSpPr>
          <a:xfrm>
            <a:off x="6569867" y="3272575"/>
            <a:ext cx="2952000" cy="518021"/>
            <a:chOff x="6569867" y="3545793"/>
            <a:chExt cx="2952000" cy="518021"/>
          </a:xfrm>
        </p:grpSpPr>
        <p:cxnSp>
          <p:nvCxnSpPr>
            <p:cNvPr id="11" name="直線矢印コネクタ 10">
              <a:extLst>
                <a:ext uri="{FF2B5EF4-FFF2-40B4-BE49-F238E27FC236}">
                  <a16:creationId xmlns:a16="http://schemas.microsoft.com/office/drawing/2014/main" id="{EDE6DC3F-EE2C-E03C-13CF-9ECF43A6F8E2}"/>
                </a:ext>
              </a:extLst>
            </p:cNvPr>
            <p:cNvCxnSpPr>
              <a:cxnSpLocks/>
            </p:cNvCxnSpPr>
            <p:nvPr/>
          </p:nvCxnSpPr>
          <p:spPr>
            <a:xfrm flipH="1">
              <a:off x="6569867" y="3545793"/>
              <a:ext cx="2952000" cy="0"/>
            </a:xfrm>
            <a:prstGeom prst="straightConnector1">
              <a:avLst/>
            </a:prstGeom>
            <a:ln w="19050" cap="rnd">
              <a:solidFill>
                <a:schemeClr val="tx1"/>
              </a:solidFill>
              <a:round/>
              <a:headEnd type="none" w="med" len="med"/>
              <a:tailEnd type="arrow" w="lg" len="med"/>
            </a:ln>
          </p:spPr>
          <p:style>
            <a:lnRef idx="1">
              <a:schemeClr val="accent1"/>
            </a:lnRef>
            <a:fillRef idx="0">
              <a:schemeClr val="accent1"/>
            </a:fillRef>
            <a:effectRef idx="0">
              <a:schemeClr val="accent1"/>
            </a:effectRef>
            <a:fontRef idx="minor">
              <a:schemeClr val="tx1"/>
            </a:fontRef>
          </p:style>
        </p:cxnSp>
        <p:sp>
          <p:nvSpPr>
            <p:cNvPr id="13" name="テキスト ボックス 12">
              <a:extLst>
                <a:ext uri="{FF2B5EF4-FFF2-40B4-BE49-F238E27FC236}">
                  <a16:creationId xmlns:a16="http://schemas.microsoft.com/office/drawing/2014/main" id="{47ABF98B-58E1-C33B-4E80-B094D1592AEF}"/>
                </a:ext>
              </a:extLst>
            </p:cNvPr>
            <p:cNvSpPr txBox="1"/>
            <p:nvPr/>
          </p:nvSpPr>
          <p:spPr>
            <a:xfrm>
              <a:off x="7607571" y="3652932"/>
              <a:ext cx="461665" cy="410882"/>
            </a:xfrm>
            <a:prstGeom prst="rect">
              <a:avLst/>
            </a:prstGeom>
            <a:noFill/>
          </p:spPr>
          <p:txBody>
            <a:bodyPr wrap="none" lIns="0" rIns="0" rtlCol="0">
              <a:spAutoFit/>
            </a:bodyPr>
            <a:lstStyle/>
            <a:p>
              <a:pPr algn="l">
                <a:lnSpc>
                  <a:spcPct val="120000"/>
                </a:lnSpc>
              </a:pPr>
              <a:r>
                <a:rPr kumimoji="1" lang="ja-JP" altLang="en-US">
                  <a:solidFill>
                    <a:srgbClr val="56C0A7"/>
                  </a:solidFill>
                </a:rPr>
                <a:t>回答</a:t>
              </a:r>
              <a:endParaRPr kumimoji="1" lang="ja-JP" altLang="en-US" dirty="0">
                <a:solidFill>
                  <a:srgbClr val="56C0A7"/>
                </a:solidFill>
              </a:endParaRPr>
            </a:p>
          </p:txBody>
        </p:sp>
        <p:sp>
          <p:nvSpPr>
            <p:cNvPr id="39" name="Oval 38">
              <a:extLst>
                <a:ext uri="{FF2B5EF4-FFF2-40B4-BE49-F238E27FC236}">
                  <a16:creationId xmlns:a16="http://schemas.microsoft.com/office/drawing/2014/main" id="{CF8BFCC8-ABB8-4566-653F-4D107FF12138}"/>
                </a:ext>
              </a:extLst>
            </p:cNvPr>
            <p:cNvSpPr>
              <a:spLocks noChangeAspect="1"/>
            </p:cNvSpPr>
            <p:nvPr/>
          </p:nvSpPr>
          <p:spPr bwMode="auto">
            <a:xfrm>
              <a:off x="7135850" y="3705762"/>
              <a:ext cx="329184" cy="329184"/>
            </a:xfrm>
            <a:prstGeom prst="ellipse">
              <a:avLst/>
            </a:prstGeom>
            <a:solidFill>
              <a:srgbClr val="FFFFFF"/>
            </a:solidFill>
            <a:ln w="12700" cap="flat" cmpd="sng" algn="ctr">
              <a:noFill/>
              <a:prstDash val="solid"/>
              <a:miter lim="800000"/>
            </a:ln>
            <a:effectLst/>
          </p:spPr>
          <p:txBody>
            <a:bodyPr lIns="0" tIns="0" rIns="0" bIns="0" anchor="ctr" anchorCtr="0"/>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400" b="1" i="0" u="none" strike="noStrike" kern="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5</a:t>
              </a:r>
            </a:p>
          </p:txBody>
        </p:sp>
      </p:grpSp>
      <p:sp>
        <p:nvSpPr>
          <p:cNvPr id="48" name="TextBox 45">
            <a:extLst>
              <a:ext uri="{FF2B5EF4-FFF2-40B4-BE49-F238E27FC236}">
                <a16:creationId xmlns:a16="http://schemas.microsoft.com/office/drawing/2014/main" id="{72D0F62F-1F12-5EE2-18B3-C54605F4A41B}"/>
              </a:ext>
            </a:extLst>
          </p:cNvPr>
          <p:cNvSpPr txBox="1"/>
          <p:nvPr/>
        </p:nvSpPr>
        <p:spPr>
          <a:xfrm>
            <a:off x="7186182" y="1127753"/>
            <a:ext cx="2952000" cy="1058558"/>
          </a:xfrm>
          <a:prstGeom prst="wedgeRoundRectCallout">
            <a:avLst>
              <a:gd name="adj1" fmla="val -33316"/>
              <a:gd name="adj2" fmla="val 68817"/>
              <a:gd name="adj3" fmla="val 16667"/>
            </a:avLst>
          </a:prstGeom>
          <a:solidFill>
            <a:schemeClr val="bg1">
              <a:alpha val="30000"/>
            </a:schemeClr>
          </a:solidFill>
          <a:ln w="19050">
            <a:solidFill>
              <a:srgbClr val="FFFFFF"/>
            </a:solidFill>
          </a:ln>
        </p:spPr>
        <p:txBody>
          <a:bodyPr wrap="square" lIns="108000" tIns="108000" rIns="108000" bIns="108000" rtlCol="0">
            <a:spAutoFit/>
          </a:bodyPr>
          <a:lstStyle/>
          <a:p>
            <a:pPr lvl="0">
              <a:defRPr/>
            </a:pPr>
            <a:r>
              <a:rPr lang="ja-JP" altLang="en-US" sz="1200" b="1" kern="0" noProof="0">
                <a:solidFill>
                  <a:schemeClr val="bg1">
                    <a:lumMod val="25000"/>
                    <a:lumOff val="75000"/>
                  </a:schemeClr>
                </a:solidFill>
              </a:rPr>
              <a:t>簡略化した</a:t>
            </a:r>
            <a:r>
              <a:rPr lang="en-US" sz="1200" b="1" kern="0" dirty="0" err="1">
                <a:solidFill>
                  <a:schemeClr val="bg1">
                    <a:lumMod val="25000"/>
                    <a:lumOff val="75000"/>
                  </a:schemeClr>
                </a:solidFill>
              </a:rPr>
              <a:t>入力文</a:t>
            </a:r>
            <a:r>
              <a:rPr lang="ja-JP" altLang="en-US" sz="1200" b="1" kern="0">
                <a:solidFill>
                  <a:schemeClr val="bg1">
                    <a:lumMod val="25000"/>
                    <a:lumOff val="75000"/>
                  </a:schemeClr>
                </a:solidFill>
              </a:rPr>
              <a:t> </a:t>
            </a:r>
            <a:r>
              <a:rPr lang="en-US" altLang="ja-JP" sz="1200" b="1" kern="0" dirty="0">
                <a:solidFill>
                  <a:schemeClr val="bg1">
                    <a:lumMod val="25000"/>
                    <a:lumOff val="75000"/>
                  </a:schemeClr>
                </a:solidFill>
              </a:rPr>
              <a:t>(</a:t>
            </a:r>
            <a:r>
              <a:rPr lang="ja-JP" altLang="en-US" sz="1200" b="1" kern="0">
                <a:solidFill>
                  <a:schemeClr val="bg1">
                    <a:lumMod val="25000"/>
                    <a:lumOff val="75000"/>
                  </a:schemeClr>
                </a:solidFill>
              </a:rPr>
              <a:t>プロンプト</a:t>
            </a:r>
            <a:r>
              <a:rPr lang="en-US" altLang="ja-JP" sz="1200" b="1" kern="0" dirty="0">
                <a:solidFill>
                  <a:schemeClr val="bg1">
                    <a:lumMod val="25000"/>
                    <a:lumOff val="75000"/>
                  </a:schemeClr>
                </a:solidFill>
              </a:rPr>
              <a:t>) </a:t>
            </a:r>
            <a:r>
              <a:rPr lang="ja-JP" altLang="en-US" sz="1200" b="1" kern="0" noProof="0">
                <a:solidFill>
                  <a:schemeClr val="bg1">
                    <a:lumMod val="25000"/>
                    <a:lumOff val="75000"/>
                  </a:schemeClr>
                </a:solidFill>
              </a:rPr>
              <a:t>例</a:t>
            </a:r>
            <a:endParaRPr lang="en-US" sz="1200" b="1" kern="0" noProof="0" dirty="0">
              <a:solidFill>
                <a:schemeClr val="bg1">
                  <a:lumMod val="25000"/>
                  <a:lumOff val="75000"/>
                </a:schemeClr>
              </a:solidFill>
            </a:endParaRPr>
          </a:p>
          <a:p>
            <a:pPr marL="0" marR="0" lvl="0" indent="0" defTabSz="914400" eaLnBrk="1" fontAlgn="auto" latinLnBrk="0" hangingPunct="1">
              <a:lnSpc>
                <a:spcPct val="100000"/>
              </a:lnSpc>
              <a:spcBef>
                <a:spcPts val="0"/>
              </a:spcBef>
              <a:spcAft>
                <a:spcPts val="0"/>
              </a:spcAft>
              <a:buClrTx/>
              <a:buSzTx/>
              <a:buFontTx/>
              <a:buNone/>
              <a:tabLst/>
              <a:defRPr/>
            </a:pPr>
            <a:r>
              <a:rPr lang="en-US" sz="1200" kern="0" noProof="0" dirty="0">
                <a:solidFill>
                  <a:schemeClr val="accent6"/>
                </a:solidFill>
              </a:rPr>
              <a:t>{</a:t>
            </a:r>
            <a:r>
              <a:rPr kumimoji="0" lang="en-US" sz="1200" b="0" i="0" u="none" strike="noStrike" kern="0" cap="none" spc="0" normalizeH="0" baseline="0" noProof="0" dirty="0" err="1">
                <a:ln>
                  <a:noFill/>
                </a:ln>
                <a:solidFill>
                  <a:schemeClr val="accent6"/>
                </a:solidFill>
                <a:effectLst/>
                <a:uLnTx/>
                <a:uFillTx/>
              </a:rPr>
              <a:t>ドキュメント</a:t>
            </a:r>
            <a:r>
              <a:rPr kumimoji="0" lang="en-US" sz="1200" b="0" i="0" u="none" strike="noStrike" kern="0" cap="none" spc="0" normalizeH="0" baseline="0" noProof="0" dirty="0">
                <a:ln>
                  <a:noFill/>
                </a:ln>
                <a:solidFill>
                  <a:schemeClr val="accent6"/>
                </a:solidFill>
                <a:effectLst/>
                <a:uLnTx/>
                <a:uFillTx/>
              </a:rPr>
              <a:t>}</a:t>
            </a:r>
          </a:p>
          <a:p>
            <a:pPr marL="0" marR="0" lvl="0" indent="0" defTabSz="914400" eaLnBrk="1" fontAlgn="auto" latinLnBrk="0" hangingPunct="1">
              <a:lnSpc>
                <a:spcPct val="100000"/>
              </a:lnSpc>
              <a:spcBef>
                <a:spcPts val="0"/>
              </a:spcBef>
              <a:spcAft>
                <a:spcPts val="0"/>
              </a:spcAft>
              <a:buClrTx/>
              <a:buSzTx/>
              <a:buFontTx/>
              <a:buNone/>
              <a:tabLst/>
              <a:defRPr/>
            </a:pPr>
            <a:r>
              <a:rPr lang="en-US" sz="1200" kern="0" dirty="0" err="1"/>
              <a:t>上記のドキュメントの中から</a:t>
            </a:r>
            <a:r>
              <a:rPr lang="en-US" altLang="ja-JP" sz="1200" kern="0" dirty="0">
                <a:solidFill>
                  <a:schemeClr val="accent3">
                    <a:lumMod val="60000"/>
                    <a:lumOff val="40000"/>
                  </a:schemeClr>
                </a:solidFill>
              </a:rPr>
              <a:t>{</a:t>
            </a:r>
            <a:r>
              <a:rPr lang="ja-JP" altLang="en-US" sz="1200" kern="0">
                <a:solidFill>
                  <a:schemeClr val="accent3">
                    <a:lumMod val="60000"/>
                    <a:lumOff val="40000"/>
                  </a:schemeClr>
                </a:solidFill>
              </a:rPr>
              <a:t>クエリ</a:t>
            </a:r>
            <a:r>
              <a:rPr lang="en-US" altLang="ja-JP" sz="1200" kern="0" dirty="0">
                <a:solidFill>
                  <a:schemeClr val="accent3">
                    <a:lumMod val="60000"/>
                    <a:lumOff val="40000"/>
                  </a:schemeClr>
                </a:solidFill>
              </a:rPr>
              <a:t>}</a:t>
            </a:r>
            <a:r>
              <a:rPr lang="ja-JP" altLang="en-US" sz="1200" kern="0"/>
              <a:t>への回答を生成してください</a:t>
            </a:r>
            <a:endParaRPr kumimoji="0" lang="en-JP" sz="1200" b="0" i="0" u="none" strike="noStrike" kern="0" cap="none" spc="0" normalizeH="0" baseline="0" noProof="0" dirty="0">
              <a:ln>
                <a:noFill/>
              </a:ln>
              <a:effectLst/>
              <a:uLnTx/>
              <a:uFillTx/>
            </a:endParaRPr>
          </a:p>
        </p:txBody>
      </p:sp>
    </p:spTree>
    <p:extLst>
      <p:ext uri="{BB962C8B-B14F-4D97-AF65-F5344CB8AC3E}">
        <p14:creationId xmlns:p14="http://schemas.microsoft.com/office/powerpoint/2010/main" val="30883987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 name="Rounded Rectangle 44">
            <a:extLst>
              <a:ext uri="{FF2B5EF4-FFF2-40B4-BE49-F238E27FC236}">
                <a16:creationId xmlns:a16="http://schemas.microsoft.com/office/drawing/2014/main" id="{860A6E89-42CF-BDDC-5073-694580520DA8}"/>
              </a:ext>
            </a:extLst>
          </p:cNvPr>
          <p:cNvSpPr/>
          <p:nvPr/>
        </p:nvSpPr>
        <p:spPr>
          <a:xfrm>
            <a:off x="3006225" y="1564796"/>
            <a:ext cx="4762269" cy="4267968"/>
          </a:xfrm>
          <a:prstGeom prst="roundRect">
            <a:avLst>
              <a:gd name="adj" fmla="val 3033"/>
            </a:avLst>
          </a:prstGeom>
          <a:solidFill>
            <a:schemeClr val="accent4">
              <a:lumMod val="20000"/>
              <a:lumOff val="80000"/>
              <a:alpha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dirty="0">
              <a:ln>
                <a:noFill/>
              </a:ln>
              <a:solidFill>
                <a:srgbClr val="FFFFFF"/>
              </a:solidFill>
              <a:effectLst/>
              <a:uLnTx/>
              <a:uFillTx/>
              <a:latin typeface="Amazon Ember Display"/>
              <a:ea typeface="メイリオ"/>
              <a:cs typeface="+mn-cs"/>
            </a:endParaRPr>
          </a:p>
        </p:txBody>
      </p:sp>
      <p:sp>
        <p:nvSpPr>
          <p:cNvPr id="3" name="Title 2">
            <a:extLst>
              <a:ext uri="{FF2B5EF4-FFF2-40B4-BE49-F238E27FC236}">
                <a16:creationId xmlns:a16="http://schemas.microsoft.com/office/drawing/2014/main" id="{FD919E6A-493C-4238-8F53-85BFFFD9632D}"/>
              </a:ext>
            </a:extLst>
          </p:cNvPr>
          <p:cNvSpPr>
            <a:spLocks noGrp="1"/>
          </p:cNvSpPr>
          <p:nvPr>
            <p:ph type="title"/>
          </p:nvPr>
        </p:nvSpPr>
        <p:spPr/>
        <p:txBody>
          <a:bodyPr/>
          <a:lstStyle/>
          <a:p>
            <a:r>
              <a:rPr lang="en-US" altLang="ja-JP" dirty="0">
                <a:ea typeface="メイリオ" panose="020B0604030504040204" pitchFamily="50" charset="-128"/>
              </a:rPr>
              <a:t>Knowledge Bases for Amazon Bedrock</a:t>
            </a:r>
            <a:endParaRPr lang="en-US" dirty="0">
              <a:ea typeface="メイリオ" panose="020B0604030504040204" pitchFamily="50" charset="-128"/>
            </a:endParaRPr>
          </a:p>
        </p:txBody>
      </p:sp>
      <p:sp>
        <p:nvSpPr>
          <p:cNvPr id="5" name="Text Placeholder 3">
            <a:extLst>
              <a:ext uri="{FF2B5EF4-FFF2-40B4-BE49-F238E27FC236}">
                <a16:creationId xmlns:a16="http://schemas.microsoft.com/office/drawing/2014/main" id="{961057CD-AB36-B37F-D49E-BD0F577447DA}"/>
              </a:ext>
            </a:extLst>
          </p:cNvPr>
          <p:cNvSpPr txBox="1">
            <a:spLocks/>
          </p:cNvSpPr>
          <p:nvPr/>
        </p:nvSpPr>
        <p:spPr>
          <a:xfrm>
            <a:off x="266700" y="897236"/>
            <a:ext cx="11257384" cy="304800"/>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0"/>
              </a:spcBef>
              <a:spcAft>
                <a:spcPts val="1200"/>
              </a:spcAft>
              <a:buSzPct val="90000"/>
              <a:buFont typeface="Amazon Ember" panose="020B0603020204020204" pitchFamily="34" charset="0"/>
              <a:buChar char="•"/>
              <a:defRPr sz="2400" b="0" i="0" kern="1200" baseline="0">
                <a:solidFill>
                  <a:schemeClr val="tx1"/>
                </a:solidFill>
                <a:latin typeface="Amazon Ember Display" panose="020F0603020204020204" pitchFamily="34" charset="0"/>
                <a:ea typeface="メイリオ" panose="020B0604030504040204" pitchFamily="50" charset="-128"/>
                <a:cs typeface="+mn-cs"/>
              </a:defRPr>
            </a:lvl1pPr>
            <a:lvl2pPr marL="457200" indent="-228600" algn="l" defTabSz="914400" rtl="0" eaLnBrk="1" latinLnBrk="0" hangingPunct="1">
              <a:lnSpc>
                <a:spcPct val="90000"/>
              </a:lnSpc>
              <a:spcBef>
                <a:spcPts val="0"/>
              </a:spcBef>
              <a:spcAft>
                <a:spcPts val="1200"/>
              </a:spcAft>
              <a:buSzPct val="90000"/>
              <a:buFont typeface="Wingdings" panose="05000000000000000000" pitchFamily="2" charset="2"/>
              <a:buChar char="§"/>
              <a:defRPr sz="2000" b="0" i="0" kern="1200" baseline="0">
                <a:solidFill>
                  <a:schemeClr val="tx1"/>
                </a:solidFill>
                <a:latin typeface="Amazon Ember Display" panose="020F0603020204020204" pitchFamily="34" charset="0"/>
                <a:ea typeface="メイリオ" panose="020B0604030504040204" pitchFamily="50" charset="-128"/>
                <a:cs typeface="+mn-cs"/>
              </a:defRPr>
            </a:lvl2pPr>
            <a:lvl3pPr marL="685800" indent="-228600" algn="l" defTabSz="914400" rtl="0" eaLnBrk="1" latinLnBrk="0" hangingPunct="1">
              <a:lnSpc>
                <a:spcPct val="90000"/>
              </a:lnSpc>
              <a:spcBef>
                <a:spcPts val="0"/>
              </a:spcBef>
              <a:spcAft>
                <a:spcPts val="600"/>
              </a:spcAft>
              <a:buSzPct val="90000"/>
              <a:buFont typeface="Amazon Ember" panose="020B0603020204020204" pitchFamily="34" charset="0"/>
              <a:buChar char="–"/>
              <a:defRPr sz="1800" b="0" i="0" kern="1200" baseline="0">
                <a:solidFill>
                  <a:schemeClr val="tx1"/>
                </a:solidFill>
                <a:latin typeface="Amazon Ember Display" panose="020F0603020204020204" pitchFamily="34" charset="0"/>
                <a:ea typeface="メイリオ" panose="020B0604030504040204" pitchFamily="50" charset="-128"/>
                <a:cs typeface="+mn-cs"/>
              </a:defRPr>
            </a:lvl3pPr>
            <a:lvl4pPr marL="914400" indent="-228600" algn="l" defTabSz="914400" rtl="0" eaLnBrk="1" latinLnBrk="0" hangingPunct="1">
              <a:lnSpc>
                <a:spcPct val="90000"/>
              </a:lnSpc>
              <a:spcBef>
                <a:spcPts val="0"/>
              </a:spcBef>
              <a:spcAft>
                <a:spcPts val="600"/>
              </a:spcAft>
              <a:buFont typeface="Amazon Ember" panose="020B0603020204020204" pitchFamily="34" charset="0"/>
              <a:buChar char="•"/>
              <a:defRPr sz="1600" b="0" i="0" kern="1200" baseline="0">
                <a:solidFill>
                  <a:schemeClr val="tx1"/>
                </a:solidFill>
                <a:latin typeface="Amazon Ember Display" panose="020F0603020204020204" pitchFamily="34" charset="0"/>
                <a:ea typeface="メイリオ" panose="020B0604030504040204" pitchFamily="50" charset="-128"/>
                <a:cs typeface="+mn-cs"/>
              </a:defRPr>
            </a:lvl4pPr>
            <a:lvl5pPr marL="1143000" indent="-228600" algn="l" defTabSz="914400" rtl="0" eaLnBrk="1" latinLnBrk="0" hangingPunct="1">
              <a:lnSpc>
                <a:spcPct val="90000"/>
              </a:lnSpc>
              <a:spcBef>
                <a:spcPts val="0"/>
              </a:spcBef>
              <a:spcAft>
                <a:spcPts val="600"/>
              </a:spcAft>
              <a:buFont typeface="Amazon Ember" panose="020B0603020204020204" pitchFamily="34" charset="0"/>
              <a:buChar char="•"/>
              <a:defRPr sz="1600" b="0" i="0" kern="1200" baseline="0">
                <a:solidFill>
                  <a:schemeClr val="tx1"/>
                </a:solidFill>
                <a:latin typeface="Amazon Ember Display" panose="020F0603020204020204" pitchFamily="34" charset="0"/>
                <a:ea typeface="メイリオ" panose="020B0604030504040204" pitchFamily="50" charset="-128"/>
                <a:cs typeface="+mn-cs"/>
              </a:defRPr>
            </a:lvl5pPr>
            <a:lvl6pPr marL="2514600" indent="-228600" algn="l" defTabSz="914400" rtl="0" eaLnBrk="1" latinLnBrk="0" hangingPunct="1">
              <a:lnSpc>
                <a:spcPct val="90000"/>
              </a:lnSpc>
              <a:spcBef>
                <a:spcPts val="500"/>
              </a:spcBef>
              <a:buFont typeface="Amazon Ember" panose="020B0603020204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mazon Ember" panose="020B0603020204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mazon Ember" panose="020B0603020204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mazon Ember" panose="020B0603020204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0"/>
              </a:spcBef>
              <a:spcAft>
                <a:spcPts val="1200"/>
              </a:spcAft>
              <a:buClrTx/>
              <a:buSzPct val="90000"/>
              <a:buFont typeface="Amazon Ember" panose="020B0603020204020204" pitchFamily="34" charset="0"/>
              <a:buNone/>
              <a:tabLst/>
              <a:defRPr/>
            </a:pPr>
            <a:r>
              <a:rPr kumimoji="0" lang="en-US" sz="2400" b="1" i="0" u="none" strike="noStrike" kern="1200" cap="none" spc="0" normalizeH="0" baseline="0" noProof="0" dirty="0">
                <a:ln>
                  <a:noFill/>
                </a:ln>
                <a:solidFill>
                  <a:srgbClr val="FFBAC5"/>
                </a:solidFill>
                <a:effectLst/>
                <a:uLnTx/>
                <a:uFillTx/>
                <a:latin typeface="Amazon Ember Display" panose="020F0603020204020204" pitchFamily="34" charset="0"/>
                <a:ea typeface="メイリオ" panose="020B0604030504040204" pitchFamily="50" charset="-128"/>
                <a:cs typeface="+mn-cs"/>
              </a:rPr>
              <a:t>Amazon Bedrock </a:t>
            </a:r>
            <a:r>
              <a:rPr kumimoji="0" lang="en-US" sz="2400" b="1" i="0" u="none" strike="noStrike" kern="1200" cap="none" spc="0" normalizeH="0" baseline="0" noProof="0" dirty="0" err="1">
                <a:ln>
                  <a:noFill/>
                </a:ln>
                <a:solidFill>
                  <a:srgbClr val="FFBAC5"/>
                </a:solidFill>
                <a:effectLst/>
                <a:uLnTx/>
                <a:uFillTx/>
                <a:latin typeface="Amazon Ember Display" panose="020F0603020204020204" pitchFamily="34" charset="0"/>
                <a:ea typeface="メイリオ" panose="020B0604030504040204" pitchFamily="50" charset="-128"/>
                <a:cs typeface="+mn-cs"/>
              </a:rPr>
              <a:t>の機能としてフルマネージドで</a:t>
            </a:r>
            <a:r>
              <a:rPr kumimoji="0" lang="en-US" sz="2400" b="1" i="0" u="none" strike="noStrike" kern="1200" cap="none" spc="0" normalizeH="0" baseline="0" noProof="0" dirty="0">
                <a:ln>
                  <a:noFill/>
                </a:ln>
                <a:solidFill>
                  <a:srgbClr val="FFBAC5"/>
                </a:solidFill>
                <a:effectLst/>
                <a:uLnTx/>
                <a:uFillTx/>
                <a:latin typeface="Amazon Ember Display" panose="020F0603020204020204" pitchFamily="34" charset="0"/>
                <a:ea typeface="メイリオ" panose="020B0604030504040204" pitchFamily="50" charset="-128"/>
                <a:cs typeface="+mn-cs"/>
              </a:rPr>
              <a:t> RAG </a:t>
            </a:r>
            <a:r>
              <a:rPr kumimoji="0" lang="en-US" sz="2400" b="1" i="0" u="none" strike="noStrike" kern="1200" cap="none" spc="0" normalizeH="0" baseline="0" noProof="0" dirty="0" err="1">
                <a:ln>
                  <a:noFill/>
                </a:ln>
                <a:solidFill>
                  <a:srgbClr val="FFBAC5"/>
                </a:solidFill>
                <a:effectLst/>
                <a:uLnTx/>
                <a:uFillTx/>
                <a:latin typeface="Amazon Ember Display" panose="020F0603020204020204" pitchFamily="34" charset="0"/>
                <a:ea typeface="メイリオ" panose="020B0604030504040204" pitchFamily="50" charset="-128"/>
                <a:cs typeface="+mn-cs"/>
              </a:rPr>
              <a:t>を構築できる</a:t>
            </a:r>
            <a:endParaRPr kumimoji="0" lang="en-US" sz="2400" b="1" i="0" u="none" strike="noStrike" kern="1200" cap="none" spc="0" normalizeH="0" baseline="0" noProof="0" dirty="0">
              <a:ln>
                <a:noFill/>
              </a:ln>
              <a:solidFill>
                <a:srgbClr val="FFBAC5"/>
              </a:solidFill>
              <a:effectLst/>
              <a:uLnTx/>
              <a:uFillTx/>
              <a:latin typeface="Amazon Ember Display" panose="020F0603020204020204" pitchFamily="34" charset="0"/>
              <a:ea typeface="メイリオ" panose="020B0604030504040204" pitchFamily="50" charset="-128"/>
              <a:cs typeface="+mn-cs"/>
            </a:endParaRPr>
          </a:p>
        </p:txBody>
      </p:sp>
      <p:pic>
        <p:nvPicPr>
          <p:cNvPr id="21" name="Graphic 46" descr="Database resource icon for the General Icons category.">
            <a:extLst>
              <a:ext uri="{FF2B5EF4-FFF2-40B4-BE49-F238E27FC236}">
                <a16:creationId xmlns:a16="http://schemas.microsoft.com/office/drawing/2014/main" id="{CE3ED0F0-9616-DBE1-9756-998BA903FA45}"/>
              </a:ext>
            </a:extLst>
          </p:cNvPr>
          <p:cNvPicPr>
            <a:picLocks noChangeAspect="1"/>
          </p:cNvPicPr>
          <p:nvPr/>
        </p:nvPicPr>
        <p:blipFill>
          <a:blip r:embed="rId3">
            <a:extLst>
              <a:ext uri="{96DAC541-7B7A-43D3-8B79-37D633B846F1}">
                <asvg:svgBlip xmlns:asvg="http://schemas.microsoft.com/office/drawing/2016/SVG/main" r:embed="rId4"/>
              </a:ext>
            </a:extLst>
          </a:blip>
          <a:srcRect/>
          <a:stretch/>
        </p:blipFill>
        <p:spPr>
          <a:xfrm>
            <a:off x="3485135" y="4251190"/>
            <a:ext cx="764047" cy="764047"/>
          </a:xfrm>
          <a:prstGeom prst="rect">
            <a:avLst/>
          </a:prstGeom>
        </p:spPr>
      </p:pic>
      <p:sp>
        <p:nvSpPr>
          <p:cNvPr id="22" name="テキスト ボックス 28">
            <a:extLst>
              <a:ext uri="{FF2B5EF4-FFF2-40B4-BE49-F238E27FC236}">
                <a16:creationId xmlns:a16="http://schemas.microsoft.com/office/drawing/2014/main" id="{8CA163D5-6298-736D-8F3C-FD20027A57F9}"/>
              </a:ext>
            </a:extLst>
          </p:cNvPr>
          <p:cNvSpPr txBox="1"/>
          <p:nvPr/>
        </p:nvSpPr>
        <p:spPr>
          <a:xfrm>
            <a:off x="3181467" y="5015237"/>
            <a:ext cx="1384995" cy="375487"/>
          </a:xfrm>
          <a:prstGeom prst="rect">
            <a:avLst/>
          </a:prstGeom>
          <a:noFill/>
        </p:spPr>
        <p:txBody>
          <a:bodyPr wrap="square" lIns="0" rIns="0" rtlCol="0">
            <a:spAutoFit/>
          </a:bodyPr>
          <a:lstStyle/>
          <a:p>
            <a:pPr marL="0" marR="0" lvl="0" indent="0" algn="ctr" defTabSz="914400" rtl="0" eaLnBrk="1" fontAlgn="auto" latinLnBrk="0" hangingPunct="1">
              <a:lnSpc>
                <a:spcPct val="120000"/>
              </a:lnSpc>
              <a:spcBef>
                <a:spcPts val="0"/>
              </a:spcBef>
              <a:spcAft>
                <a:spcPts val="0"/>
              </a:spcAft>
              <a:buClrTx/>
              <a:buSzTx/>
              <a:buFontTx/>
              <a:buNone/>
              <a:tabLst/>
              <a:defRPr/>
            </a:pPr>
            <a:r>
              <a:rPr kumimoji="1" lang="ja-JP" altLang="en-US" sz="1600" b="0" i="0" u="none" strike="noStrike" kern="1200" cap="none" spc="0" normalizeH="0" baseline="0" noProof="0">
                <a:ln>
                  <a:noFill/>
                </a:ln>
                <a:solidFill>
                  <a:srgbClr val="FFFFFF"/>
                </a:solidFill>
                <a:effectLst/>
                <a:uLnTx/>
                <a:uFillTx/>
                <a:latin typeface="Amazon Ember Display"/>
                <a:ea typeface="メイリオ"/>
                <a:cs typeface="+mn-cs"/>
              </a:rPr>
              <a:t>ベクトル</a:t>
            </a:r>
            <a:r>
              <a:rPr kumimoji="1" lang="en-US" altLang="ja-JP" sz="1600" b="0" i="0" u="none" strike="noStrike" kern="1200" cap="none" spc="0" normalizeH="0" baseline="0" noProof="0" dirty="0">
                <a:ln>
                  <a:noFill/>
                </a:ln>
                <a:solidFill>
                  <a:srgbClr val="FFFFFF"/>
                </a:solidFill>
                <a:effectLst/>
                <a:uLnTx/>
                <a:uFillTx/>
                <a:latin typeface="Amazon Ember Display"/>
                <a:ea typeface="メイリオ"/>
                <a:cs typeface="+mn-cs"/>
              </a:rPr>
              <a:t> DB</a:t>
            </a:r>
            <a:endParaRPr kumimoji="1" lang="ja-JP" altLang="en-US" sz="1600" b="0" i="0" u="none" strike="noStrike" kern="1200" cap="none" spc="0" normalizeH="0" baseline="0" noProof="0" dirty="0">
              <a:ln>
                <a:noFill/>
              </a:ln>
              <a:solidFill>
                <a:srgbClr val="FFFFFF"/>
              </a:solidFill>
              <a:effectLst/>
              <a:uLnTx/>
              <a:uFillTx/>
              <a:latin typeface="Amazon Ember Display"/>
              <a:ea typeface="メイリオ"/>
              <a:cs typeface="+mn-cs"/>
            </a:endParaRPr>
          </a:p>
        </p:txBody>
      </p:sp>
      <p:pic>
        <p:nvPicPr>
          <p:cNvPr id="23" name="図 61">
            <a:extLst>
              <a:ext uri="{FF2B5EF4-FFF2-40B4-BE49-F238E27FC236}">
                <a16:creationId xmlns:a16="http://schemas.microsoft.com/office/drawing/2014/main" id="{E1162549-9EF9-175B-E32F-4DC7C40EA61B}"/>
              </a:ext>
            </a:extLst>
          </p:cNvPr>
          <p:cNvPicPr>
            <a:picLocks noChangeAspect="1"/>
          </p:cNvPicPr>
          <p:nvPr/>
        </p:nvPicPr>
        <p:blipFill>
          <a:blip r:embed="rId5"/>
          <a:stretch>
            <a:fillRect/>
          </a:stretch>
        </p:blipFill>
        <p:spPr>
          <a:xfrm>
            <a:off x="8083466" y="1556359"/>
            <a:ext cx="3863950" cy="4747139"/>
          </a:xfrm>
          <a:prstGeom prst="rect">
            <a:avLst/>
          </a:prstGeom>
        </p:spPr>
      </p:pic>
      <p:pic>
        <p:nvPicPr>
          <p:cNvPr id="25" name="Graphic 8" descr="Amazon Simple Storage Service (Amazon S3) service icon.">
            <a:extLst>
              <a:ext uri="{FF2B5EF4-FFF2-40B4-BE49-F238E27FC236}">
                <a16:creationId xmlns:a16="http://schemas.microsoft.com/office/drawing/2014/main" id="{827BE352-E7B5-7FF9-A81C-AAABD2CDA9E9}"/>
              </a:ext>
            </a:extLst>
          </p:cNvPr>
          <p:cNvPicPr>
            <a:picLocks noChangeAspect="1" noChangeArrowheads="1"/>
          </p:cNvPicPr>
          <p:nvPr/>
        </p:nvPicPr>
        <p:blipFill>
          <a:blip r:embed="rId6">
            <a:extLst>
              <a:ext uri="{96DAC541-7B7A-43D3-8B79-37D633B846F1}">
                <asvg:svgBlip xmlns:asvg="http://schemas.microsoft.com/office/drawing/2016/SVG/main" r:embed="rId7"/>
              </a:ext>
            </a:extLst>
          </a:blip>
          <a:srcRect/>
          <a:stretch/>
        </p:blipFill>
        <p:spPr bwMode="auto">
          <a:xfrm>
            <a:off x="6610260" y="4239945"/>
            <a:ext cx="76200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6" name="テキスト ボックス 71">
            <a:extLst>
              <a:ext uri="{FF2B5EF4-FFF2-40B4-BE49-F238E27FC236}">
                <a16:creationId xmlns:a16="http://schemas.microsoft.com/office/drawing/2014/main" id="{19FDB195-F552-080C-9923-839015152A59}"/>
              </a:ext>
            </a:extLst>
          </p:cNvPr>
          <p:cNvSpPr txBox="1"/>
          <p:nvPr/>
        </p:nvSpPr>
        <p:spPr>
          <a:xfrm>
            <a:off x="6041064" y="4984336"/>
            <a:ext cx="1828508" cy="830997"/>
          </a:xfrm>
          <a:prstGeom prst="rect">
            <a:avLst/>
          </a:prstGeom>
          <a:noFill/>
        </p:spPr>
        <p:txBody>
          <a:bodyPr wrap="square" lIns="0" r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600" b="0" i="0" u="none" strike="noStrike" kern="1200" cap="none" spc="0" normalizeH="0" baseline="0" noProof="0" dirty="0">
                <a:ln>
                  <a:noFill/>
                </a:ln>
                <a:solidFill>
                  <a:srgbClr val="FFFFFF"/>
                </a:solidFill>
                <a:effectLst/>
                <a:uLnTx/>
                <a:uFillTx/>
                <a:latin typeface="Amazon Ember Display"/>
                <a:ea typeface="メイリオ"/>
                <a:cs typeface="+mn-cs"/>
              </a:rPr>
              <a:t>Amazon Simple Storage Service (Amazon S3)</a:t>
            </a:r>
            <a:endParaRPr kumimoji="1" lang="ja-JP" altLang="en-US" sz="1600" b="0" i="0" u="none" strike="noStrike" kern="1200" cap="none" spc="0" normalizeH="0" baseline="0" noProof="0" dirty="0">
              <a:ln>
                <a:noFill/>
              </a:ln>
              <a:solidFill>
                <a:srgbClr val="FFFFFF"/>
              </a:solidFill>
              <a:effectLst/>
              <a:uLnTx/>
              <a:uFillTx/>
              <a:latin typeface="Amazon Ember Display"/>
              <a:ea typeface="メイリオ"/>
              <a:cs typeface="+mn-cs"/>
            </a:endParaRPr>
          </a:p>
        </p:txBody>
      </p:sp>
      <p:cxnSp>
        <p:nvCxnSpPr>
          <p:cNvPr id="31" name="直線矢印コネクタ 8">
            <a:extLst>
              <a:ext uri="{FF2B5EF4-FFF2-40B4-BE49-F238E27FC236}">
                <a16:creationId xmlns:a16="http://schemas.microsoft.com/office/drawing/2014/main" id="{A7C4122A-3237-41ED-B5E0-920F67A9E479}"/>
              </a:ext>
            </a:extLst>
          </p:cNvPr>
          <p:cNvCxnSpPr>
            <a:cxnSpLocks/>
            <a:stCxn id="25" idx="1"/>
            <a:endCxn id="21" idx="3"/>
          </p:cNvCxnSpPr>
          <p:nvPr/>
        </p:nvCxnSpPr>
        <p:spPr>
          <a:xfrm flipH="1">
            <a:off x="4249182" y="4620945"/>
            <a:ext cx="2361078" cy="12269"/>
          </a:xfrm>
          <a:prstGeom prst="straightConnector1">
            <a:avLst/>
          </a:prstGeom>
          <a:ln w="19050" cap="rnd">
            <a:solidFill>
              <a:schemeClr val="tx1"/>
            </a:solidFill>
            <a:round/>
            <a:headEnd type="none" w="med" len="med"/>
            <a:tailEnd type="arrow" w="lg" len="med"/>
          </a:ln>
        </p:spPr>
        <p:style>
          <a:lnRef idx="1">
            <a:schemeClr val="accent1"/>
          </a:lnRef>
          <a:fillRef idx="0">
            <a:schemeClr val="accent1"/>
          </a:fillRef>
          <a:effectRef idx="0">
            <a:schemeClr val="accent1"/>
          </a:effectRef>
          <a:fontRef idx="minor">
            <a:schemeClr val="tx1"/>
          </a:fontRef>
        </p:style>
      </p:cxnSp>
      <p:pic>
        <p:nvPicPr>
          <p:cNvPr id="44" name="Graphic 16" descr="Documents resource icon for the General Icons category.">
            <a:extLst>
              <a:ext uri="{FF2B5EF4-FFF2-40B4-BE49-F238E27FC236}">
                <a16:creationId xmlns:a16="http://schemas.microsoft.com/office/drawing/2014/main" id="{6E01E2A1-07B6-3F85-8C7A-97B00EFFA0F2}"/>
              </a:ext>
            </a:extLst>
          </p:cNvPr>
          <p:cNvPicPr>
            <a:picLocks noChangeAspect="1" noChangeArrowheads="1"/>
          </p:cNvPicPr>
          <p:nvPr/>
        </p:nvPicPr>
        <p:blipFill>
          <a:blip r:embed="rId8">
            <a:extLst>
              <a:ext uri="{96DAC541-7B7A-43D3-8B79-37D633B846F1}">
                <asvg:svgBlip xmlns:asvg="http://schemas.microsoft.com/office/drawing/2016/SVG/main" r:embed="rId9"/>
              </a:ext>
            </a:extLst>
          </a:blip>
          <a:srcRect/>
          <a:stretch/>
        </p:blipFill>
        <p:spPr bwMode="auto">
          <a:xfrm>
            <a:off x="5201121" y="4733493"/>
            <a:ext cx="457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9" name="角丸四角形吹き出し 78">
            <a:extLst>
              <a:ext uri="{FF2B5EF4-FFF2-40B4-BE49-F238E27FC236}">
                <a16:creationId xmlns:a16="http://schemas.microsoft.com/office/drawing/2014/main" id="{AC38AB59-5C0C-98C3-3158-4D1236D74F58}"/>
              </a:ext>
            </a:extLst>
          </p:cNvPr>
          <p:cNvSpPr/>
          <p:nvPr/>
        </p:nvSpPr>
        <p:spPr>
          <a:xfrm>
            <a:off x="266700" y="3969565"/>
            <a:ext cx="2929670" cy="1606975"/>
          </a:xfrm>
          <a:prstGeom prst="wedgeRoundRectCallout">
            <a:avLst>
              <a:gd name="adj1" fmla="val 59931"/>
              <a:gd name="adj2" fmla="val -8433"/>
              <a:gd name="adj3" fmla="val 16667"/>
            </a:avLst>
          </a:prstGeom>
          <a:solidFill>
            <a:schemeClr val="bg1">
              <a:alpha val="5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108000" tIns="108000" rIns="108000" bIns="10800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600" b="0" i="0" u="none" strike="noStrike" kern="1200" cap="none" spc="0" normalizeH="0" baseline="0" noProof="0">
                <a:ln>
                  <a:noFill/>
                </a:ln>
                <a:solidFill>
                  <a:srgbClr val="FFFFFF"/>
                </a:solidFill>
                <a:effectLst/>
                <a:uLnTx/>
                <a:uFillTx/>
                <a:latin typeface="Amazon Ember Display"/>
                <a:ea typeface="メイリオ"/>
                <a:cs typeface="+mn-cs"/>
              </a:rPr>
              <a:t>以下から選択</a:t>
            </a:r>
            <a:endParaRPr kumimoji="1" lang="en-US" altLang="ja-JP" sz="1600" b="0" i="0" u="none" strike="noStrike" kern="1200" cap="none" spc="0" normalizeH="0" baseline="0" noProof="0" dirty="0">
              <a:ln>
                <a:noFill/>
              </a:ln>
              <a:solidFill>
                <a:srgbClr val="FFFFFF"/>
              </a:solidFill>
              <a:effectLst/>
              <a:uLnTx/>
              <a:uFillTx/>
              <a:latin typeface="Amazon Ember Display"/>
              <a:ea typeface="メイリオ"/>
              <a:cs typeface="+mn-cs"/>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1" lang="en-US" altLang="ja-JP" sz="1200" b="0" i="0" u="none" strike="noStrike" kern="1200" cap="none" spc="0" normalizeH="0" baseline="0" noProof="0" dirty="0">
                <a:ln>
                  <a:noFill/>
                </a:ln>
                <a:solidFill>
                  <a:srgbClr val="FFFFFF"/>
                </a:solidFill>
                <a:effectLst/>
                <a:uLnTx/>
                <a:uFillTx/>
                <a:latin typeface="Amazon Ember Display"/>
                <a:ea typeface="メイリオ"/>
                <a:cs typeface="+mn-cs"/>
              </a:rPr>
              <a:t>Amazon OpenSearch Serverless</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1" lang="en-US" altLang="ja-JP" sz="1200" b="0" i="0" u="none" strike="noStrike" kern="1200" cap="none" spc="0" normalizeH="0" baseline="0" noProof="0" dirty="0">
                <a:ln>
                  <a:noFill/>
                </a:ln>
                <a:solidFill>
                  <a:srgbClr val="FFFFFF"/>
                </a:solidFill>
                <a:effectLst/>
                <a:uLnTx/>
                <a:uFillTx/>
                <a:latin typeface="Amazon Ember Display"/>
                <a:ea typeface="メイリオ"/>
                <a:cs typeface="+mn-cs"/>
              </a:rPr>
              <a:t>S3 </a:t>
            </a:r>
            <a:r>
              <a:rPr kumimoji="1" lang="en-US" altLang="ja-JP" sz="1200" b="0" i="0" u="none" strike="noStrike" kern="1200" cap="none" spc="0" normalizeH="0" baseline="0" noProof="0" dirty="0" err="1">
                <a:ln>
                  <a:noFill/>
                </a:ln>
                <a:solidFill>
                  <a:srgbClr val="FFFFFF"/>
                </a:solidFill>
                <a:effectLst/>
                <a:uLnTx/>
                <a:uFillTx/>
                <a:latin typeface="Amazon Ember Display"/>
                <a:ea typeface="メイリオ"/>
                <a:cs typeface="+mn-cs"/>
              </a:rPr>
              <a:t>Vecotrs</a:t>
            </a:r>
            <a:endParaRPr kumimoji="1" lang="en-US" altLang="ja-JP" sz="1200" b="0" i="0" u="none" strike="noStrike" kern="1200" cap="none" spc="0" normalizeH="0" baseline="0" noProof="0" dirty="0">
              <a:ln>
                <a:noFill/>
              </a:ln>
              <a:solidFill>
                <a:srgbClr val="FFFFFF"/>
              </a:solidFill>
              <a:effectLst/>
              <a:uLnTx/>
              <a:uFillTx/>
              <a:latin typeface="Amazon Ember Display"/>
              <a:ea typeface="メイリオ"/>
              <a:cs typeface="+mn-cs"/>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1" lang="en-US" altLang="ja-JP" sz="1200" b="0" i="0" u="none" strike="noStrike" kern="1200" cap="none" spc="0" normalizeH="0" baseline="0" noProof="0" dirty="0">
                <a:ln>
                  <a:noFill/>
                </a:ln>
                <a:solidFill>
                  <a:srgbClr val="FFFFFF"/>
                </a:solidFill>
                <a:effectLst/>
                <a:uLnTx/>
                <a:uFillTx/>
                <a:latin typeface="Amazon Ember Display"/>
                <a:ea typeface="メイリオ"/>
                <a:cs typeface="+mn-cs"/>
              </a:rPr>
              <a:t>Pinecone</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1" lang="en-US" altLang="ja-JP" sz="1200" b="0" i="0" u="none" strike="noStrike" kern="1200" cap="none" spc="0" normalizeH="0" baseline="0" noProof="0" dirty="0">
                <a:ln>
                  <a:noFill/>
                </a:ln>
                <a:solidFill>
                  <a:srgbClr val="FFFFFF"/>
                </a:solidFill>
                <a:effectLst/>
                <a:uLnTx/>
                <a:uFillTx/>
                <a:latin typeface="Amazon Ember Display"/>
                <a:ea typeface="メイリオ"/>
                <a:cs typeface="+mn-cs"/>
              </a:rPr>
              <a:t>Redis Enterprise Cloud</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1" lang="en-US" altLang="ja-JP" sz="1200" b="0" i="0" u="none" strike="noStrike" kern="1200" cap="none" spc="0" normalizeH="0" baseline="0" noProof="0" dirty="0">
                <a:ln>
                  <a:noFill/>
                </a:ln>
                <a:solidFill>
                  <a:srgbClr val="FFFFFF"/>
                </a:solidFill>
                <a:effectLst/>
                <a:uLnTx/>
                <a:uFillTx/>
                <a:latin typeface="Amazon Ember Display"/>
                <a:ea typeface="メイリオ"/>
                <a:cs typeface="+mn-cs"/>
              </a:rPr>
              <a:t>Amazon Aurora</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1" lang="en-US" altLang="ja-JP" sz="1200" b="0" i="0" u="none" strike="noStrike" kern="1200" cap="none" spc="0" normalizeH="0" baseline="0" noProof="0" dirty="0">
                <a:ln>
                  <a:noFill/>
                </a:ln>
                <a:solidFill>
                  <a:srgbClr val="FFFFFF"/>
                </a:solidFill>
                <a:effectLst/>
                <a:uLnTx/>
                <a:uFillTx/>
                <a:latin typeface="Amazon Ember Display"/>
                <a:ea typeface="メイリオ"/>
                <a:cs typeface="+mn-cs"/>
              </a:rPr>
              <a:t>MongoDB </a:t>
            </a:r>
          </a:p>
        </p:txBody>
      </p:sp>
      <p:sp>
        <p:nvSpPr>
          <p:cNvPr id="46" name="Text Placeholder 3">
            <a:extLst>
              <a:ext uri="{FF2B5EF4-FFF2-40B4-BE49-F238E27FC236}">
                <a16:creationId xmlns:a16="http://schemas.microsoft.com/office/drawing/2014/main" id="{231BA418-8008-C7EB-D50B-F308618F9412}"/>
              </a:ext>
            </a:extLst>
          </p:cNvPr>
          <p:cNvSpPr txBox="1">
            <a:spLocks/>
          </p:cNvSpPr>
          <p:nvPr/>
        </p:nvSpPr>
        <p:spPr>
          <a:xfrm>
            <a:off x="3068454" y="5936436"/>
            <a:ext cx="4637809" cy="358179"/>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0"/>
              </a:spcBef>
              <a:spcAft>
                <a:spcPts val="1200"/>
              </a:spcAft>
              <a:buSzPct val="90000"/>
              <a:buFont typeface="Amazon Ember" panose="020B0603020204020204" pitchFamily="34" charset="0"/>
              <a:buChar char="•"/>
              <a:defRPr sz="2400" b="0" i="0" kern="1200" baseline="0">
                <a:solidFill>
                  <a:schemeClr val="tx1"/>
                </a:solidFill>
                <a:latin typeface="Amazon Ember Display" panose="020F0603020204020204" pitchFamily="34" charset="0"/>
                <a:ea typeface="メイリオ" panose="020B0604030504040204" pitchFamily="50" charset="-128"/>
                <a:cs typeface="+mn-cs"/>
              </a:defRPr>
            </a:lvl1pPr>
            <a:lvl2pPr marL="457200" indent="-228600" algn="l" defTabSz="914400" rtl="0" eaLnBrk="1" latinLnBrk="0" hangingPunct="1">
              <a:lnSpc>
                <a:spcPct val="90000"/>
              </a:lnSpc>
              <a:spcBef>
                <a:spcPts val="0"/>
              </a:spcBef>
              <a:spcAft>
                <a:spcPts val="1200"/>
              </a:spcAft>
              <a:buSzPct val="90000"/>
              <a:buFont typeface="Wingdings" panose="05000000000000000000" pitchFamily="2" charset="2"/>
              <a:buChar char="§"/>
              <a:defRPr sz="2000" b="0" i="0" kern="1200" baseline="0">
                <a:solidFill>
                  <a:schemeClr val="tx1"/>
                </a:solidFill>
                <a:latin typeface="Amazon Ember Display" panose="020F0603020204020204" pitchFamily="34" charset="0"/>
                <a:ea typeface="メイリオ" panose="020B0604030504040204" pitchFamily="50" charset="-128"/>
                <a:cs typeface="+mn-cs"/>
              </a:defRPr>
            </a:lvl2pPr>
            <a:lvl3pPr marL="685800" indent="-228600" algn="l" defTabSz="914400" rtl="0" eaLnBrk="1" latinLnBrk="0" hangingPunct="1">
              <a:lnSpc>
                <a:spcPct val="90000"/>
              </a:lnSpc>
              <a:spcBef>
                <a:spcPts val="0"/>
              </a:spcBef>
              <a:spcAft>
                <a:spcPts val="600"/>
              </a:spcAft>
              <a:buSzPct val="90000"/>
              <a:buFont typeface="Amazon Ember" panose="020B0603020204020204" pitchFamily="34" charset="0"/>
              <a:buChar char="–"/>
              <a:defRPr sz="1800" b="0" i="0" kern="1200" baseline="0">
                <a:solidFill>
                  <a:schemeClr val="tx1"/>
                </a:solidFill>
                <a:latin typeface="Amazon Ember Display" panose="020F0603020204020204" pitchFamily="34" charset="0"/>
                <a:ea typeface="メイリオ" panose="020B0604030504040204" pitchFamily="50" charset="-128"/>
                <a:cs typeface="+mn-cs"/>
              </a:defRPr>
            </a:lvl3pPr>
            <a:lvl4pPr marL="914400" indent="-228600" algn="l" defTabSz="914400" rtl="0" eaLnBrk="1" latinLnBrk="0" hangingPunct="1">
              <a:lnSpc>
                <a:spcPct val="90000"/>
              </a:lnSpc>
              <a:spcBef>
                <a:spcPts val="0"/>
              </a:spcBef>
              <a:spcAft>
                <a:spcPts val="600"/>
              </a:spcAft>
              <a:buFont typeface="Amazon Ember" panose="020B0603020204020204" pitchFamily="34" charset="0"/>
              <a:buChar char="•"/>
              <a:defRPr sz="1600" b="0" i="0" kern="1200" baseline="0">
                <a:solidFill>
                  <a:schemeClr val="tx1"/>
                </a:solidFill>
                <a:latin typeface="Amazon Ember Display" panose="020F0603020204020204" pitchFamily="34" charset="0"/>
                <a:ea typeface="メイリオ" panose="020B0604030504040204" pitchFamily="50" charset="-128"/>
                <a:cs typeface="+mn-cs"/>
              </a:defRPr>
            </a:lvl4pPr>
            <a:lvl5pPr marL="1143000" indent="-228600" algn="l" defTabSz="914400" rtl="0" eaLnBrk="1" latinLnBrk="0" hangingPunct="1">
              <a:lnSpc>
                <a:spcPct val="90000"/>
              </a:lnSpc>
              <a:spcBef>
                <a:spcPts val="0"/>
              </a:spcBef>
              <a:spcAft>
                <a:spcPts val="600"/>
              </a:spcAft>
              <a:buFont typeface="Amazon Ember" panose="020B0603020204020204" pitchFamily="34" charset="0"/>
              <a:buChar char="•"/>
              <a:defRPr sz="1600" b="0" i="0" kern="1200" baseline="0">
                <a:solidFill>
                  <a:schemeClr val="tx1"/>
                </a:solidFill>
                <a:latin typeface="Amazon Ember Display" panose="020F0603020204020204" pitchFamily="34" charset="0"/>
                <a:ea typeface="メイリオ" panose="020B0604030504040204" pitchFamily="50" charset="-128"/>
                <a:cs typeface="+mn-cs"/>
              </a:defRPr>
            </a:lvl5pPr>
            <a:lvl6pPr marL="2514600" indent="-228600" algn="l" defTabSz="914400" rtl="0" eaLnBrk="1" latinLnBrk="0" hangingPunct="1">
              <a:lnSpc>
                <a:spcPct val="90000"/>
              </a:lnSpc>
              <a:spcBef>
                <a:spcPts val="500"/>
              </a:spcBef>
              <a:buFont typeface="Amazon Ember" panose="020B0603020204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mazon Ember" panose="020B0603020204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mazon Ember" panose="020B0603020204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mazon Ember" panose="020B0603020204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ts val="0"/>
              </a:spcBef>
              <a:spcAft>
                <a:spcPts val="1200"/>
              </a:spcAft>
              <a:buClrTx/>
              <a:buSzPct val="90000"/>
              <a:buFont typeface="Amazon Ember" panose="020B0603020204020204" pitchFamily="34" charset="0"/>
              <a:buNone/>
              <a:tabLst/>
              <a:defRPr/>
            </a:pPr>
            <a:r>
              <a:rPr kumimoji="0" lang="ja-JP" altLang="en-US" sz="1600" b="1" i="0" u="none" strike="noStrike" kern="1200" cap="none" spc="0" normalizeH="0" baseline="0" noProof="0">
                <a:ln>
                  <a:noFill/>
                </a:ln>
                <a:solidFill>
                  <a:srgbClr val="FF5D71"/>
                </a:solidFill>
                <a:effectLst/>
                <a:uLnTx/>
                <a:uFillTx/>
                <a:latin typeface="Amazon Ember Display" panose="020F0603020204020204" pitchFamily="34" charset="0"/>
                <a:ea typeface="メイリオ" panose="020B0604030504040204" pitchFamily="50" charset="-128"/>
                <a:cs typeface="+mn-cs"/>
              </a:rPr>
              <a:t>一連の流れをマネージドで提供</a:t>
            </a:r>
            <a:endParaRPr kumimoji="0" lang="en-US" sz="1600" b="1" i="0" u="none" strike="noStrike" kern="1200" cap="none" spc="0" normalizeH="0" baseline="0" noProof="0" dirty="0">
              <a:ln>
                <a:noFill/>
              </a:ln>
              <a:solidFill>
                <a:srgbClr val="FF5D71"/>
              </a:solidFill>
              <a:effectLst/>
              <a:uLnTx/>
              <a:uFillTx/>
              <a:latin typeface="Amazon Ember Display" panose="020F0603020204020204" pitchFamily="34" charset="0"/>
              <a:ea typeface="メイリオ" panose="020B0604030504040204" pitchFamily="50" charset="-128"/>
              <a:cs typeface="+mn-cs"/>
            </a:endParaRPr>
          </a:p>
        </p:txBody>
      </p:sp>
      <p:grpSp>
        <p:nvGrpSpPr>
          <p:cNvPr id="2" name="Group 1">
            <a:extLst>
              <a:ext uri="{FF2B5EF4-FFF2-40B4-BE49-F238E27FC236}">
                <a16:creationId xmlns:a16="http://schemas.microsoft.com/office/drawing/2014/main" id="{37D7F166-606F-B118-215B-06A6C35EB064}"/>
              </a:ext>
            </a:extLst>
          </p:cNvPr>
          <p:cNvGrpSpPr/>
          <p:nvPr/>
        </p:nvGrpSpPr>
        <p:grpSpPr>
          <a:xfrm>
            <a:off x="434949" y="1679551"/>
            <a:ext cx="7101852" cy="2412079"/>
            <a:chOff x="434949" y="1679551"/>
            <a:chExt cx="7101852" cy="2412079"/>
          </a:xfrm>
        </p:grpSpPr>
        <p:pic>
          <p:nvPicPr>
            <p:cNvPr id="6" name="Graphic 28">
              <a:extLst>
                <a:ext uri="{FF2B5EF4-FFF2-40B4-BE49-F238E27FC236}">
                  <a16:creationId xmlns:a16="http://schemas.microsoft.com/office/drawing/2014/main" id="{8329AEC0-D5D9-A22A-5F2F-A5EDA2364B98}"/>
                </a:ext>
              </a:extLst>
            </p:cNvPr>
            <p:cNvPicPr>
              <a:picLocks noChangeAspect="1" noChangeArrowheads="1"/>
            </p:cNvPicPr>
            <p:nvPr/>
          </p:nvPicPr>
          <p:blipFill>
            <a:blip r:embed="rId10">
              <a:extLst>
                <a:ext uri="{96DAC541-7B7A-43D3-8B79-37D633B846F1}">
                  <asvg:svgBlip xmlns:asvg="http://schemas.microsoft.com/office/drawing/2016/SVG/main" r:embed="rId11"/>
                </a:ext>
              </a:extLst>
            </a:blip>
            <a:srcRect/>
            <a:stretch/>
          </p:blipFill>
          <p:spPr bwMode="auto">
            <a:xfrm>
              <a:off x="6591094" y="1870237"/>
              <a:ext cx="792000" cy="79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テキスト ボックス 5">
              <a:extLst>
                <a:ext uri="{FF2B5EF4-FFF2-40B4-BE49-F238E27FC236}">
                  <a16:creationId xmlns:a16="http://schemas.microsoft.com/office/drawing/2014/main" id="{15F2369D-F3D1-4520-C244-63F024B703C2}"/>
                </a:ext>
              </a:extLst>
            </p:cNvPr>
            <p:cNvSpPr txBox="1"/>
            <p:nvPr/>
          </p:nvSpPr>
          <p:spPr>
            <a:xfrm>
              <a:off x="6510879" y="2791017"/>
              <a:ext cx="1025922" cy="375487"/>
            </a:xfrm>
            <a:prstGeom prst="rect">
              <a:avLst/>
            </a:prstGeom>
            <a:noFill/>
          </p:spPr>
          <p:txBody>
            <a:bodyPr wrap="none" lIns="0" rIns="0" rtlCol="0">
              <a:spAutoFit/>
            </a:bodyPr>
            <a:lstStyle/>
            <a:p>
              <a:pPr marL="0" marR="0" lvl="0" indent="0" algn="ctr" defTabSz="914400" rtl="0" eaLnBrk="1" fontAlgn="auto" latinLnBrk="0" hangingPunct="1">
                <a:lnSpc>
                  <a:spcPct val="120000"/>
                </a:lnSpc>
                <a:spcBef>
                  <a:spcPts val="0"/>
                </a:spcBef>
                <a:spcAft>
                  <a:spcPts val="0"/>
                </a:spcAft>
                <a:buClrTx/>
                <a:buSzTx/>
                <a:buFontTx/>
                <a:buNone/>
                <a:tabLst/>
                <a:defRPr/>
              </a:pPr>
              <a:r>
                <a:rPr kumimoji="1" lang="ja-JP" altLang="en-US" sz="1600" b="0" i="0" u="none" strike="noStrike" kern="1200" cap="none" spc="0" normalizeH="0" baseline="0" noProof="0">
                  <a:ln>
                    <a:noFill/>
                  </a:ln>
                  <a:solidFill>
                    <a:srgbClr val="FFFFFF"/>
                  </a:solidFill>
                  <a:effectLst/>
                  <a:uLnTx/>
                  <a:uFillTx/>
                  <a:latin typeface="Amazon Ember Display"/>
                  <a:ea typeface="メイリオ"/>
                  <a:cs typeface="+mn-cs"/>
                </a:rPr>
                <a:t>基盤モデル</a:t>
              </a:r>
              <a:endParaRPr kumimoji="1" lang="ja-JP" altLang="en-US" sz="1600" b="0" i="0" u="none" strike="noStrike" kern="1200" cap="none" spc="0" normalizeH="0" baseline="0" noProof="0" dirty="0">
                <a:ln>
                  <a:noFill/>
                </a:ln>
                <a:solidFill>
                  <a:srgbClr val="FFFFFF"/>
                </a:solidFill>
                <a:effectLst/>
                <a:uLnTx/>
                <a:uFillTx/>
                <a:latin typeface="Amazon Ember Display"/>
                <a:ea typeface="メイリオ"/>
                <a:cs typeface="+mn-cs"/>
              </a:endParaRPr>
            </a:p>
          </p:txBody>
        </p:sp>
        <p:sp>
          <p:nvSpPr>
            <p:cNvPr id="8" name="テキスト ボックス 6">
              <a:extLst>
                <a:ext uri="{FF2B5EF4-FFF2-40B4-BE49-F238E27FC236}">
                  <a16:creationId xmlns:a16="http://schemas.microsoft.com/office/drawing/2014/main" id="{8A96BF27-9A4A-14CE-DF53-0DED84EADC33}"/>
                </a:ext>
              </a:extLst>
            </p:cNvPr>
            <p:cNvSpPr txBox="1"/>
            <p:nvPr/>
          </p:nvSpPr>
          <p:spPr>
            <a:xfrm>
              <a:off x="434949" y="2796437"/>
              <a:ext cx="820738" cy="375487"/>
            </a:xfrm>
            <a:prstGeom prst="rect">
              <a:avLst/>
            </a:prstGeom>
            <a:noFill/>
          </p:spPr>
          <p:txBody>
            <a:bodyPr wrap="none" lIns="0" rIns="0" rtlCol="0">
              <a:spAutoFit/>
            </a:bodyPr>
            <a:lstStyle/>
            <a:p>
              <a:pPr marL="0" marR="0" lvl="0" indent="0" algn="l" defTabSz="914400" rtl="0" eaLnBrk="1" fontAlgn="auto" latinLnBrk="0" hangingPunct="1">
                <a:lnSpc>
                  <a:spcPct val="120000"/>
                </a:lnSpc>
                <a:spcBef>
                  <a:spcPts val="0"/>
                </a:spcBef>
                <a:spcAft>
                  <a:spcPts val="0"/>
                </a:spcAft>
                <a:buClrTx/>
                <a:buSzTx/>
                <a:buFontTx/>
                <a:buNone/>
                <a:tabLst/>
                <a:defRPr/>
              </a:pPr>
              <a:r>
                <a:rPr kumimoji="1" lang="ja-JP" altLang="en-US" sz="1600" b="0" i="0" u="none" strike="noStrike" kern="1200" cap="none" spc="0" normalizeH="0" baseline="0" noProof="0">
                  <a:ln>
                    <a:noFill/>
                  </a:ln>
                  <a:solidFill>
                    <a:srgbClr val="FFFFFF"/>
                  </a:solidFill>
                  <a:effectLst/>
                  <a:uLnTx/>
                  <a:uFillTx/>
                  <a:latin typeface="Amazon Ember Display"/>
                  <a:ea typeface="メイリオ"/>
                  <a:cs typeface="+mn-cs"/>
                </a:rPr>
                <a:t>ユーザー</a:t>
              </a:r>
              <a:endParaRPr kumimoji="1" lang="ja-JP" altLang="en-US" sz="1600" b="0" i="0" u="none" strike="noStrike" kern="1200" cap="none" spc="0" normalizeH="0" baseline="0" noProof="0" dirty="0">
                <a:ln>
                  <a:noFill/>
                </a:ln>
                <a:solidFill>
                  <a:srgbClr val="FFFFFF"/>
                </a:solidFill>
                <a:effectLst/>
                <a:uLnTx/>
                <a:uFillTx/>
                <a:latin typeface="Amazon Ember Display"/>
                <a:ea typeface="メイリオ"/>
                <a:cs typeface="+mn-cs"/>
              </a:endParaRPr>
            </a:p>
          </p:txBody>
        </p:sp>
        <p:sp>
          <p:nvSpPr>
            <p:cNvPr id="9" name="テキスト ボックス 7">
              <a:extLst>
                <a:ext uri="{FF2B5EF4-FFF2-40B4-BE49-F238E27FC236}">
                  <a16:creationId xmlns:a16="http://schemas.microsoft.com/office/drawing/2014/main" id="{C44B98F7-20FD-FBA8-72CB-7C565FD5DF04}"/>
                </a:ext>
              </a:extLst>
            </p:cNvPr>
            <p:cNvSpPr txBox="1"/>
            <p:nvPr/>
          </p:nvSpPr>
          <p:spPr>
            <a:xfrm>
              <a:off x="3142660" y="2781546"/>
              <a:ext cx="1566134" cy="369140"/>
            </a:xfrm>
            <a:prstGeom prst="rect">
              <a:avLst/>
            </a:prstGeom>
            <a:noFill/>
          </p:spPr>
          <p:txBody>
            <a:bodyPr wrap="none" lIns="0" rIns="0" rtlCol="0">
              <a:spAutoFit/>
            </a:bodyPr>
            <a:lstStyle/>
            <a:p>
              <a:pPr marL="0" marR="0" lvl="0" indent="0" algn="l" defTabSz="914400" rtl="0" eaLnBrk="1" fontAlgn="auto" latinLnBrk="0" hangingPunct="1">
                <a:lnSpc>
                  <a:spcPct val="120000"/>
                </a:lnSpc>
                <a:spcBef>
                  <a:spcPts val="0"/>
                </a:spcBef>
                <a:spcAft>
                  <a:spcPts val="0"/>
                </a:spcAft>
                <a:buClrTx/>
                <a:buSzTx/>
                <a:buFontTx/>
                <a:buNone/>
                <a:tabLst/>
                <a:defRPr/>
              </a:pPr>
              <a:r>
                <a:rPr kumimoji="1" lang="en-US" altLang="ja-JP" sz="1600" b="0" i="0" u="none" strike="noStrike" kern="1200" cap="none" spc="0" normalizeH="0" baseline="0" noProof="0" dirty="0">
                  <a:ln>
                    <a:noFill/>
                  </a:ln>
                  <a:solidFill>
                    <a:srgbClr val="FFFFFF"/>
                  </a:solidFill>
                  <a:effectLst/>
                  <a:uLnTx/>
                  <a:uFillTx/>
                  <a:latin typeface="Amazon Ember Display"/>
                  <a:ea typeface="メイリオ"/>
                  <a:cs typeface="+mn-cs"/>
                </a:rPr>
                <a:t>Amazon Bedrock</a:t>
              </a:r>
              <a:endParaRPr kumimoji="1" lang="ja-JP" altLang="en-US" sz="1600" b="0" i="0" u="none" strike="noStrike" kern="1200" cap="none" spc="0" normalizeH="0" baseline="0" noProof="0" dirty="0">
                <a:ln>
                  <a:noFill/>
                </a:ln>
                <a:solidFill>
                  <a:srgbClr val="FFFFFF"/>
                </a:solidFill>
                <a:effectLst/>
                <a:uLnTx/>
                <a:uFillTx/>
                <a:latin typeface="Amazon Ember Display"/>
                <a:ea typeface="メイリオ"/>
                <a:cs typeface="+mn-cs"/>
              </a:endParaRPr>
            </a:p>
          </p:txBody>
        </p:sp>
        <p:cxnSp>
          <p:nvCxnSpPr>
            <p:cNvPr id="10" name="直線矢印コネクタ 8">
              <a:extLst>
                <a:ext uri="{FF2B5EF4-FFF2-40B4-BE49-F238E27FC236}">
                  <a16:creationId xmlns:a16="http://schemas.microsoft.com/office/drawing/2014/main" id="{2602E5FC-D70F-B1EC-FD01-FB99C93B4286}"/>
                </a:ext>
              </a:extLst>
            </p:cNvPr>
            <p:cNvCxnSpPr>
              <a:cxnSpLocks/>
            </p:cNvCxnSpPr>
            <p:nvPr/>
          </p:nvCxnSpPr>
          <p:spPr>
            <a:xfrm>
              <a:off x="1254568" y="2159553"/>
              <a:ext cx="2016000" cy="0"/>
            </a:xfrm>
            <a:prstGeom prst="straightConnector1">
              <a:avLst/>
            </a:prstGeom>
            <a:ln w="19050" cap="rnd">
              <a:solidFill>
                <a:schemeClr val="tx1"/>
              </a:solidFill>
              <a:round/>
              <a:headEnd type="none" w="med" len="med"/>
              <a:tailEnd type="arrow" w="lg" len="med"/>
            </a:ln>
          </p:spPr>
          <p:style>
            <a:lnRef idx="1">
              <a:schemeClr val="accent1"/>
            </a:lnRef>
            <a:fillRef idx="0">
              <a:schemeClr val="accent1"/>
            </a:fillRef>
            <a:effectRef idx="0">
              <a:schemeClr val="accent1"/>
            </a:effectRef>
            <a:fontRef idx="minor">
              <a:schemeClr val="tx1"/>
            </a:fontRef>
          </p:style>
        </p:cxnSp>
        <p:sp>
          <p:nvSpPr>
            <p:cNvPr id="11" name="テキスト ボックス 9">
              <a:extLst>
                <a:ext uri="{FF2B5EF4-FFF2-40B4-BE49-F238E27FC236}">
                  <a16:creationId xmlns:a16="http://schemas.microsoft.com/office/drawing/2014/main" id="{C80AF2A0-CE8A-B2B5-3846-9CBB0A053547}"/>
                </a:ext>
              </a:extLst>
            </p:cNvPr>
            <p:cNvSpPr txBox="1"/>
            <p:nvPr/>
          </p:nvSpPr>
          <p:spPr>
            <a:xfrm>
              <a:off x="2009253" y="1679551"/>
              <a:ext cx="615553" cy="375487"/>
            </a:xfrm>
            <a:prstGeom prst="rect">
              <a:avLst/>
            </a:prstGeom>
            <a:noFill/>
          </p:spPr>
          <p:txBody>
            <a:bodyPr wrap="none" lIns="0" rIns="0" rtlCol="0">
              <a:spAutoFit/>
            </a:bodyPr>
            <a:lstStyle/>
            <a:p>
              <a:pPr marL="0" marR="0" lvl="0" indent="0" algn="l" defTabSz="914400" rtl="0" eaLnBrk="1" fontAlgn="auto" latinLnBrk="0" hangingPunct="1">
                <a:lnSpc>
                  <a:spcPct val="120000"/>
                </a:lnSpc>
                <a:spcBef>
                  <a:spcPts val="0"/>
                </a:spcBef>
                <a:spcAft>
                  <a:spcPts val="0"/>
                </a:spcAft>
                <a:buClrTx/>
                <a:buSzTx/>
                <a:buFontTx/>
                <a:buNone/>
                <a:tabLst/>
                <a:defRPr/>
              </a:pPr>
              <a:r>
                <a:rPr kumimoji="1" lang="ja-JP" altLang="en-US" sz="1600" b="0" i="0" u="none" strike="noStrike" kern="1200" cap="none" spc="0" normalizeH="0" baseline="0" noProof="0">
                  <a:ln>
                    <a:noFill/>
                  </a:ln>
                  <a:solidFill>
                    <a:srgbClr val="FFFFFF"/>
                  </a:solidFill>
                  <a:effectLst/>
                  <a:uLnTx/>
                  <a:uFillTx/>
                  <a:latin typeface="Amazon Ember Display"/>
                  <a:ea typeface="メイリオ"/>
                  <a:cs typeface="+mn-cs"/>
                </a:rPr>
                <a:t>クエリ</a:t>
              </a:r>
              <a:endParaRPr kumimoji="1" lang="ja-JP" altLang="en-US" sz="1600" b="0" i="0" u="none" strike="noStrike" kern="1200" cap="none" spc="0" normalizeH="0" baseline="0" noProof="0" dirty="0">
                <a:ln>
                  <a:noFill/>
                </a:ln>
                <a:solidFill>
                  <a:srgbClr val="FFFFFF"/>
                </a:solidFill>
                <a:effectLst/>
                <a:uLnTx/>
                <a:uFillTx/>
                <a:latin typeface="Amazon Ember Display"/>
                <a:ea typeface="メイリオ"/>
                <a:cs typeface="+mn-cs"/>
              </a:endParaRPr>
            </a:p>
          </p:txBody>
        </p:sp>
        <p:cxnSp>
          <p:nvCxnSpPr>
            <p:cNvPr id="12" name="直線矢印コネクタ 10">
              <a:extLst>
                <a:ext uri="{FF2B5EF4-FFF2-40B4-BE49-F238E27FC236}">
                  <a16:creationId xmlns:a16="http://schemas.microsoft.com/office/drawing/2014/main" id="{365C0AAF-830A-BA66-07C2-A3D6F4623B60}"/>
                </a:ext>
              </a:extLst>
            </p:cNvPr>
            <p:cNvCxnSpPr>
              <a:cxnSpLocks/>
            </p:cNvCxnSpPr>
            <p:nvPr/>
          </p:nvCxnSpPr>
          <p:spPr>
            <a:xfrm flipH="1">
              <a:off x="4425428" y="2528525"/>
              <a:ext cx="2016000" cy="0"/>
            </a:xfrm>
            <a:prstGeom prst="straightConnector1">
              <a:avLst/>
            </a:prstGeom>
            <a:ln w="19050" cap="rnd">
              <a:solidFill>
                <a:schemeClr val="tx1"/>
              </a:solidFill>
              <a:prstDash val="dash"/>
              <a:round/>
              <a:headEnd type="none" w="med" len="med"/>
              <a:tailEnd type="arrow" w="lg" len="med"/>
            </a:ln>
          </p:spPr>
          <p:style>
            <a:lnRef idx="1">
              <a:schemeClr val="accent1"/>
            </a:lnRef>
            <a:fillRef idx="0">
              <a:schemeClr val="accent1"/>
            </a:fillRef>
            <a:effectRef idx="0">
              <a:schemeClr val="accent1"/>
            </a:effectRef>
            <a:fontRef idx="minor">
              <a:schemeClr val="tx1"/>
            </a:fontRef>
          </p:style>
        </p:cxnSp>
        <p:cxnSp>
          <p:nvCxnSpPr>
            <p:cNvPr id="13" name="直線矢印コネクタ 11">
              <a:extLst>
                <a:ext uri="{FF2B5EF4-FFF2-40B4-BE49-F238E27FC236}">
                  <a16:creationId xmlns:a16="http://schemas.microsoft.com/office/drawing/2014/main" id="{6DE4B1E0-B0DB-C4AF-3A15-EA2AF74DF27D}"/>
                </a:ext>
              </a:extLst>
            </p:cNvPr>
            <p:cNvCxnSpPr>
              <a:cxnSpLocks/>
            </p:cNvCxnSpPr>
            <p:nvPr/>
          </p:nvCxnSpPr>
          <p:spPr>
            <a:xfrm>
              <a:off x="4425428" y="2159553"/>
              <a:ext cx="2016000" cy="0"/>
            </a:xfrm>
            <a:prstGeom prst="straightConnector1">
              <a:avLst/>
            </a:prstGeom>
            <a:ln w="19050" cap="rnd">
              <a:solidFill>
                <a:schemeClr val="tx1"/>
              </a:solidFill>
              <a:round/>
              <a:headEnd type="none" w="med" len="med"/>
              <a:tailEnd type="arrow" w="lg" len="med"/>
            </a:ln>
          </p:spPr>
          <p:style>
            <a:lnRef idx="1">
              <a:schemeClr val="accent1"/>
            </a:lnRef>
            <a:fillRef idx="0">
              <a:schemeClr val="accent1"/>
            </a:fillRef>
            <a:effectRef idx="0">
              <a:schemeClr val="accent1"/>
            </a:effectRef>
            <a:fontRef idx="minor">
              <a:schemeClr val="tx1"/>
            </a:fontRef>
          </p:style>
        </p:cxnSp>
        <p:sp>
          <p:nvSpPr>
            <p:cNvPr id="14" name="テキスト ボックス 12">
              <a:extLst>
                <a:ext uri="{FF2B5EF4-FFF2-40B4-BE49-F238E27FC236}">
                  <a16:creationId xmlns:a16="http://schemas.microsoft.com/office/drawing/2014/main" id="{CDC90757-673D-862F-32F0-DBD9C9A3183C}"/>
                </a:ext>
              </a:extLst>
            </p:cNvPr>
            <p:cNvSpPr txBox="1"/>
            <p:nvPr/>
          </p:nvSpPr>
          <p:spPr>
            <a:xfrm>
              <a:off x="5002330" y="2635664"/>
              <a:ext cx="1025922" cy="375487"/>
            </a:xfrm>
            <a:prstGeom prst="rect">
              <a:avLst/>
            </a:prstGeom>
            <a:noFill/>
          </p:spPr>
          <p:txBody>
            <a:bodyPr wrap="none" lIns="0" rIns="0" rtlCol="0">
              <a:spAutoFit/>
            </a:bodyPr>
            <a:lstStyle/>
            <a:p>
              <a:pPr marL="0" marR="0" lvl="0" indent="0" algn="l" defTabSz="914400" rtl="0" eaLnBrk="1" fontAlgn="auto" latinLnBrk="0" hangingPunct="1">
                <a:lnSpc>
                  <a:spcPct val="120000"/>
                </a:lnSpc>
                <a:spcBef>
                  <a:spcPts val="0"/>
                </a:spcBef>
                <a:spcAft>
                  <a:spcPts val="0"/>
                </a:spcAft>
                <a:buClrTx/>
                <a:buSzTx/>
                <a:buFontTx/>
                <a:buNone/>
                <a:tabLst/>
                <a:defRPr/>
              </a:pPr>
              <a:r>
                <a:rPr kumimoji="1" lang="ja-JP" altLang="en-US" sz="1600" b="0" i="0" u="none" strike="noStrike" kern="1200" cap="none" spc="0" normalizeH="0" baseline="0" noProof="0">
                  <a:ln>
                    <a:noFill/>
                  </a:ln>
                  <a:solidFill>
                    <a:srgbClr val="FFFFFF"/>
                  </a:solidFill>
                  <a:effectLst/>
                  <a:uLnTx/>
                  <a:uFillTx/>
                  <a:latin typeface="Amazon Ember Display"/>
                  <a:ea typeface="メイリオ"/>
                  <a:cs typeface="+mn-cs"/>
                </a:rPr>
                <a:t>レスポンス</a:t>
              </a:r>
              <a:endParaRPr kumimoji="1" lang="ja-JP" altLang="en-US" sz="1600" b="0" i="0" u="none" strike="noStrike" kern="1200" cap="none" spc="0" normalizeH="0" baseline="0" noProof="0" dirty="0">
                <a:ln>
                  <a:noFill/>
                </a:ln>
                <a:solidFill>
                  <a:srgbClr val="FFFFFF"/>
                </a:solidFill>
                <a:effectLst/>
                <a:uLnTx/>
                <a:uFillTx/>
                <a:latin typeface="Amazon Ember Display"/>
                <a:ea typeface="メイリオ"/>
                <a:cs typeface="+mn-cs"/>
              </a:endParaRPr>
            </a:p>
          </p:txBody>
        </p:sp>
        <p:cxnSp>
          <p:nvCxnSpPr>
            <p:cNvPr id="15" name="直線矢印コネクタ 13">
              <a:extLst>
                <a:ext uri="{FF2B5EF4-FFF2-40B4-BE49-F238E27FC236}">
                  <a16:creationId xmlns:a16="http://schemas.microsoft.com/office/drawing/2014/main" id="{FBFC109A-5964-3752-7919-4EBC78BCE55C}"/>
                </a:ext>
              </a:extLst>
            </p:cNvPr>
            <p:cNvCxnSpPr>
              <a:cxnSpLocks/>
            </p:cNvCxnSpPr>
            <p:nvPr/>
          </p:nvCxnSpPr>
          <p:spPr>
            <a:xfrm flipH="1">
              <a:off x="1254568" y="2528525"/>
              <a:ext cx="2016000" cy="0"/>
            </a:xfrm>
            <a:prstGeom prst="straightConnector1">
              <a:avLst/>
            </a:prstGeom>
            <a:ln w="19050" cap="rnd">
              <a:solidFill>
                <a:schemeClr val="tx1"/>
              </a:solidFill>
              <a:prstDash val="dash"/>
              <a:round/>
              <a:headEnd type="none" w="med" len="med"/>
              <a:tailEnd type="arrow" w="lg" len="med"/>
            </a:ln>
          </p:spPr>
          <p:style>
            <a:lnRef idx="1">
              <a:schemeClr val="accent1"/>
            </a:lnRef>
            <a:fillRef idx="0">
              <a:schemeClr val="accent1"/>
            </a:fillRef>
            <a:effectRef idx="0">
              <a:schemeClr val="accent1"/>
            </a:effectRef>
            <a:fontRef idx="minor">
              <a:schemeClr val="tx1"/>
            </a:fontRef>
          </p:style>
        </p:cxnSp>
        <p:sp>
          <p:nvSpPr>
            <p:cNvPr id="16" name="テキスト ボックス 14">
              <a:extLst>
                <a:ext uri="{FF2B5EF4-FFF2-40B4-BE49-F238E27FC236}">
                  <a16:creationId xmlns:a16="http://schemas.microsoft.com/office/drawing/2014/main" id="{F6E5BE72-A802-F01A-4795-2BF3EB07448E}"/>
                </a:ext>
              </a:extLst>
            </p:cNvPr>
            <p:cNvSpPr txBox="1"/>
            <p:nvPr/>
          </p:nvSpPr>
          <p:spPr>
            <a:xfrm>
              <a:off x="2093197" y="2620720"/>
              <a:ext cx="410369" cy="338554"/>
            </a:xfrm>
            <a:prstGeom prst="rect">
              <a:avLst/>
            </a:prstGeom>
            <a:noFill/>
            <a:ln>
              <a:noFill/>
            </a:ln>
          </p:spPr>
          <p:txBody>
            <a:bodyPr wrap="none" lIns="0" r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600" b="0" i="0" u="none" strike="noStrike" kern="1200" cap="none" spc="0" normalizeH="0" baseline="0" noProof="0">
                  <a:ln>
                    <a:noFill/>
                  </a:ln>
                  <a:solidFill>
                    <a:srgbClr val="FFFFFF"/>
                  </a:solidFill>
                  <a:effectLst/>
                  <a:uLnTx/>
                  <a:uFillTx/>
                  <a:latin typeface="Amazon Ember Display"/>
                  <a:ea typeface="メイリオ"/>
                  <a:cs typeface="+mn-cs"/>
                </a:rPr>
                <a:t>回答</a:t>
              </a:r>
              <a:endParaRPr kumimoji="1" lang="ja-JP" altLang="en-US" sz="1600" b="0" i="0" u="none" strike="noStrike" kern="1200" cap="none" spc="0" normalizeH="0" baseline="0" noProof="0" dirty="0">
                <a:ln>
                  <a:noFill/>
                </a:ln>
                <a:solidFill>
                  <a:srgbClr val="FFFFFF"/>
                </a:solidFill>
                <a:effectLst/>
                <a:uLnTx/>
                <a:uFillTx/>
                <a:latin typeface="Amazon Ember Display"/>
                <a:ea typeface="メイリオ"/>
                <a:cs typeface="+mn-cs"/>
              </a:endParaRPr>
            </a:p>
          </p:txBody>
        </p:sp>
        <p:sp>
          <p:nvSpPr>
            <p:cNvPr id="17" name="テキスト ボックス 15">
              <a:extLst>
                <a:ext uri="{FF2B5EF4-FFF2-40B4-BE49-F238E27FC236}">
                  <a16:creationId xmlns:a16="http://schemas.microsoft.com/office/drawing/2014/main" id="{BCE875BC-D5FA-0160-12D0-5D6E111144B7}"/>
                </a:ext>
              </a:extLst>
            </p:cNvPr>
            <p:cNvSpPr txBox="1"/>
            <p:nvPr/>
          </p:nvSpPr>
          <p:spPr>
            <a:xfrm>
              <a:off x="4474277" y="1744197"/>
              <a:ext cx="1966885" cy="338554"/>
            </a:xfrm>
            <a:prstGeom prst="rect">
              <a:avLst/>
            </a:prstGeom>
            <a:noFill/>
          </p:spPr>
          <p:txBody>
            <a:bodyPr wrap="none" lIns="0" r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600" b="0" i="0" u="none" strike="noStrike" kern="1200" cap="none" spc="0" normalizeH="0" baseline="0" noProof="0">
                  <a:ln>
                    <a:noFill/>
                  </a:ln>
                  <a:solidFill>
                    <a:srgbClr val="FFFFFF"/>
                  </a:solidFill>
                  <a:effectLst/>
                  <a:uLnTx/>
                  <a:uFillTx/>
                  <a:latin typeface="Amazon Ember Display"/>
                  <a:ea typeface="メイリオ"/>
                  <a:cs typeface="+mn-cs"/>
                </a:rPr>
                <a:t>ドキュメント</a:t>
              </a:r>
              <a:r>
                <a:rPr kumimoji="1" lang="en-US" altLang="ja-JP" sz="1600" b="0" i="0" u="none" strike="noStrike" kern="1200" cap="none" spc="0" normalizeH="0" baseline="0" noProof="0" dirty="0">
                  <a:ln>
                    <a:noFill/>
                  </a:ln>
                  <a:solidFill>
                    <a:srgbClr val="FFFFFF"/>
                  </a:solidFill>
                  <a:effectLst/>
                  <a:uLnTx/>
                  <a:uFillTx/>
                  <a:latin typeface="Amazon Ember Display"/>
                  <a:ea typeface="メイリオ"/>
                  <a:cs typeface="+mn-cs"/>
                </a:rPr>
                <a:t>+</a:t>
              </a:r>
              <a:r>
                <a:rPr kumimoji="1" lang="ja-JP" altLang="en-US" sz="1600" b="0" i="0" u="none" strike="noStrike" kern="1200" cap="none" spc="0" normalizeH="0" baseline="0" noProof="0">
                  <a:ln>
                    <a:noFill/>
                  </a:ln>
                  <a:solidFill>
                    <a:srgbClr val="FFFFFF"/>
                  </a:solidFill>
                  <a:effectLst/>
                  <a:uLnTx/>
                  <a:uFillTx/>
                  <a:latin typeface="Amazon Ember Display"/>
                  <a:ea typeface="メイリオ"/>
                  <a:cs typeface="+mn-cs"/>
                </a:rPr>
                <a:t>クエリ</a:t>
              </a:r>
              <a:endParaRPr kumimoji="1" lang="ja-JP" altLang="en-US" sz="1600" b="0" i="0" u="none" strike="noStrike" kern="1200" cap="none" spc="0" normalizeH="0" baseline="0" noProof="0" dirty="0">
                <a:ln>
                  <a:noFill/>
                </a:ln>
                <a:solidFill>
                  <a:srgbClr val="FFFFFF"/>
                </a:solidFill>
                <a:effectLst/>
                <a:uLnTx/>
                <a:uFillTx/>
                <a:latin typeface="Amazon Ember Display"/>
                <a:ea typeface="メイリオ"/>
                <a:cs typeface="+mn-cs"/>
              </a:endParaRPr>
            </a:p>
          </p:txBody>
        </p:sp>
        <p:pic>
          <p:nvPicPr>
            <p:cNvPr id="18" name="Graphic 22" descr="User resource icon for the General Icons category.">
              <a:extLst>
                <a:ext uri="{FF2B5EF4-FFF2-40B4-BE49-F238E27FC236}">
                  <a16:creationId xmlns:a16="http://schemas.microsoft.com/office/drawing/2014/main" id="{55591F78-9472-A982-EA82-E670108BB828}"/>
                </a:ext>
              </a:extLst>
            </p:cNvPr>
            <p:cNvPicPr>
              <a:picLocks noChangeAspect="1" noChangeArrowheads="1"/>
            </p:cNvPicPr>
            <p:nvPr/>
          </p:nvPicPr>
          <p:blipFill>
            <a:blip r:embed="rId12">
              <a:extLst>
                <a:ext uri="{96DAC541-7B7A-43D3-8B79-37D633B846F1}">
                  <asvg:svgBlip xmlns:asvg="http://schemas.microsoft.com/office/drawing/2016/SVG/main" r:embed="rId13"/>
                </a:ext>
              </a:extLst>
            </a:blip>
            <a:srcRect/>
            <a:stretch/>
          </p:blipFill>
          <p:spPr bwMode="auto">
            <a:xfrm>
              <a:off x="447094" y="1913474"/>
              <a:ext cx="792000" cy="79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0" name="Graphic 19" descr="Amazon Bedrock service icon.">
              <a:extLst>
                <a:ext uri="{FF2B5EF4-FFF2-40B4-BE49-F238E27FC236}">
                  <a16:creationId xmlns:a16="http://schemas.microsoft.com/office/drawing/2014/main" id="{4ED19290-7828-0450-1CFA-41B0499BF9E8}"/>
                </a:ext>
              </a:extLst>
            </p:cNvPr>
            <p:cNvPicPr>
              <a:picLocks noChangeAspect="1"/>
            </p:cNvPicPr>
            <p:nvPr/>
          </p:nvPicPr>
          <p:blipFill>
            <a:blip r:embed="rId14">
              <a:extLst>
                <a:ext uri="{96DAC541-7B7A-43D3-8B79-37D633B846F1}">
                  <asvg:svgBlip xmlns:asvg="http://schemas.microsoft.com/office/drawing/2016/SVG/main" r:embed="rId15"/>
                </a:ext>
              </a:extLst>
            </a:blip>
            <a:srcRect/>
            <a:stretch/>
          </p:blipFill>
          <p:spPr>
            <a:xfrm>
              <a:off x="3485135" y="1921010"/>
              <a:ext cx="828000" cy="828000"/>
            </a:xfrm>
            <a:prstGeom prst="rect">
              <a:avLst/>
            </a:prstGeom>
          </p:spPr>
        </p:pic>
        <p:cxnSp>
          <p:nvCxnSpPr>
            <p:cNvPr id="34" name="直線矢印コネクタ 8">
              <a:extLst>
                <a:ext uri="{FF2B5EF4-FFF2-40B4-BE49-F238E27FC236}">
                  <a16:creationId xmlns:a16="http://schemas.microsoft.com/office/drawing/2014/main" id="{96AD6034-AF6C-D397-CEBA-2A04FD4BDFBC}"/>
                </a:ext>
              </a:extLst>
            </p:cNvPr>
            <p:cNvCxnSpPr>
              <a:cxnSpLocks/>
            </p:cNvCxnSpPr>
            <p:nvPr/>
          </p:nvCxnSpPr>
          <p:spPr>
            <a:xfrm>
              <a:off x="3717039" y="3258675"/>
              <a:ext cx="0" cy="832955"/>
            </a:xfrm>
            <a:prstGeom prst="straightConnector1">
              <a:avLst/>
            </a:prstGeom>
            <a:ln w="19050" cap="rnd">
              <a:solidFill>
                <a:schemeClr val="tx1"/>
              </a:solidFill>
              <a:round/>
              <a:headEnd type="none" w="med" len="med"/>
              <a:tailEnd type="arrow" w="lg" len="med"/>
            </a:ln>
          </p:spPr>
          <p:style>
            <a:lnRef idx="1">
              <a:schemeClr val="accent1"/>
            </a:lnRef>
            <a:fillRef idx="0">
              <a:schemeClr val="accent1"/>
            </a:fillRef>
            <a:effectRef idx="0">
              <a:schemeClr val="accent1"/>
            </a:effectRef>
            <a:fontRef idx="minor">
              <a:schemeClr val="tx1"/>
            </a:fontRef>
          </p:style>
        </p:cxnSp>
        <p:cxnSp>
          <p:nvCxnSpPr>
            <p:cNvPr id="42" name="直線矢印コネクタ 8">
              <a:extLst>
                <a:ext uri="{FF2B5EF4-FFF2-40B4-BE49-F238E27FC236}">
                  <a16:creationId xmlns:a16="http://schemas.microsoft.com/office/drawing/2014/main" id="{070AC67B-2719-AD56-1D93-87BCD467346C}"/>
                </a:ext>
              </a:extLst>
            </p:cNvPr>
            <p:cNvCxnSpPr>
              <a:cxnSpLocks/>
            </p:cNvCxnSpPr>
            <p:nvPr/>
          </p:nvCxnSpPr>
          <p:spPr>
            <a:xfrm>
              <a:off x="4027847" y="3237893"/>
              <a:ext cx="0" cy="832955"/>
            </a:xfrm>
            <a:prstGeom prst="straightConnector1">
              <a:avLst/>
            </a:prstGeom>
            <a:ln w="19050" cap="rnd">
              <a:solidFill>
                <a:schemeClr val="tx1"/>
              </a:solidFill>
              <a:round/>
              <a:headEnd type="arrow" w="lg" len="med"/>
              <a:tailEnd type="none" w="lg" len="med"/>
            </a:ln>
          </p:spPr>
          <p:style>
            <a:lnRef idx="1">
              <a:schemeClr val="accent1"/>
            </a:lnRef>
            <a:fillRef idx="0">
              <a:schemeClr val="accent1"/>
            </a:fillRef>
            <a:effectRef idx="0">
              <a:schemeClr val="accent1"/>
            </a:effectRef>
            <a:fontRef idx="minor">
              <a:schemeClr val="tx1"/>
            </a:fontRef>
          </p:style>
        </p:cxnSp>
        <p:sp>
          <p:nvSpPr>
            <p:cNvPr id="47" name="テキスト ボックス 12">
              <a:extLst>
                <a:ext uri="{FF2B5EF4-FFF2-40B4-BE49-F238E27FC236}">
                  <a16:creationId xmlns:a16="http://schemas.microsoft.com/office/drawing/2014/main" id="{2B5BEE94-CF3F-2AA9-4A5B-8E0D758C3732}"/>
                </a:ext>
              </a:extLst>
            </p:cNvPr>
            <p:cNvSpPr txBox="1"/>
            <p:nvPr/>
          </p:nvSpPr>
          <p:spPr>
            <a:xfrm>
              <a:off x="4175199" y="3411688"/>
              <a:ext cx="2051844" cy="375487"/>
            </a:xfrm>
            <a:prstGeom prst="rect">
              <a:avLst/>
            </a:prstGeom>
            <a:noFill/>
          </p:spPr>
          <p:txBody>
            <a:bodyPr wrap="none" lIns="0" rIns="0" rtlCol="0">
              <a:spAutoFit/>
            </a:bodyPr>
            <a:lstStyle/>
            <a:p>
              <a:pPr marL="0" marR="0" lvl="0" indent="0" algn="l" defTabSz="914400" rtl="0" eaLnBrk="1" fontAlgn="auto" latinLnBrk="0" hangingPunct="1">
                <a:lnSpc>
                  <a:spcPct val="120000"/>
                </a:lnSpc>
                <a:spcBef>
                  <a:spcPts val="0"/>
                </a:spcBef>
                <a:spcAft>
                  <a:spcPts val="0"/>
                </a:spcAft>
                <a:buClrTx/>
                <a:buSzTx/>
                <a:buFontTx/>
                <a:buNone/>
                <a:tabLst/>
                <a:defRPr/>
              </a:pPr>
              <a:r>
                <a:rPr kumimoji="1" lang="ja-JP" altLang="en-US" sz="1600" b="0" i="0" u="none" strike="noStrike" kern="1200" cap="none" spc="0" normalizeH="0" baseline="0" noProof="0">
                  <a:ln>
                    <a:noFill/>
                  </a:ln>
                  <a:solidFill>
                    <a:srgbClr val="FFFFFF"/>
                  </a:solidFill>
                  <a:effectLst/>
                  <a:uLnTx/>
                  <a:uFillTx/>
                  <a:latin typeface="Amazon Ember Display"/>
                  <a:ea typeface="メイリオ"/>
                  <a:cs typeface="+mn-cs"/>
                </a:rPr>
                <a:t>クエリ関連文書の取得</a:t>
              </a:r>
              <a:endParaRPr kumimoji="1" lang="ja-JP" altLang="en-US" sz="1600" b="0" i="0" u="none" strike="noStrike" kern="1200" cap="none" spc="0" normalizeH="0" baseline="0" noProof="0" dirty="0">
                <a:ln>
                  <a:noFill/>
                </a:ln>
                <a:solidFill>
                  <a:srgbClr val="FFFFFF"/>
                </a:solidFill>
                <a:effectLst/>
                <a:uLnTx/>
                <a:uFillTx/>
                <a:latin typeface="Amazon Ember Display"/>
                <a:ea typeface="メイリオ"/>
                <a:cs typeface="+mn-cs"/>
              </a:endParaRPr>
            </a:p>
          </p:txBody>
        </p:sp>
      </p:grpSp>
      <p:sp>
        <p:nvSpPr>
          <p:cNvPr id="48" name="テキスト ボックス 12">
            <a:extLst>
              <a:ext uri="{FF2B5EF4-FFF2-40B4-BE49-F238E27FC236}">
                <a16:creationId xmlns:a16="http://schemas.microsoft.com/office/drawing/2014/main" id="{9E5C25DD-CB7B-751F-C32F-113B65441BEE}"/>
              </a:ext>
            </a:extLst>
          </p:cNvPr>
          <p:cNvSpPr txBox="1"/>
          <p:nvPr/>
        </p:nvSpPr>
        <p:spPr>
          <a:xfrm>
            <a:off x="4316114" y="4187712"/>
            <a:ext cx="2257028" cy="375487"/>
          </a:xfrm>
          <a:prstGeom prst="rect">
            <a:avLst/>
          </a:prstGeom>
          <a:noFill/>
        </p:spPr>
        <p:txBody>
          <a:bodyPr wrap="none" lIns="0" rIns="0" rtlCol="0">
            <a:spAutoFit/>
          </a:bodyPr>
          <a:lstStyle/>
          <a:p>
            <a:pPr marL="0" marR="0" lvl="0" indent="0" algn="l" defTabSz="914400" rtl="0" eaLnBrk="1" fontAlgn="auto" latinLnBrk="0" hangingPunct="1">
              <a:lnSpc>
                <a:spcPct val="120000"/>
              </a:lnSpc>
              <a:spcBef>
                <a:spcPts val="0"/>
              </a:spcBef>
              <a:spcAft>
                <a:spcPts val="0"/>
              </a:spcAft>
              <a:buClrTx/>
              <a:buSzTx/>
              <a:buFontTx/>
              <a:buNone/>
              <a:tabLst/>
              <a:defRPr/>
            </a:pPr>
            <a:r>
              <a:rPr kumimoji="1" lang="ja-JP" altLang="en-US" sz="1600" b="0" i="0" u="none" strike="noStrike" kern="1200" cap="none" spc="0" normalizeH="0" baseline="0" noProof="0">
                <a:ln>
                  <a:noFill/>
                </a:ln>
                <a:solidFill>
                  <a:srgbClr val="FFFFFF"/>
                </a:solidFill>
                <a:effectLst/>
                <a:uLnTx/>
                <a:uFillTx/>
                <a:latin typeface="Amazon Ember Display"/>
                <a:ea typeface="メイリオ"/>
                <a:cs typeface="+mn-cs"/>
              </a:rPr>
              <a:t>事前にドキュメント登録</a:t>
            </a:r>
            <a:endParaRPr kumimoji="1" lang="ja-JP" altLang="en-US" sz="1600" b="0" i="0" u="none" strike="noStrike" kern="1200" cap="none" spc="0" normalizeH="0" baseline="0" noProof="0" dirty="0">
              <a:ln>
                <a:noFill/>
              </a:ln>
              <a:solidFill>
                <a:srgbClr val="FFFFFF"/>
              </a:solidFill>
              <a:effectLst/>
              <a:uLnTx/>
              <a:uFillTx/>
              <a:latin typeface="Amazon Ember Display"/>
              <a:ea typeface="メイリオ"/>
              <a:cs typeface="+mn-cs"/>
            </a:endParaRPr>
          </a:p>
        </p:txBody>
      </p:sp>
    </p:spTree>
    <p:extLst>
      <p:ext uri="{BB962C8B-B14F-4D97-AF65-F5344CB8AC3E}">
        <p14:creationId xmlns:p14="http://schemas.microsoft.com/office/powerpoint/2010/main" val="34736163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AWS Confidential Light">
  <a:themeElements>
    <a:clrScheme name="AWS 2024">
      <a:dk1>
        <a:srgbClr val="000000"/>
      </a:dk1>
      <a:lt1>
        <a:srgbClr val="FFFFFF"/>
      </a:lt1>
      <a:dk2>
        <a:srgbClr val="161D26"/>
      </a:dk2>
      <a:lt2>
        <a:srgbClr val="F3F3F7"/>
      </a:lt2>
      <a:accent1>
        <a:srgbClr val="41B3FF"/>
      </a:accent1>
      <a:accent2>
        <a:srgbClr val="AD5CFF"/>
      </a:accent2>
      <a:accent3>
        <a:srgbClr val="00E500"/>
      </a:accent3>
      <a:accent4>
        <a:srgbClr val="FF5C85"/>
      </a:accent4>
      <a:accent5>
        <a:srgbClr val="FF693C"/>
      </a:accent5>
      <a:accent6>
        <a:srgbClr val="FBD332"/>
      </a:accent6>
      <a:hlink>
        <a:srgbClr val="41B1E8"/>
      </a:hlink>
      <a:folHlink>
        <a:srgbClr val="41B1E8"/>
      </a:folHlink>
    </a:clrScheme>
    <a:fontScheme name="Ember Heavy and Ember">
      <a:majorFont>
        <a:latin typeface="Amazon Ember Heavy"/>
        <a:ea typeface=""/>
        <a:cs typeface=""/>
      </a:majorFont>
      <a:minorFont>
        <a:latin typeface="Amazon Ember"/>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1">
            <a:lumMod val="75000"/>
          </a:schemeClr>
        </a:solidFill>
        <a:ln>
          <a:noFill/>
        </a:ln>
      </a:spPr>
      <a:bodyPr rtlCol="0" anchor="ctr"/>
      <a:lstStyle>
        <a:defPPr algn="ctr">
          <a:defRPr kumimoji="1" smtClean="0">
            <a:latin typeface="Amazon Ember Display" panose="020F0603020204020204" pitchFamily="34" charset="0"/>
            <a:ea typeface="メイリオ" panose="020B0604030504040204" pitchFamily="34" charset="-128"/>
          </a:defRPr>
        </a:defPPr>
      </a:lstStyle>
      <a:style>
        <a:lnRef idx="2">
          <a:schemeClr val="accent1">
            <a:shade val="15000"/>
          </a:schemeClr>
        </a:lnRef>
        <a:fillRef idx="1">
          <a:schemeClr val="accent1"/>
        </a:fillRef>
        <a:effectRef idx="0">
          <a:schemeClr val="accent1"/>
        </a:effectRef>
        <a:fontRef idx="minor">
          <a:schemeClr val="lt1"/>
        </a:fontRef>
      </a:style>
    </a:spDef>
    <a:lnDef>
      <a:spPr>
        <a:ln w="19050" cap="rnd">
          <a:solidFill>
            <a:schemeClr val="tx1"/>
          </a:solidFill>
          <a:round/>
        </a:ln>
      </a:spPr>
      <a:bodyPr/>
      <a:lstStyle/>
      <a:style>
        <a:lnRef idx="1">
          <a:schemeClr val="accent1"/>
        </a:lnRef>
        <a:fillRef idx="0">
          <a:schemeClr val="accent1"/>
        </a:fillRef>
        <a:effectRef idx="0">
          <a:schemeClr val="accent1"/>
        </a:effectRef>
        <a:fontRef idx="minor">
          <a:schemeClr val="tx1"/>
        </a:fontRef>
      </a:style>
    </a:lnDef>
    <a:txDef>
      <a:spPr>
        <a:noFill/>
      </a:spPr>
      <a:bodyPr wrap="none" rtlCol="0">
        <a:spAutoFit/>
      </a:bodyPr>
      <a:lstStyle>
        <a:defPPr algn="l">
          <a:defRPr kumimoji="1" smtClean="0">
            <a:latin typeface="Amazon Ember Display" panose="020F0603020204020204" pitchFamily="34" charset="0"/>
            <a:ea typeface="メイリオ" panose="020B0604030504040204" pitchFamily="34" charset="-128"/>
          </a:defRPr>
        </a:defPPr>
      </a:lstStyle>
    </a:txDef>
  </a:objectDefaults>
  <a:extraClrSchemeLst/>
  <a:extLst>
    <a:ext uri="{05A4C25C-085E-4340-85A3-A5531E510DB2}">
      <thm15:themeFamily xmlns:thm15="http://schemas.microsoft.com/office/thememl/2012/main" name="プレゼンテーション1" id="{5C5954C5-7364-DC49-9C15-985C18FF0347}" vid="{9CCE7287-FBC4-BF49-9C2C-1659CD657B8A}"/>
    </a:ext>
  </a:extLst>
</a:theme>
</file>

<file path=ppt/theme/theme2.xml><?xml version="1.0" encoding="utf-8"?>
<a:theme xmlns:a="http://schemas.openxmlformats.org/drawingml/2006/main" name="デザインの設定">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プレゼンテーション1" id="{5C5954C5-7364-DC49-9C15-985C18FF0347}" vid="{541701D1-DA44-CC40-952A-4E9C02A6AE12}"/>
    </a:ext>
  </a:extLst>
</a:theme>
</file>

<file path=ppt/theme/theme3.xml><?xml version="1.0" encoding="utf-8"?>
<a:theme xmlns:a="http://schemas.openxmlformats.org/drawingml/2006/main" name="AWS Confidential Dark">
  <a:themeElements>
    <a:clrScheme name="AWS 2024">
      <a:dk1>
        <a:srgbClr val="000000"/>
      </a:dk1>
      <a:lt1>
        <a:srgbClr val="FFFFFF"/>
      </a:lt1>
      <a:dk2>
        <a:srgbClr val="161D26"/>
      </a:dk2>
      <a:lt2>
        <a:srgbClr val="F3F3F7"/>
      </a:lt2>
      <a:accent1>
        <a:srgbClr val="41B3FF"/>
      </a:accent1>
      <a:accent2>
        <a:srgbClr val="AD5CFF"/>
      </a:accent2>
      <a:accent3>
        <a:srgbClr val="00E500"/>
      </a:accent3>
      <a:accent4>
        <a:srgbClr val="FF5C85"/>
      </a:accent4>
      <a:accent5>
        <a:srgbClr val="FF693C"/>
      </a:accent5>
      <a:accent6>
        <a:srgbClr val="FBD332"/>
      </a:accent6>
      <a:hlink>
        <a:srgbClr val="41B1E8"/>
      </a:hlink>
      <a:folHlink>
        <a:srgbClr val="41B1E8"/>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1">
            <a:lumMod val="75000"/>
          </a:schemeClr>
        </a:solidFill>
        <a:ln>
          <a:noFill/>
        </a:ln>
      </a:spPr>
      <a:bodyPr rtlCol="0" anchor="ctr"/>
      <a:lstStyle>
        <a:defPPr algn="ctr">
          <a:defRPr kumimoji="1" smtClean="0">
            <a:latin typeface="Amazon Ember Display" panose="020F0603020204020204" pitchFamily="34" charset="0"/>
            <a:ea typeface="メイリオ" panose="020B0604030504040204" pitchFamily="34" charset="-128"/>
          </a:defRPr>
        </a:defPPr>
      </a:lstStyle>
      <a:style>
        <a:lnRef idx="2">
          <a:schemeClr val="accent1">
            <a:shade val="15000"/>
          </a:schemeClr>
        </a:lnRef>
        <a:fillRef idx="1">
          <a:schemeClr val="accent1"/>
        </a:fillRef>
        <a:effectRef idx="0">
          <a:schemeClr val="accent1"/>
        </a:effectRef>
        <a:fontRef idx="minor">
          <a:schemeClr val="lt1"/>
        </a:fontRef>
      </a:style>
    </a:spDef>
    <a:txDef>
      <a:spPr>
        <a:noFill/>
      </a:spPr>
      <a:bodyPr wrap="none" rtlCol="0">
        <a:spAutoFit/>
      </a:bodyPr>
      <a:lstStyle>
        <a:defPPr algn="l">
          <a:defRPr kumimoji="1" smtClean="0">
            <a:latin typeface="Amazon Ember Display" panose="020F0603020204020204" pitchFamily="34" charset="0"/>
            <a:ea typeface="メイリオ" panose="020B0604030504040204" pitchFamily="34" charset="-128"/>
          </a:defRPr>
        </a:defPPr>
      </a:lstStyle>
    </a:txDef>
  </a:objectDefaults>
  <a:extraClrSchemeLst/>
  <a:extLst>
    <a:ext uri="{05A4C25C-085E-4340-85A3-A5531E510DB2}">
      <thm15:themeFamily xmlns:thm15="http://schemas.microsoft.com/office/thememl/2012/main" name="プレゼンテーション1" id="{5C5954C5-7364-DC49-9C15-985C18FF0347}" vid="{8C314E00-0FCC-0143-86BA-CB1F8BEEF090}"/>
    </a:ext>
  </a:extLst>
</a:theme>
</file>

<file path=ppt/theme/theme4.xml><?xml version="1.0" encoding="utf-8"?>
<a:theme xmlns:a="http://schemas.openxmlformats.org/drawingml/2006/main" name="Office Theme">
  <a:themeElements>
    <a:clrScheme name="One Brand 2022 Dark">
      <a:dk1>
        <a:srgbClr val="000000"/>
      </a:dk1>
      <a:lt1>
        <a:sysClr val="window" lastClr="FFFFFF"/>
      </a:lt1>
      <a:dk2>
        <a:srgbClr val="232F3E"/>
      </a:dk2>
      <a:lt2>
        <a:srgbClr val="F1F3F3"/>
      </a:lt2>
      <a:accent1>
        <a:srgbClr val="FF8500"/>
      </a:accent1>
      <a:accent2>
        <a:srgbClr val="7C59ED"/>
      </a:accent2>
      <a:accent3>
        <a:srgbClr val="38EF7D"/>
      </a:accent3>
      <a:accent4>
        <a:srgbClr val="F46DBA"/>
      </a:accent4>
      <a:accent5>
        <a:srgbClr val="9FFCEA"/>
      </a:accent5>
      <a:accent6>
        <a:srgbClr val="FBD8BF"/>
      </a:accent6>
      <a:hlink>
        <a:srgbClr val="41B1E8"/>
      </a:hlink>
      <a:folHlink>
        <a:srgbClr val="41B1E8"/>
      </a:folHlink>
    </a:clrScheme>
    <a:fontScheme name="Ember Heavy and Normal">
      <a:majorFont>
        <a:latin typeface="Amazon Ember Heavy"/>
        <a:ea typeface=""/>
        <a:cs typeface=""/>
      </a:majorFont>
      <a:minorFont>
        <a:latin typeface="Amazon Ember"/>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Theme">
  <a:themeElements>
    <a:clrScheme name="One Brand 2022 Dark">
      <a:dk1>
        <a:srgbClr val="000000"/>
      </a:dk1>
      <a:lt1>
        <a:sysClr val="window" lastClr="FFFFFF"/>
      </a:lt1>
      <a:dk2>
        <a:srgbClr val="232F3E"/>
      </a:dk2>
      <a:lt2>
        <a:srgbClr val="F1F3F3"/>
      </a:lt2>
      <a:accent1>
        <a:srgbClr val="FF8500"/>
      </a:accent1>
      <a:accent2>
        <a:srgbClr val="7C59ED"/>
      </a:accent2>
      <a:accent3>
        <a:srgbClr val="38EF7D"/>
      </a:accent3>
      <a:accent4>
        <a:srgbClr val="F46DBA"/>
      </a:accent4>
      <a:accent5>
        <a:srgbClr val="9FFCEA"/>
      </a:accent5>
      <a:accent6>
        <a:srgbClr val="FBD8BF"/>
      </a:accent6>
      <a:hlink>
        <a:srgbClr val="41B1E8"/>
      </a:hlink>
      <a:folHlink>
        <a:srgbClr val="41B1E8"/>
      </a:folHlink>
    </a:clrScheme>
    <a:fontScheme name="Ember Heavy and Normal">
      <a:majorFont>
        <a:latin typeface="Amazon Ember Heavy"/>
        <a:ea typeface=""/>
        <a:cs typeface=""/>
      </a:majorFont>
      <a:minorFont>
        <a:latin typeface="Amazon Ember"/>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AWS 2024">
    <a:dk1>
      <a:srgbClr val="000000"/>
    </a:dk1>
    <a:lt1>
      <a:srgbClr val="FFFFFF"/>
    </a:lt1>
    <a:dk2>
      <a:srgbClr val="161D26"/>
    </a:dk2>
    <a:lt2>
      <a:srgbClr val="F3F3F7"/>
    </a:lt2>
    <a:accent1>
      <a:srgbClr val="41B3FF"/>
    </a:accent1>
    <a:accent2>
      <a:srgbClr val="AD5CFF"/>
    </a:accent2>
    <a:accent3>
      <a:srgbClr val="00E500"/>
    </a:accent3>
    <a:accent4>
      <a:srgbClr val="FF5C85"/>
    </a:accent4>
    <a:accent5>
      <a:srgbClr val="FF693C"/>
    </a:accent5>
    <a:accent6>
      <a:srgbClr val="FBD332"/>
    </a:accent6>
    <a:hlink>
      <a:srgbClr val="41B1E8"/>
    </a:hlink>
    <a:folHlink>
      <a:srgbClr val="41B1E8"/>
    </a:folHlink>
  </a:clrScheme>
</a:themeOverrid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F31027CB-BA99-4849-AD2B-D501A617C772}">
  <we:reference id="wa200001625" version="1.0.0.8" store="en-US" storeType="OMEX"/>
  <we:alternateReferences>
    <we:reference id="wa200001625" version="1.0.0.8" store="wa200001625" storeType="OMEX"/>
  </we:alternateReferences>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emplate>AWS Confidential Light</Template>
  <TotalTime>454</TotalTime>
  <Words>1722</Words>
  <Application>Microsoft Macintosh PowerPoint</Application>
  <PresentationFormat>ワイド画面</PresentationFormat>
  <Paragraphs>274</Paragraphs>
  <Slides>11</Slides>
  <Notes>7</Notes>
  <HiddenSlides>0</HiddenSlides>
  <MMClips>0</MMClips>
  <ScaleCrop>false</ScaleCrop>
  <HeadingPairs>
    <vt:vector size="6" baseType="variant">
      <vt:variant>
        <vt:lpstr>使用されているフォント</vt:lpstr>
      </vt:variant>
      <vt:variant>
        <vt:i4>10</vt:i4>
      </vt:variant>
      <vt:variant>
        <vt:lpstr>テーマ</vt:lpstr>
      </vt:variant>
      <vt:variant>
        <vt:i4>3</vt:i4>
      </vt:variant>
      <vt:variant>
        <vt:lpstr>スライド タイトル</vt:lpstr>
      </vt:variant>
      <vt:variant>
        <vt:i4>11</vt:i4>
      </vt:variant>
    </vt:vector>
  </HeadingPairs>
  <TitlesOfParts>
    <vt:vector size="24" baseType="lpstr">
      <vt:lpstr>メイリオ</vt:lpstr>
      <vt:lpstr>メイリオ</vt:lpstr>
      <vt:lpstr>游ゴシック</vt:lpstr>
      <vt:lpstr>游ゴシック Light</vt:lpstr>
      <vt:lpstr>Amazon Ember</vt:lpstr>
      <vt:lpstr>Amazon Ember Display</vt:lpstr>
      <vt:lpstr>Amazon Ember Display Light</vt:lpstr>
      <vt:lpstr>Amazon Ember Mono</vt:lpstr>
      <vt:lpstr>Arial</vt:lpstr>
      <vt:lpstr>Wingdings</vt:lpstr>
      <vt:lpstr>AWS Confidential Light</vt:lpstr>
      <vt:lpstr>デザインの設定</vt:lpstr>
      <vt:lpstr>AWS Confidential Dark</vt:lpstr>
      <vt:lpstr>第 2 回生成 AI 勉強会 Amazon Bedrock ハンズオン</vt:lpstr>
      <vt:lpstr>アジェンダ</vt:lpstr>
      <vt:lpstr>AWS の生成 AI スタック</vt:lpstr>
      <vt:lpstr>Amazon Bedrock – 概要</vt:lpstr>
      <vt:lpstr>Amazon Bedrock - 様々なモデルプロバイダーの基盤モデル</vt:lpstr>
      <vt:lpstr>PowerPoint プレゼンテーション</vt:lpstr>
      <vt:lpstr>Amazon Bedrock Guardrails</vt:lpstr>
      <vt:lpstr>Amazon Bedrock Guardrails - ガードレール</vt:lpstr>
      <vt:lpstr>RAG - 概要</vt:lpstr>
      <vt:lpstr>RAG の仕組み</vt:lpstr>
      <vt:lpstr>Knowledge Bases for Amazon Bedrock</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Matsuoka, Kazuki</dc:creator>
  <cp:lastModifiedBy>Ouchi, Hayate</cp:lastModifiedBy>
  <cp:revision>3</cp:revision>
  <dcterms:created xsi:type="dcterms:W3CDTF">2026-01-19T01:36:03Z</dcterms:created>
  <dcterms:modified xsi:type="dcterms:W3CDTF">2026-01-26T05:30:10Z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929eed6f-34eb-4453-9f97-09510b9b219f_Enabled">
    <vt:lpwstr>true</vt:lpwstr>
  </property>
  <property fmtid="{D5CDD505-2E9C-101B-9397-08002B2CF9AE}" pid="3" name="MSIP_Label_929eed6f-34eb-4453-9f97-09510b9b219f_SetDate">
    <vt:lpwstr>2025-05-28T00:33:00Z</vt:lpwstr>
  </property>
  <property fmtid="{D5CDD505-2E9C-101B-9397-08002B2CF9AE}" pid="4" name="MSIP_Label_929eed6f-34eb-4453-9f97-09510b9b219f_Method">
    <vt:lpwstr>Standard</vt:lpwstr>
  </property>
  <property fmtid="{D5CDD505-2E9C-101B-9397-08002B2CF9AE}" pid="5" name="MSIP_Label_929eed6f-34eb-4453-9f97-09510b9b219f_Name">
    <vt:lpwstr>Amazon Pending_Classification</vt:lpwstr>
  </property>
  <property fmtid="{D5CDD505-2E9C-101B-9397-08002B2CF9AE}" pid="6" name="MSIP_Label_929eed6f-34eb-4453-9f97-09510b9b219f_SiteId">
    <vt:lpwstr>5280104a-472d-4538-9ccf-1e1d0efe8b1b</vt:lpwstr>
  </property>
  <property fmtid="{D5CDD505-2E9C-101B-9397-08002B2CF9AE}" pid="7" name="MSIP_Label_929eed6f-34eb-4453-9f97-09510b9b219f_ActionId">
    <vt:lpwstr>d4002b77-521f-4a0d-a811-f6747d082a33</vt:lpwstr>
  </property>
  <property fmtid="{D5CDD505-2E9C-101B-9397-08002B2CF9AE}" pid="8" name="MSIP_Label_929eed6f-34eb-4453-9f97-09510b9b219f_ContentBits">
    <vt:lpwstr>0</vt:lpwstr>
  </property>
  <property fmtid="{D5CDD505-2E9C-101B-9397-08002B2CF9AE}" pid="9" name="MSIP_Label_929eed6f-34eb-4453-9f97-09510b9b219f_Tag">
    <vt:lpwstr>50, 3, 0, 1</vt:lpwstr>
  </property>
</Properties>
</file>